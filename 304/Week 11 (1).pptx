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38"/>
  </p:notesMasterIdLst>
  <p:sldIdLst>
    <p:sldId id="256" r:id="rId2"/>
    <p:sldId id="312" r:id="rId3"/>
    <p:sldId id="316" r:id="rId4"/>
    <p:sldId id="259" r:id="rId5"/>
    <p:sldId id="317" r:id="rId6"/>
    <p:sldId id="293" r:id="rId7"/>
    <p:sldId id="320" r:id="rId8"/>
    <p:sldId id="260" r:id="rId9"/>
    <p:sldId id="322" r:id="rId10"/>
    <p:sldId id="313" r:id="rId11"/>
    <p:sldId id="319" r:id="rId12"/>
    <p:sldId id="294" r:id="rId13"/>
    <p:sldId id="324" r:id="rId14"/>
    <p:sldId id="302" r:id="rId15"/>
    <p:sldId id="327" r:id="rId16"/>
    <p:sldId id="326" r:id="rId17"/>
    <p:sldId id="328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0" r:id="rId29"/>
    <p:sldId id="329" r:id="rId30"/>
    <p:sldId id="258" r:id="rId31"/>
    <p:sldId id="332" r:id="rId32"/>
    <p:sldId id="334" r:id="rId33"/>
    <p:sldId id="335" r:id="rId34"/>
    <p:sldId id="340" r:id="rId35"/>
    <p:sldId id="341" r:id="rId36"/>
    <p:sldId id="337" r:id="rId3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8"/>
    <p:restoredTop sz="80952" autoAdjust="0"/>
  </p:normalViewPr>
  <p:slideViewPr>
    <p:cSldViewPr snapToGrid="0">
      <p:cViewPr varScale="1">
        <p:scale>
          <a:sx n="137" d="100"/>
          <a:sy n="137" d="100"/>
        </p:scale>
        <p:origin x="1632" y="17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120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66570-95B8-5DE6-D5A2-20FB6FC83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12BF5-C5D6-E731-A6D8-7968ECA05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9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2219-AB65-FE2D-ACE3-77EB3F89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3D016-15D1-D591-236B-06F8324D7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D4F33-235F-401A-43D2-2D5DBB6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240A3-0613-4689-813E-E4355494E1FA}" type="datetimeFigureOut">
              <a:rPr lang="en-US" smtClean="0"/>
              <a:t>5/25/23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DB908-6BC4-562B-29CD-36BA01E9A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64D8B-2EA4-7AE8-6D21-5F2FF4FA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A81A-883A-4A0F-ADC4-0AABFDE24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3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001C-C13E-8F47-3F73-C588157C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76049-5E6E-6DDA-A7F7-F4027C5EA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0EDF7-C31F-7935-E51A-F8200462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42519-9C29-BF13-C6F2-82F30A84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5C627-1E3A-78CE-1B0C-A483CA47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ABF6-B811-3D4E-82F0-BC6B652F0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3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BF54D-6445-BD13-0669-48568DDD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A8BF3-852B-8430-FAE8-47BE4A19C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3D8CE-CF88-40CC-77A9-66F160C69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689FD-4C0B-B9F8-8485-24E16DFB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33221-1CF3-AD56-BF37-4632D278B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7EAC9-2D5A-FBF9-EE06-703F786E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ABF6-B811-3D4E-82F0-BC6B652F0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9917-703F-03C7-A2D5-4C12D0E2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B31B0-773F-4F5A-BF24-575385174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9D277-37B8-F8CC-887D-58BD41E46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D8FB4-38B5-0E15-4F22-B32A2BF11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3752E9-EC2D-9E28-462C-B37B683E0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08B25-2405-6071-BD9F-FEDDB0D43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7A94F-6F74-54F9-6FD6-B2287FF3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20276-4B06-9BB8-F389-4C2D09B7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ABF6-B811-3D4E-82F0-BC6B652F0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F2B0-B77C-B08D-B062-DE3D74AA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D1E19-A207-A9E6-9C2C-728DB8E98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67EE3-E7C1-1B6D-7B46-A58F375E6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1C9CD-5CC5-2CAB-BFCC-FDA2C6D9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ABF6-B811-3D4E-82F0-BC6B652F0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87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AFF74-3B3F-C92F-E58A-E90BE273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1912D-7B30-CF24-B1B6-8013D5F88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D86DA-B53B-6484-36FB-FE7B2A90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066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3753-A728-456F-8005-84F1589D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CA560-09E8-F400-F779-834AC0271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D3F1B-FA40-9DB3-781C-82A6381E1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FF291-12DC-3EA9-F8A1-997F5425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E77AA-9DD2-E27E-A36A-FF7E1105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9C218-060C-534A-29F2-C1988E81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ABF6-B811-3D4E-82F0-BC6B652F0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7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5A86-F2B1-AE86-B510-11C90914D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08B7D-2255-08A1-1949-7A6AEDD85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3767B-40CE-2E03-5496-457B4EFE4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CCCFC-DF9C-D0A4-1D42-CCD9CF07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45022-5F34-C473-5BF6-28EC0B04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15984-408A-3992-7402-2A89E6CA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ABF6-B811-3D4E-82F0-BC6B652F0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760C-3616-A4B4-D5B2-552DC998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02908-5A8A-3CFB-CD04-FA2792F4F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901AA-9C88-1C27-887A-CE73D5CC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39756-4FE9-D7A5-DC09-E2E455E8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BA13-EBAA-82C0-5516-CC6F603A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ABF6-B811-3D4E-82F0-BC6B652F0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9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8F938-542A-5209-78A7-3C93137C2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D2752-3F80-0D40-26D1-4F2C5AAB0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A9547-872C-3DAB-9677-CBBA4612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5E88-6092-CA91-4E3B-9BA3DE33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47F6F-D7F2-2911-D3D8-5620FDF5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ABF6-B811-3D4E-82F0-BC6B652F0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7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1_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05735"/>
            <a:ext cx="8520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964635"/>
            <a:ext cx="8520600" cy="3604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790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85C450-8574-757A-2486-A448C9E2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C5A72-1FEC-5C5A-61BB-FACE1C147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93FE1-C8B3-188D-6B96-C3E40C751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49E44-71DD-6C49-A4A4-0601EE6BFEC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78645-7903-8D4A-A09B-F7157253B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3F04E-0674-FD2A-63FE-07871971C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CABF6-B811-3D4E-82F0-BC6B652F0D9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EEB176-65F7-3994-2809-64F92ADBA33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11701" y="4713322"/>
            <a:ext cx="515017" cy="311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51DFF7-6434-C324-3775-A377719C1481}"/>
              </a:ext>
            </a:extLst>
          </p:cNvPr>
          <p:cNvSpPr txBox="1"/>
          <p:nvPr userDrawn="1"/>
        </p:nvSpPr>
        <p:spPr>
          <a:xfrm>
            <a:off x="914401" y="4756889"/>
            <a:ext cx="3832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NZ" sz="1100" b="1" dirty="0">
                <a:latin typeface="Lucida Sans" panose="020B0602030504020204" pitchFamily="34" charset="0"/>
              </a:rPr>
              <a:t>CROW Lab</a:t>
            </a:r>
            <a:r>
              <a:rPr lang="en-NZ" sz="1100" b="1" baseline="0" dirty="0">
                <a:latin typeface="Lucida Sans" panose="020B0602030504020204" pitchFamily="34" charset="0"/>
              </a:rPr>
              <a:t> </a:t>
            </a:r>
            <a:r>
              <a:rPr lang="en-NZ" sz="1100" i="1" dirty="0">
                <a:latin typeface="Lucida Sans" panose="020B0602030504020204" pitchFamily="34" charset="0"/>
              </a:rPr>
              <a:t>Cybersecurity Researchers of Waikato</a:t>
            </a:r>
          </a:p>
        </p:txBody>
      </p:sp>
      <p:cxnSp>
        <p:nvCxnSpPr>
          <p:cNvPr id="9" name="Google Shape;11;p1">
            <a:extLst>
              <a:ext uri="{FF2B5EF4-FFF2-40B4-BE49-F238E27FC236}">
                <a16:creationId xmlns:a16="http://schemas.microsoft.com/office/drawing/2014/main" id="{28EB5985-B5C4-DF2C-4F60-F41D8DA21E41}"/>
              </a:ext>
            </a:extLst>
          </p:cNvPr>
          <p:cNvCxnSpPr/>
          <p:nvPr userDrawn="1"/>
        </p:nvCxnSpPr>
        <p:spPr>
          <a:xfrm>
            <a:off x="63750" y="4648985"/>
            <a:ext cx="9016500" cy="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0010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stechnica.com/gadgets/2009/09/ibms-8-core-power7-twice-the-muscle-half-the-transistors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uperscalar_processor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17075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COMPX304-23A</a:t>
            </a:r>
            <a:br>
              <a:rPr lang="en" sz="3200" dirty="0"/>
            </a:br>
            <a:r>
              <a:rPr lang="en" sz="3200" dirty="0"/>
              <a:t>Advanced Networking and Cybersecurity</a:t>
            </a:r>
            <a:endParaRPr sz="3200" dirty="0"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311700" y="2452156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Week 11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Hardware Vulnerabilities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4294967295"/>
          </p:nvPr>
        </p:nvSpPr>
        <p:spPr>
          <a:xfrm>
            <a:off x="310600" y="3395857"/>
            <a:ext cx="8521700" cy="10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Vimal Kumar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Slides: Vimal Kumar, Chris Anderson, </a:t>
            </a:r>
            <a:r>
              <a:rPr lang="en-US" sz="1500" dirty="0" err="1"/>
              <a:t>Panos</a:t>
            </a:r>
            <a:r>
              <a:rPr lang="en-US" sz="1500" dirty="0"/>
              <a:t> </a:t>
            </a:r>
            <a:r>
              <a:rPr lang="en-US" sz="1500" dirty="0" err="1"/>
              <a:t>Patros</a:t>
            </a:r>
            <a:r>
              <a:rPr lang="en-US" sz="1500" dirty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3A86A75C-4F4B-4683-9AE1-C65F6400EC91}">
      <p14:laserTraceLst xmlns:p14="http://schemas.microsoft.com/office/powerpoint/2010/main">
        <p14:tracePtLst>
          <p14:tracePt t="4541" x="0" y="1190625"/>
          <p14:tracePt t="4541" x="6350" y="1190625"/>
          <p14:tracePt t="4541" x="12700" y="1190625"/>
          <p14:tracePt t="4541" x="12700" y="1195388"/>
          <p14:tracePt t="4541" x="17463" y="1195388"/>
          <p14:tracePt t="4541" x="23813" y="1195388"/>
          <p14:tracePt t="4541" x="23813" y="1201738"/>
          <p14:tracePt t="4541" x="23813" y="1208088"/>
          <p14:tracePt t="4541" x="30163" y="1208088"/>
          <p14:tracePt t="4541" x="36513" y="1214438"/>
          <p14:tracePt t="4541" x="41275" y="1214438"/>
          <p14:tracePt t="4541" x="41275" y="1220788"/>
          <p14:tracePt t="4541" x="47625" y="1220788"/>
          <p14:tracePt t="4541" x="53975" y="1220788"/>
          <p14:tracePt t="4541" x="60325" y="1225550"/>
          <p14:tracePt t="4541" x="65088" y="1225550"/>
          <p14:tracePt t="4541" x="65088" y="1231900"/>
          <p14:tracePt t="4541" x="71438" y="1231900"/>
          <p14:tracePt t="4541" x="77788" y="1231900"/>
          <p14:tracePt t="4541" x="84138" y="1238250"/>
          <p14:tracePt t="4541" x="95250" y="1244600"/>
          <p14:tracePt t="4541" x="101600" y="1249363"/>
          <p14:tracePt t="4541" x="107950" y="1249363"/>
          <p14:tracePt t="4541" x="114300" y="1255713"/>
          <p14:tracePt t="4541" x="119063" y="1255713"/>
          <p14:tracePt t="4541" x="131763" y="1262063"/>
          <p14:tracePt t="4541" x="138113" y="1262063"/>
          <p14:tracePt t="4541" x="142875" y="1268413"/>
          <p14:tracePt t="4541" x="149225" y="1268413"/>
          <p14:tracePt t="4541" x="161925" y="1273175"/>
          <p14:tracePt t="4541" x="166688" y="1279525"/>
          <p14:tracePt t="4541" x="173038" y="1279525"/>
          <p14:tracePt t="4541" x="185738" y="1285875"/>
          <p14:tracePt t="4541" x="192088" y="1285875"/>
          <p14:tracePt t="4541" x="203200" y="1292225"/>
          <p14:tracePt t="4541" x="209550" y="1292225"/>
          <p14:tracePt t="4541" x="220663" y="1298575"/>
          <p14:tracePt t="4541" x="227013" y="1298575"/>
          <p14:tracePt t="4541" x="239713" y="1303338"/>
          <p14:tracePt t="4541" x="250825" y="1309688"/>
          <p14:tracePt t="4541" x="263525" y="1309688"/>
          <p14:tracePt t="4541" x="274638" y="1316038"/>
          <p14:tracePt t="4541" x="280988" y="1316038"/>
          <p14:tracePt t="4541" x="298450" y="1322388"/>
          <p14:tracePt t="4541" x="304800" y="1322388"/>
          <p14:tracePt t="4541" x="317500" y="1327150"/>
          <p14:tracePt t="4541" x="322263" y="1327150"/>
          <p14:tracePt t="4541" x="334963" y="1333500"/>
          <p14:tracePt t="4541" x="346075" y="1339850"/>
          <p14:tracePt t="4541" x="365125" y="1339850"/>
          <p14:tracePt t="4541" x="376238" y="1346200"/>
          <p14:tracePt t="4541" x="388938" y="1346200"/>
          <p14:tracePt t="4541" x="400050" y="1350963"/>
          <p14:tracePt t="4541" x="423863" y="1357313"/>
          <p14:tracePt t="4541" x="436563" y="1363663"/>
          <p14:tracePt t="4541" x="449263" y="1363663"/>
          <p14:tracePt t="4541" x="460375" y="1370013"/>
          <p14:tracePt t="4541" x="477838" y="1370013"/>
          <p14:tracePt t="4541" x="490538" y="1376363"/>
          <p14:tracePt t="4541" x="508000" y="1381125"/>
          <p14:tracePt t="4541" x="520700" y="1381125"/>
          <p14:tracePt t="4541" x="531813" y="1381125"/>
          <p14:tracePt t="4541" x="550863" y="1387475"/>
          <p14:tracePt t="4541" x="568325" y="1393825"/>
          <p14:tracePt t="4541" x="585788" y="1393825"/>
          <p14:tracePt t="4541" x="603250" y="1400175"/>
          <p14:tracePt t="4541" x="628650" y="1404938"/>
          <p14:tracePt t="4541" x="646113" y="1411288"/>
          <p14:tracePt t="4541" x="663575" y="1417638"/>
          <p14:tracePt t="4541" x="681038" y="1417638"/>
          <p14:tracePt t="4541" x="700088" y="1423988"/>
          <p14:tracePt t="4541" x="717550" y="1428750"/>
          <p14:tracePt t="4541" x="741363" y="1435100"/>
          <p14:tracePt t="4541" x="758825" y="1435100"/>
          <p14:tracePt t="4541" x="777875" y="1441450"/>
          <p14:tracePt t="4541" x="795338" y="1447800"/>
          <p14:tracePt t="4541" x="819150" y="1447800"/>
          <p14:tracePt t="4541" x="842963" y="1452563"/>
          <p14:tracePt t="4541" x="860425" y="1452563"/>
          <p14:tracePt t="4541" x="885825" y="1458913"/>
          <p14:tracePt t="4541" x="909638" y="1465263"/>
          <p14:tracePt t="4541" x="927100" y="1465263"/>
          <p14:tracePt t="4541" x="950913" y="1471613"/>
          <p14:tracePt t="4541" x="968375" y="1477963"/>
          <p14:tracePt t="4541" x="981075" y="1477963"/>
          <p14:tracePt t="4541" x="1004888" y="1482725"/>
          <p14:tracePt t="4541" x="1035050" y="1489075"/>
          <p14:tracePt t="4541" x="1058863" y="1489075"/>
          <p14:tracePt t="4541" x="1082675" y="1495425"/>
          <p14:tracePt t="4541" x="1123950" y="1506538"/>
          <p14:tracePt t="4541" x="1147763" y="1506538"/>
          <p14:tracePt t="4541" x="1171575" y="1512888"/>
          <p14:tracePt t="4541" x="1201738" y="1519238"/>
          <p14:tracePt t="4541" x="1231900" y="1525588"/>
          <p14:tracePt t="4541" x="1249363" y="1525588"/>
          <p14:tracePt t="4541" x="1279525" y="1530350"/>
          <p14:tracePt t="4541" x="1303338" y="1536700"/>
          <p14:tracePt t="4541" x="1327150" y="1536700"/>
          <p14:tracePt t="4541" x="1357313" y="1543050"/>
          <p14:tracePt t="4541" x="1381125" y="1543050"/>
          <p14:tracePt t="4541" x="1428750" y="1555750"/>
          <p14:tracePt t="4541" x="1458913" y="1560513"/>
          <p14:tracePt t="4541" x="1506538" y="1566863"/>
          <p14:tracePt t="4541" x="1536700" y="1573213"/>
          <p14:tracePt t="4541" x="1566863" y="1573213"/>
          <p14:tracePt t="4541" x="1597025" y="1579563"/>
          <p14:tracePt t="4541" x="1608138" y="1579563"/>
          <p14:tracePt t="4541" x="1638300" y="1584325"/>
          <p14:tracePt t="4541" x="1685925" y="1590675"/>
          <p14:tracePt t="4541" x="1716088" y="1597025"/>
          <p14:tracePt t="4541" x="1752600" y="1603375"/>
          <p14:tracePt t="4541" x="1787525" y="1608138"/>
          <p14:tracePt t="4541" x="1824038" y="1614488"/>
          <p14:tracePt t="4541" x="1847850" y="1614488"/>
          <p14:tracePt t="4541" x="1884363" y="1620838"/>
          <p14:tracePt t="4541" x="1938338" y="1627188"/>
          <p14:tracePt t="4541" x="1973263" y="1633538"/>
          <p14:tracePt t="4541" x="2009775" y="1638300"/>
          <p14:tracePt t="4541" x="2039938" y="1644650"/>
          <p14:tracePt t="4541" x="2074863" y="1644650"/>
          <p14:tracePt t="4541" x="2111375" y="1651000"/>
          <p14:tracePt t="4541" x="2122488" y="1657350"/>
          <p14:tracePt t="4541" x="2165350" y="1657350"/>
          <p14:tracePt t="4541" x="2224088" y="1668463"/>
          <p14:tracePt t="4541" x="2266950" y="1674813"/>
          <p14:tracePt t="4541" x="2301875" y="1674813"/>
          <p14:tracePt t="4541" x="2314575" y="1681163"/>
          <p14:tracePt t="4541" x="2349500" y="1685925"/>
          <p14:tracePt t="4541" x="2416175" y="1692275"/>
          <p14:tracePt t="4541" x="2457450" y="1698625"/>
          <p14:tracePt t="4541" x="2493963" y="1698625"/>
          <p14:tracePt t="4541" x="2505075" y="1704975"/>
          <p14:tracePt t="4541" x="2541588" y="1709738"/>
          <p14:tracePt t="4541" x="2606675" y="1716088"/>
          <p14:tracePt t="4541" x="2643188" y="1722438"/>
          <p14:tracePt t="4541" x="2684463" y="1722438"/>
          <p14:tracePt t="4541" x="2697163" y="1728788"/>
          <p14:tracePt t="4541" x="2733675" y="1735138"/>
          <p14:tracePt t="4541" x="2798763" y="1739900"/>
          <p14:tracePt t="4541" x="2835275" y="1746250"/>
          <p14:tracePt t="4541" x="2889250" y="1752600"/>
          <p14:tracePt t="4541" x="2924175" y="1758950"/>
          <p14:tracePt t="4541" x="2967038" y="1758950"/>
          <p14:tracePt t="4541" x="2990850" y="1763713"/>
          <p14:tracePt t="4541" x="3025775" y="1770063"/>
          <p14:tracePt t="4541" x="3079750" y="1776413"/>
          <p14:tracePt t="4541" x="3116263" y="1782763"/>
          <p14:tracePt t="4541" x="3157538" y="1782763"/>
          <p14:tracePt t="4541" x="3181350" y="1787525"/>
          <p14:tracePt t="4541" x="3217863" y="1793875"/>
          <p14:tracePt t="4541" x="3271838" y="1800225"/>
          <p14:tracePt t="4541" x="3306763" y="1806575"/>
          <p14:tracePt t="4541" x="3349625" y="1806575"/>
          <p14:tracePt t="4541" x="3373438" y="1812925"/>
          <p14:tracePt t="4541" x="3408363" y="1817688"/>
          <p14:tracePt t="4541" x="3462338" y="1824038"/>
          <p14:tracePt t="4541" x="3498850" y="1830388"/>
          <p14:tracePt t="4541" x="3533775" y="1830388"/>
          <p14:tracePt t="4541" x="3563938" y="1836738"/>
          <p14:tracePt t="4541" x="3600450" y="1841500"/>
          <p14:tracePt t="4541" x="3648075" y="1847850"/>
          <p14:tracePt t="4541" x="3689350" y="1854200"/>
          <p14:tracePt t="4541" x="3725863" y="1854200"/>
          <p14:tracePt t="4541" x="3749675" y="1860550"/>
          <p14:tracePt t="4541" x="3790950" y="1865313"/>
          <p14:tracePt t="4541" x="3840163" y="1871663"/>
          <p14:tracePt t="4541" x="3875088" y="1878013"/>
          <p14:tracePt t="4541" x="3916363" y="1884363"/>
          <p14:tracePt t="4541" x="3941763" y="1884363"/>
          <p14:tracePt t="4541" x="3976688" y="1890713"/>
          <p14:tracePt t="4541" x="4030663" y="1895475"/>
          <p14:tracePt t="4541" x="4067175" y="1901825"/>
          <p14:tracePt t="4541" x="4102100" y="1908175"/>
          <p14:tracePt t="4541" x="4132263" y="1908175"/>
          <p14:tracePt t="4541" x="4168775" y="1914525"/>
          <p14:tracePt t="4541" x="4203700" y="1919288"/>
          <p14:tracePt t="4541" x="4216400" y="1919288"/>
          <p14:tracePt t="4541" x="4294188" y="1931988"/>
          <p14:tracePt t="4541" x="4318000" y="1938338"/>
          <p14:tracePt t="4541" x="4329113" y="1938338"/>
          <p14:tracePt t="4541" x="4365625" y="1943100"/>
          <p14:tracePt t="4541" x="4406900" y="1949450"/>
          <p14:tracePt t="4541" x="4443413" y="1949450"/>
          <p14:tracePt t="4541" x="4473575" y="1955800"/>
          <p14:tracePt t="4541" x="4521200" y="1962150"/>
          <p14:tracePt t="4541" x="4551363" y="1966913"/>
          <p14:tracePt t="4541" x="4586288" y="1973263"/>
          <p14:tracePt t="4541" x="4616450" y="1979613"/>
          <p14:tracePt t="4541" x="4629150" y="1979613"/>
          <p14:tracePt t="4541" x="4659313" y="1985963"/>
          <p14:tracePt t="4541" x="4700588" y="1992313"/>
          <p14:tracePt t="4541" x="4737100" y="1997075"/>
          <p14:tracePt t="4541" x="4765675" y="1997075"/>
          <p14:tracePt t="4541" x="4814888" y="2009775"/>
          <p14:tracePt t="4541" x="4843463" y="2009775"/>
          <p14:tracePt t="4541" x="4873625" y="2016125"/>
          <p14:tracePt t="4541" x="4903788" y="2020888"/>
          <p14:tracePt t="4541" x="4916488" y="2020888"/>
          <p14:tracePt t="4541" x="4945063" y="2027238"/>
          <p14:tracePt t="4541" x="4975225" y="2033588"/>
          <p14:tracePt t="4541" x="4994275" y="2033588"/>
          <p14:tracePt t="4541" x="5022850" y="2039938"/>
          <p14:tracePt t="4541" x="5065713" y="2051050"/>
          <p14:tracePt t="4541" x="5095875" y="2051050"/>
          <p14:tracePt t="4541" x="5124450" y="2057400"/>
          <p14:tracePt t="4541" x="5149850" y="2063750"/>
          <p14:tracePt t="4541" x="5173663" y="2070100"/>
          <p14:tracePt t="4541" x="5197475" y="2070100"/>
          <p14:tracePt t="4541" x="5227638" y="2074863"/>
          <p14:tracePt t="4541" x="5251450" y="2081213"/>
          <p14:tracePt t="4541" x="5275263" y="2087563"/>
          <p14:tracePt t="4541" x="5299075" y="2093913"/>
          <p14:tracePt t="4541" x="5322888" y="2098675"/>
          <p14:tracePt t="4541" x="5346700" y="2098675"/>
          <p14:tracePt t="4541" x="5376863" y="2105025"/>
          <p14:tracePt t="4541" x="5418138" y="2117725"/>
          <p14:tracePt t="4541" x="5441950" y="2122488"/>
          <p14:tracePt t="4541" x="5465763" y="2128838"/>
          <p14:tracePt t="4541" x="5478463" y="2128838"/>
          <p14:tracePt t="4541" x="5502275" y="2135188"/>
          <p14:tracePt t="4541" x="5526088" y="2141538"/>
          <p14:tracePt t="4541" x="5549900" y="2147888"/>
          <p14:tracePt t="4541" x="5573713" y="2152650"/>
          <p14:tracePt t="4541" x="5597525" y="2159000"/>
          <p14:tracePt t="4541" x="5614988" y="2165350"/>
          <p14:tracePt t="4541" x="5638800" y="2165350"/>
          <p14:tracePt t="4541" x="5675313" y="2176463"/>
          <p14:tracePt t="4541" x="5699125" y="2182813"/>
          <p14:tracePt t="4541" x="5716588" y="2182813"/>
          <p14:tracePt t="4541" x="5746750" y="2189163"/>
          <p14:tracePt t="4541" x="5759450" y="2195513"/>
          <p14:tracePt t="4541" x="5783263" y="2200275"/>
          <p14:tracePt t="4541" x="5813425" y="2206625"/>
          <p14:tracePt t="4541" x="5830888" y="2212975"/>
          <p14:tracePt t="4541" x="5854700" y="2219325"/>
          <p14:tracePt t="4541" x="5878513" y="2219325"/>
          <p14:tracePt t="4541" x="5902325" y="2224088"/>
          <p14:tracePt t="4541" x="5919788" y="2230438"/>
          <p14:tracePt t="4541" x="5938838" y="2236788"/>
          <p14:tracePt t="4541" x="5962650" y="2236788"/>
          <p14:tracePt t="4541" x="5980113" y="2243138"/>
          <p14:tracePt t="4541" x="6003925" y="2249488"/>
          <p14:tracePt t="4541" x="6022975" y="2249488"/>
          <p14:tracePt t="4541" x="6027738" y="2254250"/>
          <p14:tracePt t="4541" x="6046788" y="2254250"/>
          <p14:tracePt t="4541" x="6064250" y="2260600"/>
          <p14:tracePt t="4541" x="6088063" y="2266950"/>
          <p14:tracePt t="4541" x="6111875" y="2273300"/>
          <p14:tracePt t="4541" x="6129338" y="2278063"/>
          <p14:tracePt t="4541" x="6148388" y="2278063"/>
          <p14:tracePt t="4541" x="6165850" y="2284413"/>
          <p14:tracePt t="4541" x="6183313" y="2284413"/>
          <p14:tracePt t="4541" x="6202363" y="2290763"/>
          <p14:tracePt t="4541" x="6219825" y="2297113"/>
          <p14:tracePt t="4541" x="6237288" y="2297113"/>
          <p14:tracePt t="4541" x="6254750" y="2297113"/>
          <p14:tracePt t="4541" x="6267450" y="2301875"/>
          <p14:tracePt t="4541" x="6284913" y="2308225"/>
          <p14:tracePt t="4541" x="6303963" y="2308225"/>
          <p14:tracePt t="4541" x="6315075" y="2314575"/>
          <p14:tracePt t="4541" x="6332538" y="2314575"/>
          <p14:tracePt t="4541" x="6345238" y="2320925"/>
          <p14:tracePt t="4541" x="6362700" y="2320925"/>
          <p14:tracePt t="4541" x="6375400" y="2327275"/>
          <p14:tracePt t="4541" x="6392863" y="2327275"/>
          <p14:tracePt t="4541" x="6410325" y="2332038"/>
          <p14:tracePt t="4541" x="6423025" y="2332038"/>
          <p14:tracePt t="4541" x="6434138" y="2338388"/>
          <p14:tracePt t="4541" x="6446838" y="2338388"/>
          <p14:tracePt t="4541" x="6464300" y="2344738"/>
          <p14:tracePt t="4541" x="6477000" y="2344738"/>
          <p14:tracePt t="4541" x="6488113" y="2351088"/>
          <p14:tracePt t="4541" x="6511925" y="2351088"/>
          <p14:tracePt t="4541" x="6530975" y="2355850"/>
          <p14:tracePt t="4541" x="6542088" y="2355850"/>
          <p14:tracePt t="4541" x="6554788" y="2362200"/>
          <p14:tracePt t="4541" x="6572250" y="2362200"/>
          <p14:tracePt t="4541" x="6584950" y="2368550"/>
          <p14:tracePt t="4541" x="6596063" y="2368550"/>
          <p14:tracePt t="4541" x="6613525" y="2374900"/>
          <p14:tracePt t="4541" x="6626225" y="2374900"/>
          <p14:tracePt t="4541" x="6643688" y="2379663"/>
          <p14:tracePt t="4541" x="6673850" y="2386013"/>
          <p14:tracePt t="4541" x="6686550" y="2386013"/>
          <p14:tracePt t="4541" x="6697663" y="2392363"/>
          <p14:tracePt t="4541" x="6716713" y="2392363"/>
          <p14:tracePt t="4541" x="6721475" y="2392363"/>
          <p14:tracePt t="4541" x="6734175" y="2398713"/>
          <p14:tracePt t="4541" x="6751638" y="2398713"/>
          <p14:tracePt t="4541" x="6764338" y="2405063"/>
          <p14:tracePt t="4541" x="6775450" y="2405063"/>
          <p14:tracePt t="4541" x="6788150" y="2405063"/>
          <p14:tracePt t="4541" x="6805613" y="2409825"/>
          <p14:tracePt t="4541" x="6818313" y="2409825"/>
          <p14:tracePt t="4541" x="6829425" y="2416175"/>
          <p14:tracePt t="4541" x="6853238" y="2416175"/>
          <p14:tracePt t="4541" x="6865938" y="2422525"/>
          <p14:tracePt t="4541" x="6877050" y="2422525"/>
          <p14:tracePt t="4541" x="6896100" y="2428875"/>
          <p14:tracePt t="4541" x="6907213" y="2428875"/>
          <p14:tracePt t="4541" x="6919913" y="2433638"/>
          <p14:tracePt t="4541" x="6931025" y="2433638"/>
          <p14:tracePt t="4541" x="6943725" y="2433638"/>
          <p14:tracePt t="4541" x="6954838" y="2433638"/>
          <p14:tracePt t="4541" x="6967538" y="2439988"/>
          <p14:tracePt t="4541" x="6978650" y="2439988"/>
          <p14:tracePt t="4541" x="6997700" y="2446338"/>
          <p14:tracePt t="4541" x="7008813" y="2446338"/>
          <p14:tracePt t="4541" x="7021513" y="2446338"/>
          <p14:tracePt t="4541" x="7032625" y="2452688"/>
          <p14:tracePt t="4541" x="7050088" y="2452688"/>
          <p14:tracePt t="4541" x="7075488" y="2457450"/>
          <p14:tracePt t="4541" x="7086600" y="2457450"/>
          <p14:tracePt t="4541" x="7099300" y="2457450"/>
          <p14:tracePt t="4541" x="7110413" y="2463800"/>
          <p14:tracePt t="4541" x="7123113" y="2463800"/>
          <p14:tracePt t="4541" x="7140575" y="2470150"/>
          <p14:tracePt t="4541" x="7153275" y="2470150"/>
          <p14:tracePt t="4541" x="7158038" y="2470150"/>
          <p14:tracePt t="4541" x="7177088" y="2470150"/>
          <p14:tracePt t="4541" x="7188200" y="2476500"/>
          <p14:tracePt t="4541" x="7200900" y="2476500"/>
          <p14:tracePt t="4541" x="7218363" y="2481263"/>
          <p14:tracePt t="4541" x="7231063" y="2481263"/>
          <p14:tracePt t="4541" x="7242175" y="2481263"/>
          <p14:tracePt t="4541" x="7254875" y="2487613"/>
          <p14:tracePt t="4541" x="7278688" y="2487613"/>
          <p14:tracePt t="4541" x="7289800" y="2493963"/>
          <p14:tracePt t="4541" x="7302500" y="2493963"/>
          <p14:tracePt t="4541" x="7319963" y="2500313"/>
          <p14:tracePt t="4541" x="7332663" y="2500313"/>
          <p14:tracePt t="4541" x="7343775" y="2500313"/>
          <p14:tracePt t="4541" x="7361238" y="2506663"/>
          <p14:tracePt t="4541" x="7373938" y="2506663"/>
          <p14:tracePt t="4541" x="7380288" y="2506663"/>
          <p14:tracePt t="4541" x="7391400" y="2511425"/>
          <p14:tracePt t="4541" x="7410450" y="2511425"/>
          <p14:tracePt t="4541" x="7421563" y="2511425"/>
          <p14:tracePt t="4541" x="7434263" y="2517775"/>
          <p14:tracePt t="4541" x="7451725" y="2517775"/>
          <p14:tracePt t="4541" x="7462838" y="2517775"/>
          <p14:tracePt t="4541" x="7481888" y="2524125"/>
          <p14:tracePt t="4541" x="7499350" y="2530475"/>
          <p14:tracePt t="4541" x="7512050" y="2530475"/>
          <p14:tracePt t="4541" x="7523163" y="2530475"/>
          <p14:tracePt t="4541" x="7540625" y="2535238"/>
          <p14:tracePt t="4541" x="7553325" y="2535238"/>
          <p14:tracePt t="4541" x="7570788" y="2541588"/>
          <p14:tracePt t="4541" x="7583488" y="2541588"/>
          <p14:tracePt t="4541" x="7600950" y="2547938"/>
          <p14:tracePt t="4541" x="7607300" y="2547938"/>
          <p14:tracePt t="4541" x="7618413" y="2547938"/>
          <p14:tracePt t="4541" x="7631113" y="2547938"/>
          <p14:tracePt t="4541" x="7661275" y="2559050"/>
          <p14:tracePt t="4541" x="7678738" y="2559050"/>
          <p14:tracePt t="4541" x="7691438" y="2559050"/>
          <p14:tracePt t="4541" x="7702550" y="2565400"/>
          <p14:tracePt t="4541" x="7720013" y="2565400"/>
          <p14:tracePt t="4541" x="7739063" y="2571750"/>
          <p14:tracePt t="4541" x="7750175" y="2571750"/>
          <p14:tracePt t="4541" x="7769225" y="2571750"/>
          <p14:tracePt t="4541" x="7780338" y="2578100"/>
          <p14:tracePt t="4541" x="7797800" y="2578100"/>
          <p14:tracePt t="4541" x="7816850" y="2584450"/>
          <p14:tracePt t="4541" x="7827963" y="2584450"/>
          <p14:tracePt t="4541" x="7840663" y="2584450"/>
          <p14:tracePt t="4541" x="7858125" y="2589213"/>
          <p14:tracePt t="4541" x="7875588" y="2589213"/>
          <p14:tracePt t="4541" x="7888288" y="2595563"/>
          <p14:tracePt t="4541" x="7905750" y="2595563"/>
          <p14:tracePt t="4541" x="7918450" y="2601913"/>
          <p14:tracePt t="4541" x="7935913" y="2601913"/>
          <p14:tracePt t="4541" x="7948613" y="2601913"/>
          <p14:tracePt t="4541" x="7966075" y="2608263"/>
          <p14:tracePt t="4541" x="7983538" y="2608263"/>
          <p14:tracePt t="4541" x="8001000" y="2608263"/>
          <p14:tracePt t="4541" x="8007350" y="2613025"/>
          <p14:tracePt t="4541" x="8026400" y="2613025"/>
          <p14:tracePt t="4541" x="8043863" y="2613025"/>
          <p14:tracePt t="4541" x="8054975" y="2619375"/>
          <p14:tracePt t="4541" x="8074025" y="2619375"/>
          <p14:tracePt t="4541" x="8091488" y="2619375"/>
          <p14:tracePt t="4541" x="8115300" y="2625725"/>
          <p14:tracePt t="4541" x="8128000" y="2625725"/>
          <p14:tracePt t="4541" x="8139113" y="2625725"/>
          <p14:tracePt t="4541" x="8156575" y="2625725"/>
          <p14:tracePt t="4541" x="8175625" y="2632075"/>
          <p14:tracePt t="4541" x="8186738" y="2632075"/>
          <p14:tracePt t="4541" x="8205788" y="2632075"/>
          <p14:tracePt t="4541" x="8223250" y="2632075"/>
          <p14:tracePt t="4541" x="8240713" y="2636838"/>
          <p14:tracePt t="4541" x="8253413" y="2636838"/>
          <p14:tracePt t="4541" x="8270875" y="2636838"/>
          <p14:tracePt t="4541" x="8288338" y="2636838"/>
          <p14:tracePt t="4541" x="8301038" y="2636838"/>
          <p14:tracePt t="4541" x="8318500" y="2643188"/>
          <p14:tracePt t="4541" x="8331200" y="2643188"/>
          <p14:tracePt t="4541" x="8342313" y="2643188"/>
          <p14:tracePt t="4541" x="8355013" y="2643188"/>
          <p14:tracePt t="4541" x="8372475" y="2643188"/>
          <p14:tracePt t="4541" x="8385175" y="2643188"/>
          <p14:tracePt t="4541" x="8402638" y="2643188"/>
          <p14:tracePt t="4541" x="8413750" y="2643188"/>
          <p14:tracePt t="4541" x="8437563" y="2643188"/>
          <p14:tracePt t="4541" x="8456613" y="2643188"/>
          <p14:tracePt t="4541" x="8467725" y="2643188"/>
          <p14:tracePt t="4541" x="8480425" y="2643188"/>
          <p14:tracePt t="4541" x="8491538" y="2649538"/>
          <p14:tracePt t="4541" x="8504238" y="2649538"/>
          <p14:tracePt t="4541" x="8521700" y="2649538"/>
          <p14:tracePt t="4541" x="8534400" y="2649538"/>
          <p14:tracePt t="4541" x="8545513" y="2649538"/>
          <p14:tracePt t="4541" x="8558213" y="2649538"/>
          <p14:tracePt t="4541" x="8569325" y="2649538"/>
          <p14:tracePt t="4541" x="8582025" y="2649538"/>
          <p14:tracePt t="4541" x="8593138" y="2649538"/>
          <p14:tracePt t="4541" x="8616950" y="2649538"/>
          <p14:tracePt t="4541" x="8629650" y="2649538"/>
          <p14:tracePt t="4541" x="8647113" y="2649538"/>
          <p14:tracePt t="4541" x="8653463" y="2649538"/>
          <p14:tracePt t="4541" x="8670925" y="2649538"/>
          <p14:tracePt t="4541" x="8683625" y="2649538"/>
          <p14:tracePt t="4541" x="8689975" y="2649538"/>
          <p14:tracePt t="4541" x="8701088" y="2649538"/>
          <p14:tracePt t="4541" x="8713788" y="2649538"/>
          <p14:tracePt t="4541" x="8724900" y="2649538"/>
          <p14:tracePt t="4541" x="8737600" y="2655888"/>
          <p14:tracePt t="4541" x="8748713" y="2655888"/>
          <p14:tracePt t="4541" x="8761413" y="2655888"/>
          <p14:tracePt t="4541" x="8772525" y="2655888"/>
          <p14:tracePt t="4541" x="8778875" y="2655888"/>
          <p14:tracePt t="4541" x="8791575" y="2655888"/>
          <p14:tracePt t="4541" x="8802688" y="2655888"/>
          <p14:tracePt t="4541" x="8815388" y="2655888"/>
          <p14:tracePt t="4541" x="8821738" y="2655888"/>
          <p14:tracePt t="4541" x="8832850" y="2655888"/>
          <p14:tracePt t="4541" x="8845550" y="2655888"/>
          <p14:tracePt t="4541" x="8856663" y="2655888"/>
          <p14:tracePt t="4541" x="8869363" y="2655888"/>
          <p14:tracePt t="4541" x="8893175" y="2655888"/>
          <p14:tracePt t="4541" x="8904288" y="2655888"/>
          <p14:tracePt t="4541" x="8910638" y="2662238"/>
          <p14:tracePt t="4541" x="8923338" y="2662238"/>
          <p14:tracePt t="4541" x="8934450" y="2662238"/>
          <p14:tracePt t="4541" x="8947150" y="2662238"/>
          <p14:tracePt t="4541" x="8951913" y="2662238"/>
          <p14:tracePt t="4541" x="8964613" y="2662238"/>
          <p14:tracePt t="4541" x="8977313" y="2662238"/>
          <p14:tracePt t="4541" x="8982075" y="2667000"/>
          <p14:tracePt t="4541" x="8994775" y="2667000"/>
          <p14:tracePt t="4541" x="9001125" y="2667000"/>
          <p14:tracePt t="4541" x="9012238" y="2667000"/>
          <p14:tracePt t="4541" x="9018588" y="2667000"/>
          <p14:tracePt t="4541" x="9029700" y="2667000"/>
          <p14:tracePt t="4541" x="9042400" y="2667000"/>
          <p14:tracePt t="4541" x="9048750" y="2673350"/>
          <p14:tracePt t="4541" x="9059863" y="2673350"/>
          <p14:tracePt t="4541" x="9072563" y="2673350"/>
          <p14:tracePt t="4541" x="9083675" y="2673350"/>
          <p14:tracePt t="4541" x="9090025" y="2673350"/>
          <p14:tracePt t="4541" x="9096375" y="2673350"/>
          <p14:tracePt t="4541" x="9107488" y="2679700"/>
          <p14:tracePt t="4541" x="9131300" y="2679700"/>
          <p14:tracePt t="4541" x="9137650" y="2679700"/>
          <p14:tracePt t="4541" x="9102725" y="2511425"/>
          <p14:tracePt t="4541" x="9083675" y="2506663"/>
          <p14:tracePt t="4541" x="9048750" y="2500313"/>
          <p14:tracePt t="4541" x="9024938" y="2500313"/>
          <p14:tracePt t="4541" x="9001125" y="2500313"/>
          <p14:tracePt t="4541" x="8970963" y="2493963"/>
          <p14:tracePt t="4541" x="8958263" y="2493963"/>
          <p14:tracePt t="4541" x="8934450" y="2487613"/>
          <p14:tracePt t="4541" x="8910638" y="2487613"/>
          <p14:tracePt t="4541" x="8880475" y="2481263"/>
          <p14:tracePt t="4541" x="8845550" y="2476500"/>
          <p14:tracePt t="4541" x="8815388" y="2476500"/>
          <p14:tracePt t="4541" x="8791575" y="2470150"/>
          <p14:tracePt t="4541" x="8755063" y="2470150"/>
          <p14:tracePt t="4541" x="8724900" y="2463800"/>
          <p14:tracePt t="4541" x="8701088" y="2463800"/>
          <p14:tracePt t="4541" x="8670925" y="2457450"/>
          <p14:tracePt t="4541" x="8636000" y="2452688"/>
          <p14:tracePt t="4541" x="8575675" y="2446338"/>
          <p14:tracePt t="4541" x="8540750" y="2439988"/>
          <p14:tracePt t="4541" x="8515350" y="2439988"/>
          <p14:tracePt t="4541" x="8480425" y="2433638"/>
          <p14:tracePt t="4541" x="8450263" y="2428875"/>
          <p14:tracePt t="4541" x="8413750" y="2428875"/>
          <p14:tracePt t="4541" x="8389938" y="2422525"/>
          <p14:tracePt t="4541" x="8324850" y="2416175"/>
          <p14:tracePt t="4541" x="8288338" y="2409825"/>
          <p14:tracePt t="4541" x="8264525" y="2409825"/>
          <p14:tracePt t="4541" x="8199438" y="2398713"/>
          <p14:tracePt t="4541" x="8156575" y="2398713"/>
          <p14:tracePt t="4541" x="8132763" y="2392363"/>
          <p14:tracePt t="4541" x="8067675" y="2386013"/>
          <p14:tracePt t="4541" x="8026400" y="2379663"/>
          <p14:tracePt t="4541" x="8007350" y="2374900"/>
          <p14:tracePt t="4541" x="7942263" y="2368550"/>
          <p14:tracePt t="4541" x="7899400" y="2362200"/>
          <p14:tracePt t="4541" x="7875588" y="2362200"/>
          <p14:tracePt t="4541" x="7810500" y="2351088"/>
          <p14:tracePt t="4541" x="7762875" y="2344738"/>
          <p14:tracePt t="4541" x="7743825" y="2344738"/>
          <p14:tracePt t="4541" x="7678738" y="2338388"/>
          <p14:tracePt t="4541" x="7631113" y="2332038"/>
          <p14:tracePt t="4541" x="7613650" y="2327275"/>
          <p14:tracePt t="4541" x="7546975" y="2320925"/>
          <p14:tracePt t="4541" x="7475538" y="2314575"/>
          <p14:tracePt t="4541" x="7427913" y="2308225"/>
          <p14:tracePt t="4541" x="7410450" y="2301875"/>
          <p14:tracePt t="4541" x="7350125" y="2297113"/>
          <p14:tracePt t="4541" x="7278688" y="2290763"/>
          <p14:tracePt t="4541" x="7231063" y="2284413"/>
          <p14:tracePt t="4541" x="7194550" y="2278063"/>
          <p14:tracePt t="4541" x="7123113" y="2273300"/>
          <p14:tracePt t="4541" x="7075488" y="2266950"/>
          <p14:tracePt t="4541" x="7045325" y="2266950"/>
          <p14:tracePt t="4541" x="6973888" y="2254250"/>
          <p14:tracePt t="4541" x="6919913" y="2254250"/>
          <p14:tracePt t="4541" x="6896100" y="2249488"/>
          <p14:tracePt t="4541" x="6818313" y="2243138"/>
          <p14:tracePt t="4541" x="6740525" y="2230438"/>
          <p14:tracePt t="4541" x="6691313" y="2230438"/>
          <p14:tracePt t="4541" x="6667500" y="2224088"/>
          <p14:tracePt t="4541" x="6589713" y="2219325"/>
          <p14:tracePt t="4541" x="6537325" y="2212975"/>
          <p14:tracePt t="4541" x="6511925" y="2212975"/>
          <p14:tracePt t="4541" x="6434138" y="2200275"/>
          <p14:tracePt t="4541" x="6386513" y="2195513"/>
          <p14:tracePt t="4541" x="6308725" y="2189163"/>
          <p14:tracePt t="4541" x="6284913" y="2189163"/>
          <p14:tracePt t="4541" x="6207125" y="2176463"/>
          <p14:tracePt t="4541" x="6159500" y="2176463"/>
          <p14:tracePt t="4541" x="6129338" y="2171700"/>
          <p14:tracePt t="4541" x="6057900" y="2165350"/>
          <p14:tracePt t="4541" x="5980113" y="2159000"/>
          <p14:tracePt t="4541" x="5926138" y="2152650"/>
          <p14:tracePt t="4541" x="5902325" y="2152650"/>
          <p14:tracePt t="4541" x="5830888" y="2141538"/>
          <p14:tracePt t="4541" x="5753100" y="2135188"/>
          <p14:tracePt t="4541" x="5705475" y="2128838"/>
          <p14:tracePt t="4541" x="5675313" y="2128838"/>
          <p14:tracePt t="4541" x="5597525" y="2122488"/>
          <p14:tracePt t="4541" x="5472113" y="2111375"/>
          <p14:tracePt t="4541" x="5448300" y="2105025"/>
          <p14:tracePt t="4541" x="5370513" y="2098675"/>
          <p14:tracePt t="4541" x="5322888" y="2093913"/>
          <p14:tracePt t="4541" x="5245100" y="2087563"/>
          <p14:tracePt t="4541" x="5221288" y="2087563"/>
          <p14:tracePt t="4541" x="5143500" y="2074863"/>
          <p14:tracePt t="4541" x="5089525" y="2074863"/>
          <p14:tracePt t="4541" x="5018088" y="2063750"/>
          <p14:tracePt t="4541" x="4994275" y="2063750"/>
          <p14:tracePt t="4541" x="4916488" y="2051050"/>
          <p14:tracePt t="4541" x="4838700" y="2044700"/>
          <p14:tracePt t="4541" x="4791075" y="2039938"/>
          <p14:tracePt t="4541" x="4760913" y="2039938"/>
          <p14:tracePt t="4541" x="4687888" y="2027238"/>
          <p14:tracePt t="4541" x="4610100" y="2020888"/>
          <p14:tracePt t="4541" x="4562475" y="2009775"/>
          <p14:tracePt t="4541" x="4533900" y="2009775"/>
          <p14:tracePt t="4541" x="4460875" y="1997075"/>
          <p14:tracePt t="4541" x="4383088" y="1985963"/>
          <p14:tracePt t="4541" x="4335463" y="1979613"/>
          <p14:tracePt t="4541" x="4305300" y="1979613"/>
          <p14:tracePt t="4541" x="4233863" y="1966913"/>
          <p14:tracePt t="4541" x="4156075" y="1955800"/>
          <p14:tracePt t="4541" x="4102100" y="1949450"/>
          <p14:tracePt t="4541" x="4078288" y="1943100"/>
          <p14:tracePt t="4541" x="4006850" y="1938338"/>
          <p14:tracePt t="4541" x="3929063" y="1925638"/>
          <p14:tracePt t="4541" x="3875088" y="1919288"/>
          <p14:tracePt t="4541" x="3851275" y="1919288"/>
          <p14:tracePt t="4541" x="3779838" y="1908175"/>
          <p14:tracePt t="4541" x="3702050" y="1901825"/>
          <p14:tracePt t="4541" x="3648075" y="1895475"/>
          <p14:tracePt t="4541" x="3624263" y="1890713"/>
          <p14:tracePt t="4541" x="3546475" y="1884363"/>
          <p14:tracePt t="4541" x="3498850" y="1878013"/>
          <p14:tracePt t="4541" x="3475038" y="1878013"/>
          <p14:tracePt t="4541" x="3397250" y="1871663"/>
          <p14:tracePt t="4541" x="3319463" y="1860550"/>
          <p14:tracePt t="4541" x="3271838" y="1854200"/>
          <p14:tracePt t="4541" x="3248025" y="1854200"/>
          <p14:tracePt t="4541" x="3170238" y="1847850"/>
          <p14:tracePt t="4541" x="3116263" y="1841500"/>
          <p14:tracePt t="4541" x="3092450" y="1841500"/>
          <p14:tracePt t="4541" x="3019425" y="1836738"/>
          <p14:tracePt t="4541" x="2967038" y="1830388"/>
          <p14:tracePt t="4541" x="2941638" y="1824038"/>
          <p14:tracePt t="4541" x="2863850" y="1817688"/>
          <p14:tracePt t="4541" x="2816225" y="1812925"/>
          <p14:tracePt t="4541" x="2792413" y="1812925"/>
          <p14:tracePt t="4541" x="2744788" y="1806575"/>
          <p14:tracePt t="4541" x="2714625" y="1806575"/>
          <p14:tracePt t="4541" x="2636838" y="1800225"/>
          <p14:tracePt t="4541" x="2595563" y="1793875"/>
          <p14:tracePt t="4541" x="2565400" y="1793875"/>
          <p14:tracePt t="4541" x="2524125" y="1787525"/>
          <p14:tracePt t="4541" x="2487613" y="1782763"/>
          <p14:tracePt t="4541" x="2416175" y="1776413"/>
          <p14:tracePt t="4541" x="2374900" y="1776413"/>
          <p14:tracePt t="4541" x="2332038" y="1770063"/>
          <p14:tracePt t="4541" x="2290763" y="1763713"/>
          <p14:tracePt t="4541" x="2266950" y="1763713"/>
          <p14:tracePt t="4541" x="2224088" y="1758950"/>
          <p14:tracePt t="4541" x="2182813" y="1752600"/>
          <p14:tracePt t="4541" x="2146300" y="1752600"/>
          <p14:tracePt t="4541" x="2111375" y="1746250"/>
          <p14:tracePt t="4541" x="2074863" y="1739900"/>
          <p14:tracePt t="4541" x="2020888" y="1739900"/>
          <p14:tracePt t="4541" x="1985963" y="1735138"/>
          <p14:tracePt t="4541" x="1949450" y="1728788"/>
          <p14:tracePt t="4541" x="1919288" y="1728788"/>
          <p14:tracePt t="4541" x="1884363" y="1722438"/>
          <p14:tracePt t="4541" x="1854200" y="1716088"/>
          <p14:tracePt t="4541" x="1830388" y="1716088"/>
          <p14:tracePt t="4541" x="1793875" y="1709738"/>
          <p14:tracePt t="4541" x="1733550" y="1704975"/>
          <p14:tracePt t="4541" x="1704975" y="1698625"/>
          <p14:tracePt t="4541" x="1668463" y="1692275"/>
          <p14:tracePt t="4541" x="1644650" y="1685925"/>
          <p14:tracePt t="4541" x="1614488" y="1685925"/>
          <p14:tracePt t="4541" x="1584325" y="1681163"/>
          <p14:tracePt t="4541" x="1554163" y="1674813"/>
          <p14:tracePt t="4541" x="1525588" y="1668463"/>
          <p14:tracePt t="4541" x="1495425" y="1668463"/>
          <p14:tracePt t="4541" x="1465263" y="1662113"/>
          <p14:tracePt t="4541" x="1435100" y="1657350"/>
          <p14:tracePt t="4541" x="1404938" y="1657350"/>
          <p14:tracePt t="4541" x="1370013" y="1651000"/>
          <p14:tracePt t="4541" x="1346200" y="1644650"/>
          <p14:tracePt t="4541" x="1322388" y="1638300"/>
          <p14:tracePt t="4541" x="1292225" y="1633538"/>
          <p14:tracePt t="4541" x="1285875" y="1633538"/>
          <p14:tracePt t="4541" x="1255713" y="1627188"/>
          <p14:tracePt t="4541" x="1231900" y="1627188"/>
          <p14:tracePt t="4541" x="1201738" y="1620838"/>
          <p14:tracePt t="4541" x="1166813" y="1614488"/>
          <p14:tracePt t="4541" x="1143000" y="1608138"/>
          <p14:tracePt t="4541" x="1117600" y="1608138"/>
          <p14:tracePt t="4541" x="1093788" y="1603375"/>
          <p14:tracePt t="4541" x="1082675" y="1597025"/>
          <p14:tracePt t="4541" x="1058863" y="1597025"/>
          <p14:tracePt t="4541" x="1035050" y="1590675"/>
          <p14:tracePt t="4541" x="987425" y="1579563"/>
          <p14:tracePt t="4541" x="968375" y="1579563"/>
          <p14:tracePt t="4541" x="944563" y="1573213"/>
          <p14:tracePt t="4541" x="920750" y="1566863"/>
          <p14:tracePt t="4541" x="903288" y="1566863"/>
          <p14:tracePt t="4541" x="885825" y="1560513"/>
          <p14:tracePt t="4541" x="860425" y="1555750"/>
          <p14:tracePt t="4541" x="836613" y="1549400"/>
          <p14:tracePt t="4541" x="819150" y="1549400"/>
          <p14:tracePt t="4541" x="801688" y="1543050"/>
          <p14:tracePt t="4541" x="777875" y="1536700"/>
          <p14:tracePt t="4541" x="771525" y="1536700"/>
          <p14:tracePt t="4541" x="754063" y="1530350"/>
          <p14:tracePt t="4541" x="730250" y="1525588"/>
          <p14:tracePt t="4541" x="711200" y="1525588"/>
          <p14:tracePt t="4541" x="687388" y="1519238"/>
          <p14:tracePt t="4541" x="669925" y="1519238"/>
          <p14:tracePt t="4541" x="652463" y="1512888"/>
          <p14:tracePt t="4541" x="633413" y="1506538"/>
          <p14:tracePt t="4541" x="615950" y="1506538"/>
          <p14:tracePt t="4541" x="598488" y="1501775"/>
          <p14:tracePt t="4541" x="579438" y="1495425"/>
          <p14:tracePt t="4541" x="561975" y="1495425"/>
          <p14:tracePt t="4541" x="544513" y="1489075"/>
          <p14:tracePt t="4541" x="531813" y="1482725"/>
          <p14:tracePt t="4541" x="514350" y="1482725"/>
          <p14:tracePt t="4541" x="484188" y="1477963"/>
          <p14:tracePt t="4541" x="477838" y="1471613"/>
          <p14:tracePt t="4541" x="460375" y="1471613"/>
          <p14:tracePt t="4541" x="449263" y="1465263"/>
          <p14:tracePt t="4541" x="430213" y="1458913"/>
          <p14:tracePt t="4541" x="419100" y="1458913"/>
          <p14:tracePt t="4541" x="400050" y="1452563"/>
          <p14:tracePt t="4541" x="388938" y="1452563"/>
          <p14:tracePt t="4541" x="376238" y="1447800"/>
          <p14:tracePt t="4541" x="365125" y="1447800"/>
          <p14:tracePt t="4541" x="352425" y="1441450"/>
          <p14:tracePt t="4541" x="341313" y="1435100"/>
          <p14:tracePt t="4541" x="328613" y="1435100"/>
          <p14:tracePt t="4541" x="317500" y="1428750"/>
          <p14:tracePt t="4541" x="298450" y="1428750"/>
          <p14:tracePt t="4541" x="287338" y="1428750"/>
          <p14:tracePt t="4541" x="269875" y="1417638"/>
          <p14:tracePt t="4541" x="263525" y="1417638"/>
          <p14:tracePt t="4541" x="250825" y="1417638"/>
          <p14:tracePt t="4541" x="244475" y="1411288"/>
          <p14:tracePt t="4541" x="233363" y="1411288"/>
          <p14:tracePt t="4541" x="220663" y="1404938"/>
          <p14:tracePt t="4541" x="209550" y="1404938"/>
          <p14:tracePt t="4541" x="203200" y="1400175"/>
          <p14:tracePt t="4541" x="192088" y="1400175"/>
          <p14:tracePt t="4541" x="185738" y="1393825"/>
          <p14:tracePt t="4541" x="173038" y="1393825"/>
          <p14:tracePt t="4541" x="166688" y="1393825"/>
          <p14:tracePt t="4541" x="161925" y="1387475"/>
          <p14:tracePt t="4541" x="149225" y="1387475"/>
          <p14:tracePt t="4541" x="138113" y="1381125"/>
          <p14:tracePt t="4541" x="125413" y="1376363"/>
          <p14:tracePt t="4541" x="119063" y="1376363"/>
          <p14:tracePt t="4541" x="114300" y="1370013"/>
          <p14:tracePt t="4541" x="101600" y="1370013"/>
          <p14:tracePt t="4541" x="101600" y="1363663"/>
          <p14:tracePt t="4541" x="90488" y="1363663"/>
          <p14:tracePt t="4541" x="84138" y="1363663"/>
          <p14:tracePt t="4541" x="77788" y="1357313"/>
          <p14:tracePt t="4541" x="71438" y="1357313"/>
          <p14:tracePt t="4541" x="65088" y="1350963"/>
          <p14:tracePt t="4541" x="60325" y="1350963"/>
          <p14:tracePt t="4541" x="53975" y="1346200"/>
          <p14:tracePt t="4541" x="47625" y="1346200"/>
          <p14:tracePt t="4541" x="41275" y="1339850"/>
          <p14:tracePt t="4541" x="36513" y="1339850"/>
          <p14:tracePt t="4541" x="30163" y="1339850"/>
          <p14:tracePt t="4541" x="23813" y="1333500"/>
          <p14:tracePt t="4541" x="17463" y="1333500"/>
          <p14:tracePt t="4541" x="17463" y="1327150"/>
          <p14:tracePt t="4541" x="12700" y="1327150"/>
          <p14:tracePt t="4541" x="6350" y="1327150"/>
          <p14:tracePt t="4541" x="0" y="1322388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1B5ADB-C2B5-60DE-53F4-AC2655AE2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656" y="1113599"/>
            <a:ext cx="2781300" cy="1968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C58B634-DE78-2D1D-927E-D4D29243E0E0}"/>
              </a:ext>
            </a:extLst>
          </p:cNvPr>
          <p:cNvSpPr/>
          <p:nvPr/>
        </p:nvSpPr>
        <p:spPr>
          <a:xfrm>
            <a:off x="4301412" y="1718792"/>
            <a:ext cx="466530" cy="53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F39AD6-1583-C66F-487E-D680212DD1E0}"/>
              </a:ext>
            </a:extLst>
          </p:cNvPr>
          <p:cNvSpPr/>
          <p:nvPr/>
        </p:nvSpPr>
        <p:spPr>
          <a:xfrm>
            <a:off x="4310743" y="2342647"/>
            <a:ext cx="466530" cy="53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 descr="Related image">
            <a:extLst>
              <a:ext uri="{FF2B5EF4-FFF2-40B4-BE49-F238E27FC236}">
                <a16:creationId xmlns:a16="http://schemas.microsoft.com/office/drawing/2014/main" id="{6D09904A-B9A9-258B-8C98-0E03AFA69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190" y="2339548"/>
            <a:ext cx="556339" cy="63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398655-C2AB-CB8C-3275-CCF9A9B54D29}"/>
              </a:ext>
            </a:extLst>
          </p:cNvPr>
          <p:cNvSpPr txBox="1"/>
          <p:nvPr/>
        </p:nvSpPr>
        <p:spPr>
          <a:xfrm>
            <a:off x="5704502" y="3082099"/>
            <a:ext cx="8522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Guard with </a:t>
            </a:r>
          </a:p>
          <a:p>
            <a:r>
              <a:rPr lang="en-US" sz="1000" dirty="0"/>
              <a:t>Memory </a:t>
            </a:r>
          </a:p>
          <a:p>
            <a:r>
              <a:rPr lang="en-US" sz="1000" dirty="0"/>
              <a:t>Eraser</a:t>
            </a:r>
          </a:p>
        </p:txBody>
      </p:sp>
    </p:spTree>
    <p:extLst>
      <p:ext uri="{BB962C8B-B14F-4D97-AF65-F5344CB8AC3E}">
        <p14:creationId xmlns:p14="http://schemas.microsoft.com/office/powerpoint/2010/main" val="129148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5CE6-B68A-5E46-9F41-A8B36CF8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Channel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3A10D-2D7F-D83B-A601-58B7CFDCF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channel attacks</a:t>
            </a:r>
          </a:p>
          <a:p>
            <a:pPr lvl="1"/>
            <a:r>
              <a:rPr lang="en-US" dirty="0"/>
              <a:t>Attacker uses the specified communication channel for attack</a:t>
            </a:r>
          </a:p>
          <a:p>
            <a:pPr lvl="1"/>
            <a:endParaRPr lang="en-US" dirty="0"/>
          </a:p>
          <a:p>
            <a:r>
              <a:rPr lang="en-US" dirty="0"/>
              <a:t>Side channel attacks</a:t>
            </a:r>
          </a:p>
          <a:p>
            <a:pPr lvl="1"/>
            <a:r>
              <a:rPr lang="en-US" dirty="0"/>
              <a:t>The attacker uses unspecified input and output channels to convey system information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Timing</a:t>
            </a:r>
          </a:p>
          <a:p>
            <a:pPr lvl="2"/>
            <a:r>
              <a:rPr lang="en-US" dirty="0"/>
              <a:t>Disk Usage</a:t>
            </a:r>
          </a:p>
          <a:p>
            <a:pPr lvl="2"/>
            <a:r>
              <a:rPr lang="en-US" dirty="0"/>
              <a:t>Memory Usage</a:t>
            </a:r>
          </a:p>
          <a:p>
            <a:pPr lvl="2"/>
            <a:r>
              <a:rPr lang="en-US" dirty="0"/>
              <a:t>Sound</a:t>
            </a:r>
          </a:p>
          <a:p>
            <a:pPr lvl="2"/>
            <a:r>
              <a:rPr lang="en-US" dirty="0"/>
              <a:t>Power consumption</a:t>
            </a:r>
          </a:p>
          <a:p>
            <a:pPr lvl="2"/>
            <a:r>
              <a:rPr lang="en-US" dirty="0"/>
              <a:t>Cache Usage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67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Cache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513184" y="1268015"/>
            <a:ext cx="4432916" cy="3364707"/>
          </a:xfrm>
        </p:spPr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dirty="0">
                <a:latin typeface="Consolas" panose="020B0609020204030204" pitchFamily="49" charset="0"/>
              </a:rPr>
              <a:t>load 0x… </a:t>
            </a:r>
            <a:r>
              <a:rPr lang="en-US" dirty="0"/>
              <a:t>is not just a  load!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The address is converted to its physical address and permissions are checked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The address is looked up in the Level-1 (L1) cache. If not there,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It’s looked up in the L2 cache. If not there,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In the L3 cache, if not there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/>
              <a:t>From main memory (cache miss)</a:t>
            </a:r>
          </a:p>
          <a:p>
            <a:r>
              <a:rPr lang="en-US" dirty="0"/>
              <a:t>Each of these pathways take a significantly different time (CPU cycles) to complete</a:t>
            </a:r>
          </a:p>
          <a:p>
            <a:pPr marL="685800" lvl="1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2050" name="Picture 2" descr="Image result for power 7 ibm chip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100" y="955453"/>
            <a:ext cx="3886200" cy="3077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946100" y="4032558"/>
            <a:ext cx="3886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hlinkClick r:id="rId3"/>
              </a:rPr>
              <a:t>https://arstechnica.com/gadgets/2009/09/ibms-8-core-power7-twice-the-muscle-half-the-transistors/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7418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214"/>
    </mc:Choice>
    <mc:Fallback xmlns="">
      <p:transition spd="slow" advTm="10921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C68F-078F-02F3-B6BD-D0FF5C7A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Cache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13F74C-4601-40D8-4CD6-6C1CF3AB2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2168" y="1370013"/>
            <a:ext cx="5360666" cy="3015375"/>
          </a:xfrm>
        </p:spPr>
      </p:pic>
    </p:spTree>
    <p:extLst>
      <p:ext uri="{BB962C8B-B14F-4D97-AF65-F5344CB8AC3E}">
        <p14:creationId xmlns:p14="http://schemas.microsoft.com/office/powerpoint/2010/main" val="395839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Cache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09" y="1627770"/>
            <a:ext cx="7709182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3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C4BD-27F5-726C-F39A-C534F4363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Instructions (ISA)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0F496C-2528-2AD8-D366-56F84EAAC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664" y="1875453"/>
            <a:ext cx="2358671" cy="205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6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Superscalar Execution (aka pipelining)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ISA instructions are NOT executed one after the other!</a:t>
            </a:r>
          </a:p>
          <a:p>
            <a:pPr lvl="1"/>
            <a:r>
              <a:rPr lang="en-US" dirty="0"/>
              <a:t>Nor do they take one cycle to complete!</a:t>
            </a:r>
          </a:p>
          <a:p>
            <a:pPr lvl="1"/>
            <a:r>
              <a:rPr lang="en-US" dirty="0"/>
              <a:t>Instead, they are broken down to microarchitecture instructions</a:t>
            </a:r>
          </a:p>
          <a:p>
            <a:pPr lvl="1"/>
            <a:r>
              <a:rPr lang="en-US" dirty="0"/>
              <a:t>Each can be executed by a different component in the CPU</a:t>
            </a:r>
          </a:p>
          <a:p>
            <a:r>
              <a:rPr lang="en-US" dirty="0"/>
              <a:t>Thus, we parallelize/pipeline them</a:t>
            </a:r>
          </a:p>
          <a:p>
            <a:pPr lvl="1"/>
            <a:r>
              <a:rPr lang="en-US" dirty="0"/>
              <a:t>What if there is a branch?</a:t>
            </a:r>
          </a:p>
        </p:txBody>
      </p:sp>
      <p:pic>
        <p:nvPicPr>
          <p:cNvPr id="3074" name="Picture 2" descr="https://upload.wikimedia.org/wikipedia/commons/thumb/4/46/Superscalarpipeline.svg/1280px-Superscalarpipeline.svg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1866990"/>
            <a:ext cx="3886200" cy="2267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945041" y="4102462"/>
            <a:ext cx="3254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50" dirty="0">
                <a:hlinkClick r:id="rId3"/>
              </a:rPr>
              <a:t>https://en.wikipedia.org/wiki/Superscalar_processor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7197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236"/>
    </mc:Choice>
    <mc:Fallback xmlns="">
      <p:transition spd="slow" advTm="155236"/>
    </mc:Fallback>
  </mc:AlternateContent>
  <p:extLst>
    <p:ext uri="{3A86A75C-4F4B-4683-9AE1-C65F6400EC91}">
      <p14:laserTraceLst xmlns:p14="http://schemas.microsoft.com/office/powerpoint/2010/main">
        <p14:tracePtLst>
          <p14:tracePt t="26538" x="3001963" y="5119688"/>
          <p14:tracePt t="26539" x="3008313" y="5106988"/>
          <p14:tracePt t="26539" x="3019425" y="5089525"/>
          <p14:tracePt t="26540" x="3025775" y="5078413"/>
          <p14:tracePt t="26541" x="3038475" y="5059363"/>
          <p14:tracePt t="26542" x="3049588" y="5048250"/>
          <p14:tracePt t="26543" x="3062288" y="5035550"/>
          <p14:tracePt t="26544" x="3073400" y="5018088"/>
          <p14:tracePt t="26545" x="3079750" y="5000625"/>
          <p14:tracePt t="26546" x="3092450" y="4987925"/>
          <p14:tracePt t="26547" x="3103563" y="4970463"/>
          <p14:tracePt t="26548" x="3116263" y="4951413"/>
          <p14:tracePt t="26549" x="3133725" y="4933950"/>
          <p14:tracePt t="26550" x="3146425" y="4916488"/>
          <p14:tracePt t="26551" x="3157538" y="4899025"/>
          <p14:tracePt t="26552" x="3170238" y="4879975"/>
          <p14:tracePt t="26553" x="3170238" y="4873625"/>
          <p14:tracePt t="26554" x="3187700" y="4856163"/>
          <p14:tracePt t="26555" x="3198813" y="4838700"/>
          <p14:tracePt t="26556" x="3211513" y="4814888"/>
          <p14:tracePt t="26557" x="3224213" y="4795838"/>
          <p14:tracePt t="26558" x="3248025" y="4767263"/>
          <p14:tracePt t="26559" x="3259138" y="4743450"/>
          <p14:tracePt t="26560" x="3271838" y="4724400"/>
          <p14:tracePt t="26561" x="3282950" y="4700588"/>
          <p14:tracePt t="26562" x="3300413" y="4683125"/>
          <p14:tracePt t="26563" x="3313113" y="4659313"/>
          <p14:tracePt t="26564" x="3325813" y="4641850"/>
          <p14:tracePt t="26565" x="3336925" y="4616450"/>
          <p14:tracePt t="26566" x="3354388" y="4587875"/>
          <p14:tracePt t="26567" x="3367088" y="4568825"/>
          <p14:tracePt t="26568" x="3378200" y="4545013"/>
          <p14:tracePt t="26569" x="3390900" y="4527550"/>
          <p14:tracePt t="26570" x="3403600" y="4503738"/>
          <p14:tracePt t="26571" x="3414713" y="4491038"/>
          <p14:tracePt t="26572" x="3427413" y="4473575"/>
          <p14:tracePt t="26573" x="3438525" y="4449763"/>
          <p14:tracePt t="26574" x="3451225" y="4432300"/>
          <p14:tracePt t="26575" x="3462338" y="4413250"/>
          <p14:tracePt t="26576" x="3475038" y="4389438"/>
          <p14:tracePt t="26577" x="3486150" y="4371975"/>
          <p14:tracePt t="26578" x="3498850" y="4354513"/>
          <p14:tracePt t="26579" x="3509963" y="4330700"/>
          <p14:tracePt t="26580" x="3522663" y="4306888"/>
          <p14:tracePt t="26581" x="3533775" y="4287838"/>
          <p14:tracePt t="26582" x="3546475" y="4270375"/>
          <p14:tracePt t="26583" x="3557588" y="4246563"/>
          <p14:tracePt t="26584" x="3570288" y="4229100"/>
          <p14:tracePt t="26585" x="3582988" y="4210050"/>
          <p14:tracePt t="26586" x="3594100" y="4179888"/>
          <p14:tracePt t="26587" x="3606800" y="4168775"/>
          <p14:tracePt t="26588" x="3617913" y="4144963"/>
          <p14:tracePt t="26589" x="3624263" y="4127500"/>
          <p14:tracePt t="26590" x="3635375" y="4108450"/>
          <p14:tracePt t="26591" x="3648075" y="4084638"/>
          <p14:tracePt t="26592" x="3660775" y="4067175"/>
          <p14:tracePt t="26593" x="3665538" y="4054475"/>
          <p14:tracePt t="26594" x="3678238" y="4030663"/>
          <p14:tracePt t="26595" x="3689350" y="4013200"/>
          <p14:tracePt t="26596" x="3702050" y="3983038"/>
          <p14:tracePt t="26597" x="3708400" y="3976688"/>
          <p14:tracePt t="26598" x="3719513" y="3959225"/>
          <p14:tracePt t="26599" x="3732213" y="3935413"/>
          <p14:tracePt t="26600" x="3743325" y="3917950"/>
          <p14:tracePt t="26601" x="3756025" y="3894138"/>
          <p14:tracePt t="26602" x="3767138" y="3875088"/>
          <p14:tracePt t="26603" x="3779838" y="3851275"/>
          <p14:tracePt t="26604" x="3797300" y="3821113"/>
          <p14:tracePt t="26605" x="3810000" y="3797300"/>
          <p14:tracePt t="26606" x="3821113" y="3779838"/>
          <p14:tracePt t="26607" x="3833813" y="3756025"/>
          <p14:tracePt t="26608" x="3840163" y="3732213"/>
          <p14:tracePt t="26609" x="3851275" y="3714750"/>
          <p14:tracePt t="26610" x="3868738" y="3684588"/>
          <p14:tracePt t="26611" x="3875088" y="3671888"/>
          <p14:tracePt t="26612" x="3887788" y="3648075"/>
          <p14:tracePt t="26613" x="3898900" y="3624263"/>
          <p14:tracePt t="26614" x="3916363" y="3594100"/>
          <p14:tracePt t="26615" x="3922713" y="3582988"/>
          <p14:tracePt t="26616" x="3935413" y="3563938"/>
          <p14:tracePt t="26617" x="3946525" y="3540125"/>
          <p14:tracePt t="26618" x="3959225" y="3516313"/>
          <p14:tracePt t="26619" x="3976688" y="3486150"/>
          <p14:tracePt t="26620" x="3989388" y="3462338"/>
          <p14:tracePt t="26621" x="4000500" y="3438525"/>
          <p14:tracePt t="26622" x="4013200" y="3414713"/>
          <p14:tracePt t="26623" x="4019550" y="3397250"/>
          <p14:tracePt t="26624" x="4030663" y="3373438"/>
          <p14:tracePt t="26625" x="4043363" y="3355975"/>
          <p14:tracePt t="26626" x="4054475" y="3330575"/>
          <p14:tracePt t="26627" x="4071938" y="3295650"/>
          <p14:tracePt t="26628" x="4084638" y="3271838"/>
          <p14:tracePt t="26629" x="4097338" y="3252788"/>
          <p14:tracePt t="26630" x="4108450" y="3235325"/>
          <p14:tracePt t="26631" x="4121150" y="3211513"/>
          <p14:tracePt t="26632" x="4132263" y="3194050"/>
          <p14:tracePt t="26633" x="4138613" y="3170238"/>
          <p14:tracePt t="26634" x="4149725" y="3151188"/>
          <p14:tracePt t="26635" x="4162425" y="3127375"/>
          <p14:tracePt t="26636" x="4173538" y="3109913"/>
          <p14:tracePt t="26637" x="4173538" y="3103563"/>
          <p14:tracePt t="26638" x="4186238" y="3086100"/>
          <p14:tracePt t="26639" x="4192588" y="3062288"/>
          <p14:tracePt t="26640" x="4203700" y="3049588"/>
          <p14:tracePt t="26641" x="4216400" y="3021013"/>
          <p14:tracePt t="26642" x="4227513" y="3001963"/>
          <p14:tracePt t="26643" x="4233863" y="2984500"/>
          <p14:tracePt t="26644" x="4246563" y="2967038"/>
          <p14:tracePt t="26645" x="4251325" y="2947988"/>
          <p14:tracePt t="26646" x="4264025" y="2936875"/>
          <p14:tracePt t="26647" x="4270375" y="2919413"/>
          <p14:tracePt t="26648" x="4276725" y="2906713"/>
          <p14:tracePt t="26649" x="4281488" y="2889250"/>
          <p14:tracePt t="26650" x="4294188" y="2870200"/>
          <p14:tracePt t="26651" x="4300538" y="2859088"/>
          <p14:tracePt t="26652" x="4305300" y="2841625"/>
          <p14:tracePt t="26653" x="4311650" y="2822575"/>
          <p14:tracePt t="26654" x="4324350" y="2805113"/>
          <p14:tracePt t="26655" x="4324350" y="2792413"/>
          <p14:tracePt t="26656" x="4329113" y="2781300"/>
          <p14:tracePt t="26657" x="4335463" y="2763838"/>
          <p14:tracePt t="26658" x="4341813" y="2751138"/>
          <p14:tracePt t="26659" x="4348163" y="2738438"/>
          <p14:tracePt t="26660" x="4348163" y="2720975"/>
          <p14:tracePt t="26661" x="4352925" y="2709863"/>
          <p14:tracePt t="26663" x="4352925" y="2697163"/>
          <p14:tracePt t="26664" x="4359275" y="2686050"/>
          <p14:tracePt t="26665" x="4365625" y="2667000"/>
          <p14:tracePt t="26666" x="4365625" y="2643188"/>
          <p14:tracePt t="26667" x="4371975" y="2632075"/>
          <p14:tracePt t="26668" x="4371975" y="2625725"/>
          <p14:tracePt t="26669" x="4371975" y="2613025"/>
          <p14:tracePt t="26670" x="4378325" y="2601913"/>
          <p14:tracePt t="26671" x="4378325" y="2595563"/>
          <p14:tracePt t="26672" x="4378325" y="2584450"/>
          <p14:tracePt t="26673" x="4378325" y="2571750"/>
          <p14:tracePt t="26674" x="4378325" y="2565400"/>
          <p14:tracePt t="26675" x="4378325" y="2554288"/>
          <p14:tracePt t="26676" x="4378325" y="2547938"/>
          <p14:tracePt t="26677" x="4378325" y="2535238"/>
          <p14:tracePt t="26678" x="4378325" y="2530475"/>
          <p14:tracePt t="26679" x="4378325" y="2524125"/>
          <p14:tracePt t="26680" x="4378325" y="2511425"/>
          <p14:tracePt t="26681" x="4378325" y="2506663"/>
          <p14:tracePt t="26682" x="4378325" y="2500313"/>
          <p14:tracePt t="26683" x="4378325" y="2493963"/>
          <p14:tracePt t="26684" x="4378325" y="2487613"/>
          <p14:tracePt t="26686" x="4378325" y="2481263"/>
          <p14:tracePt t="26687" x="4378325" y="2476500"/>
          <p14:tracePt t="26688" x="4371975" y="2476500"/>
          <p14:tracePt t="26689" x="4371975" y="2470150"/>
          <p14:tracePt t="26693" x="4371975" y="2463800"/>
          <p14:tracePt t="26697" x="4365625" y="2463800"/>
          <p14:tracePt t="26845" x="4371975" y="2463800"/>
          <p14:tracePt t="26848" x="4378325" y="2463800"/>
          <p14:tracePt t="26850" x="4383088" y="2470150"/>
          <p14:tracePt t="26851" x="4389438" y="2470150"/>
          <p14:tracePt t="26852" x="4402138" y="2470150"/>
          <p14:tracePt t="26853" x="4406900" y="2470150"/>
          <p14:tracePt t="26854" x="4419600" y="2470150"/>
          <p14:tracePt t="26855" x="4425950" y="2470150"/>
          <p14:tracePt t="26856" x="4430713" y="2470150"/>
          <p14:tracePt t="26857" x="4443413" y="2470150"/>
          <p14:tracePt t="26858" x="4456113" y="2470150"/>
          <p14:tracePt t="26859" x="4467225" y="2470150"/>
          <p14:tracePt t="26860" x="4479925" y="2470150"/>
          <p14:tracePt t="26861" x="4484688" y="2470150"/>
          <p14:tracePt t="26862" x="4497388" y="2470150"/>
          <p14:tracePt t="26863" x="4514850" y="2470150"/>
          <p14:tracePt t="26864" x="4527550" y="2470150"/>
          <p14:tracePt t="26865" x="4538663" y="2463800"/>
          <p14:tracePt t="26866" x="4551363" y="2463800"/>
          <p14:tracePt t="26867" x="4562475" y="2463800"/>
          <p14:tracePt t="26868" x="4575175" y="2463800"/>
          <p14:tracePt t="26869" x="4592638" y="2457450"/>
          <p14:tracePt t="26870" x="4605338" y="2457450"/>
          <p14:tracePt t="26871" x="4616450" y="2457450"/>
          <p14:tracePt t="26872" x="4640263" y="2452688"/>
          <p14:tracePt t="26873" x="4652963" y="2452688"/>
          <p14:tracePt t="26874" x="4670425" y="2452688"/>
          <p14:tracePt t="26875" x="4683125" y="2452688"/>
          <p14:tracePt t="26876" x="4694238" y="2446338"/>
          <p14:tracePt t="26877" x="4706938" y="2446338"/>
          <p14:tracePt t="26878" x="4724400" y="2446338"/>
          <p14:tracePt t="26879" x="4730750" y="2446338"/>
          <p14:tracePt t="26880" x="4741863" y="2439988"/>
          <p14:tracePt t="26881" x="4754563" y="2439988"/>
          <p14:tracePt t="26882" x="4765675" y="2439988"/>
          <p14:tracePt t="26883" x="4778375" y="2439988"/>
          <p14:tracePt t="26884" x="4791075" y="2433638"/>
          <p14:tracePt t="26885" x="4802188" y="2433638"/>
          <p14:tracePt t="26886" x="4814888" y="2433638"/>
          <p14:tracePt t="26887" x="4819650" y="2433638"/>
          <p14:tracePt t="26888" x="4832350" y="2428875"/>
          <p14:tracePt t="26889" x="4843463" y="2428875"/>
          <p14:tracePt t="26890" x="4856163" y="2422525"/>
          <p14:tracePt t="26891" x="4862513" y="2422525"/>
          <p14:tracePt t="26892" x="4867275" y="2422525"/>
          <p14:tracePt t="26893" x="4879975" y="2422525"/>
          <p14:tracePt t="26894" x="4886325" y="2416175"/>
          <p14:tracePt t="26895" x="4892675" y="2416175"/>
          <p14:tracePt t="26896" x="4897438" y="2416175"/>
          <p14:tracePt t="26897" x="4903788" y="2416175"/>
          <p14:tracePt t="26898" x="4910138" y="2409825"/>
          <p14:tracePt t="26899" x="4921250" y="2409825"/>
          <p14:tracePt t="26900" x="4927600" y="2409825"/>
          <p14:tracePt t="26901" x="4933950" y="2409825"/>
          <p14:tracePt t="26902" x="4933950" y="2405063"/>
          <p14:tracePt t="26903" x="4940300" y="2405063"/>
          <p14:tracePt t="26904" x="4945063" y="2405063"/>
          <p14:tracePt t="26905" x="4951413" y="2398713"/>
          <p14:tracePt t="26906" x="4957763" y="2398713"/>
          <p14:tracePt t="26907" x="4964113" y="2392363"/>
          <p14:tracePt t="26908" x="4970463" y="2392363"/>
          <p14:tracePt t="26909" x="4975225" y="2392363"/>
          <p14:tracePt t="26910" x="4981575" y="2386013"/>
          <p14:tracePt t="26912" x="4987925" y="2379663"/>
          <p14:tracePt t="26913" x="4994275" y="2379663"/>
          <p14:tracePt t="26914" x="4999038" y="2379663"/>
          <p14:tracePt t="26915" x="5005388" y="2374900"/>
          <p14:tracePt t="26916" x="5011738" y="2374900"/>
          <p14:tracePt t="26917" x="5018088" y="2368550"/>
          <p14:tracePt t="26918" x="5022850" y="2368550"/>
          <p14:tracePt t="26919" x="5022850" y="2362200"/>
          <p14:tracePt t="26920" x="5035550" y="2355850"/>
          <p14:tracePt t="26922" x="5041900" y="2351088"/>
          <p14:tracePt t="26923" x="5046663" y="2351088"/>
          <p14:tracePt t="26924" x="5059363" y="2344738"/>
          <p14:tracePt t="26926" x="5065713" y="2338388"/>
          <p14:tracePt t="26927" x="5072063" y="2332038"/>
          <p14:tracePt t="26928" x="5076825" y="2332038"/>
          <p14:tracePt t="26929" x="5083175" y="2327275"/>
          <p14:tracePt t="26930" x="5089525" y="2327275"/>
          <p14:tracePt t="26931" x="5095875" y="2320925"/>
          <p14:tracePt t="26932" x="5100638" y="2320925"/>
          <p14:tracePt t="26933" x="5106988" y="2314575"/>
          <p14:tracePt t="26934" x="5119688" y="2301875"/>
          <p14:tracePt t="26935" x="5124450" y="2301875"/>
          <p14:tracePt t="26936" x="5130800" y="2297113"/>
          <p14:tracePt t="26937" x="5137150" y="2297113"/>
          <p14:tracePt t="26938" x="5143500" y="2290763"/>
          <p14:tracePt t="26939" x="5149850" y="2290763"/>
          <p14:tracePt t="26940" x="5154613" y="2290763"/>
          <p14:tracePt t="26941" x="5160963" y="2284413"/>
          <p14:tracePt t="26942" x="5167313" y="2278063"/>
          <p14:tracePt t="26943" x="5173663" y="2278063"/>
          <p14:tracePt t="26944" x="5178425" y="2273300"/>
          <p14:tracePt t="26945" x="5184775" y="2273300"/>
          <p14:tracePt t="26946" x="5191125" y="2266950"/>
          <p14:tracePt t="26947" x="5197475" y="2266950"/>
          <p14:tracePt t="26948" x="5202238" y="2260600"/>
          <p14:tracePt t="26949" x="5208588" y="2260600"/>
          <p14:tracePt t="26950" x="5221288" y="2254250"/>
          <p14:tracePt t="26951" x="5221288" y="2249488"/>
          <p14:tracePt t="26952" x="5227638" y="2249488"/>
          <p14:tracePt t="26954" x="5232400" y="2243138"/>
          <p14:tracePt t="26954" x="5238750" y="2243138"/>
          <p14:tracePt t="26955" x="5245100" y="2243138"/>
          <p14:tracePt t="26956" x="5245100" y="2236788"/>
          <p14:tracePt t="26957" x="5251450" y="2236788"/>
          <p14:tracePt t="26958" x="5256213" y="2236788"/>
          <p14:tracePt t="26959" x="5256213" y="2230438"/>
          <p14:tracePt t="26960" x="5262563" y="2230438"/>
          <p14:tracePt t="26962" x="5268913" y="2230438"/>
          <p14:tracePt t="26963" x="5275263" y="2224088"/>
          <p14:tracePt t="26965" x="5280025" y="2224088"/>
          <p14:tracePt t="26966" x="5280025" y="2219325"/>
          <p14:tracePt t="26967" x="5286375" y="2219325"/>
          <p14:tracePt t="26969" x="5292725" y="2219325"/>
          <p14:tracePt t="26971" x="5292725" y="2212975"/>
          <p14:tracePt t="26972" x="5299075" y="2212975"/>
          <p14:tracePt t="26975" x="5303838" y="2212975"/>
          <p14:tracePt t="26977" x="5303838" y="2206625"/>
          <p14:tracePt t="26981" x="5310188" y="2206625"/>
          <p14:tracePt t="26991" x="5310188" y="2200275"/>
          <p14:tracePt t="26996" x="5316538" y="2200275"/>
          <p14:tracePt t="27012" x="5316538" y="2195513"/>
          <p14:tracePt t="27017" x="5316538" y="2189163"/>
          <p14:tracePt t="27018" x="5310188" y="2189163"/>
          <p14:tracePt t="27023" x="5303838" y="2182813"/>
          <p14:tracePt t="27026" x="5303838" y="2176463"/>
          <p14:tracePt t="27030" x="5299075" y="2176463"/>
          <p14:tracePt t="27031" x="5299075" y="2171700"/>
          <p14:tracePt t="27033" x="5292725" y="2171700"/>
          <p14:tracePt t="27034" x="5292725" y="2165350"/>
          <p14:tracePt t="27038" x="5292725" y="2159000"/>
          <p14:tracePt t="27040" x="5286375" y="2159000"/>
          <p14:tracePt t="27041" x="5286375" y="2152650"/>
          <p14:tracePt t="27043" x="5280025" y="2152650"/>
          <p14:tracePt t="27044" x="5280025" y="2147888"/>
          <p14:tracePt t="27047" x="5280025" y="2141538"/>
          <p14:tracePt t="27049" x="5280025" y="2135188"/>
          <p14:tracePt t="27052" x="5275263" y="2128838"/>
          <p14:tracePt t="27054" x="5275263" y="2122488"/>
          <p14:tracePt t="27056" x="5268913" y="2122488"/>
          <p14:tracePt t="27057" x="5268913" y="2117725"/>
          <p14:tracePt t="27059" x="5268913" y="2111375"/>
          <p14:tracePt t="27061" x="5268913" y="2105025"/>
          <p14:tracePt t="27063" x="5268913" y="2098675"/>
          <p14:tracePt t="27065" x="5262563" y="2093913"/>
          <p14:tracePt t="27067" x="5262563" y="2087563"/>
          <p14:tracePt t="27069" x="5262563" y="2081213"/>
          <p14:tracePt t="27070" x="5262563" y="2074863"/>
          <p14:tracePt t="27072" x="5262563" y="2070100"/>
          <p14:tracePt t="27074" x="5262563" y="2063750"/>
          <p14:tracePt t="27076" x="5262563" y="2057400"/>
          <p14:tracePt t="27077" x="5262563" y="2051050"/>
          <p14:tracePt t="27079" x="5262563" y="2044700"/>
          <p14:tracePt t="27080" x="5262563" y="2039938"/>
          <p14:tracePt t="27082" x="5262563" y="2033588"/>
          <p14:tracePt t="27083" x="5262563" y="2027238"/>
          <p14:tracePt t="27085" x="5262563" y="2020888"/>
          <p14:tracePt t="27086" x="5268913" y="2016125"/>
          <p14:tracePt t="27088" x="5268913" y="2009775"/>
          <p14:tracePt t="27089" x="5268913" y="2003425"/>
          <p14:tracePt t="27090" x="5268913" y="1997075"/>
          <p14:tracePt t="27091" x="5275263" y="1997075"/>
          <p14:tracePt t="27092" x="5275263" y="1992313"/>
          <p14:tracePt t="27093" x="5275263" y="1985963"/>
          <p14:tracePt t="27095" x="5280025" y="1973263"/>
          <p14:tracePt t="27097" x="5280025" y="1966913"/>
          <p14:tracePt t="27098" x="5280025" y="1962150"/>
          <p14:tracePt t="27099" x="5286375" y="1955800"/>
          <p14:tracePt t="27100" x="5286375" y="1949450"/>
          <p14:tracePt t="27102" x="5292725" y="1943100"/>
          <p14:tracePt t="27104" x="5292725" y="1938338"/>
          <p14:tracePt t="27104" x="5292725" y="1931988"/>
          <p14:tracePt t="27106" x="5299075" y="1925638"/>
          <p14:tracePt t="27107" x="5299075" y="1919288"/>
          <p14:tracePt t="27109" x="5303838" y="1914525"/>
          <p14:tracePt t="27110" x="5303838" y="1908175"/>
          <p14:tracePt t="27111" x="5303838" y="1901825"/>
          <p14:tracePt t="27112" x="5310188" y="1895475"/>
          <p14:tracePt t="27114" x="5310188" y="1890713"/>
          <p14:tracePt t="27115" x="5316538" y="1884363"/>
          <p14:tracePt t="27117" x="5316538" y="1878013"/>
          <p14:tracePt t="27119" x="5322888" y="1871663"/>
          <p14:tracePt t="27120" x="5329238" y="1865313"/>
          <p14:tracePt t="27123" x="5329238" y="1860550"/>
          <p14:tracePt t="27124" x="5329238" y="1854200"/>
          <p14:tracePt t="27125" x="5334000" y="1854200"/>
          <p14:tracePt t="27127" x="5334000" y="1847850"/>
          <p14:tracePt t="27129" x="5340350" y="1847850"/>
          <p14:tracePt t="27130" x="5340350" y="1841500"/>
          <p14:tracePt t="27134" x="5340350" y="1836738"/>
          <p14:tracePt t="27136" x="5346700" y="1836738"/>
          <p14:tracePt t="27141" x="5346700" y="1830388"/>
          <p14:tracePt t="27176" x="5346700" y="1836738"/>
          <p14:tracePt t="27181" x="5340350" y="1836738"/>
          <p14:tracePt t="27183" x="5340350" y="1841500"/>
          <p14:tracePt t="27185" x="5340350" y="1847850"/>
          <p14:tracePt t="27186" x="5334000" y="1847850"/>
          <p14:tracePt t="27189" x="5334000" y="1854200"/>
          <p14:tracePt t="27191" x="5334000" y="1860550"/>
          <p14:tracePt t="27192" x="5329238" y="1860550"/>
          <p14:tracePt t="27194" x="5329238" y="1865313"/>
          <p14:tracePt t="27196" x="5329238" y="1871663"/>
          <p14:tracePt t="27197" x="5322888" y="1871663"/>
          <p14:tracePt t="27198" x="5322888" y="1878013"/>
          <p14:tracePt t="27201" x="5322888" y="1884363"/>
          <p14:tracePt t="27203" x="5322888" y="1890713"/>
          <p14:tracePt t="27204" x="5316538" y="1890713"/>
          <p14:tracePt t="27205" x="5316538" y="1895475"/>
          <p14:tracePt t="27207" x="5316538" y="1901825"/>
          <p14:tracePt t="27209" x="5316538" y="1908175"/>
          <p14:tracePt t="27210" x="5316538" y="1914525"/>
          <p14:tracePt t="27212" x="5316538" y="1919288"/>
          <p14:tracePt t="27214" x="5316538" y="1925638"/>
          <p14:tracePt t="27216" x="5316538" y="1931988"/>
          <p14:tracePt t="27218" x="5316538" y="1938338"/>
          <p14:tracePt t="27220" x="5316538" y="1943100"/>
          <p14:tracePt t="27222" x="5316538" y="1949450"/>
          <p14:tracePt t="27224" x="5316538" y="1955800"/>
          <p14:tracePt t="27226" x="5316538" y="1962150"/>
          <p14:tracePt t="27229" x="5316538" y="1966913"/>
          <p14:tracePt t="27231" x="5316538" y="1973263"/>
          <p14:tracePt t="27234" x="5316538" y="1979613"/>
          <p14:tracePt t="27237" x="5316538" y="1985963"/>
          <p14:tracePt t="27239" x="5322888" y="1985963"/>
          <p14:tracePt t="27242" x="5322888" y="1992313"/>
          <p14:tracePt t="27245" x="5329238" y="1992313"/>
          <p14:tracePt t="27249" x="5329238" y="1997075"/>
          <p14:tracePt t="27256" x="5334000" y="1997075"/>
          <p14:tracePt t="27265" x="5340350" y="1997075"/>
          <p14:tracePt t="27271" x="5346700" y="1997075"/>
          <p14:tracePt t="27276" x="5353050" y="1997075"/>
          <p14:tracePt t="27280" x="5357813" y="1997075"/>
          <p14:tracePt t="27285" x="5364163" y="1997075"/>
          <p14:tracePt t="27286" x="5364163" y="1992313"/>
          <p14:tracePt t="27289" x="5370513" y="1992313"/>
          <p14:tracePt t="27292" x="5370513" y="1985963"/>
          <p14:tracePt t="27295" x="5376863" y="1985963"/>
          <p14:tracePt t="27299" x="5376863" y="1979613"/>
          <p14:tracePt t="27301" x="5381625" y="1979613"/>
          <p14:tracePt t="27304" x="5381625" y="1973263"/>
          <p14:tracePt t="27310" x="5381625" y="1966913"/>
          <p14:tracePt t="27312" x="5387975" y="1966913"/>
          <p14:tracePt t="27314" x="5387975" y="1962150"/>
          <p14:tracePt t="27318" x="5387975" y="1955800"/>
          <p14:tracePt t="27322" x="5387975" y="1949450"/>
          <p14:tracePt t="27326" x="5387975" y="1943100"/>
          <p14:tracePt t="27330" x="5387975" y="1938338"/>
          <p14:tracePt t="27333" x="5387975" y="1931988"/>
          <p14:tracePt t="27336" x="5381625" y="1931988"/>
          <p14:tracePt t="27337" x="5381625" y="1925638"/>
          <p14:tracePt t="27341" x="5376863" y="1919288"/>
          <p14:tracePt t="27346" x="5370513" y="1919288"/>
          <p14:tracePt t="27347" x="5370513" y="1914525"/>
          <p14:tracePt t="27351" x="5364163" y="1914525"/>
          <p14:tracePt t="27354" x="5364163" y="1908175"/>
          <p14:tracePt t="27357" x="5357813" y="1908175"/>
          <p14:tracePt t="27362" x="5353050" y="1908175"/>
          <p14:tracePt t="27367" x="5346700" y="1908175"/>
          <p14:tracePt t="27372" x="5340350" y="1908175"/>
          <p14:tracePt t="27376" x="5334000" y="1908175"/>
          <p14:tracePt t="27381" x="5329238" y="1908175"/>
          <p14:tracePt t="27385" x="5322888" y="1908175"/>
          <p14:tracePt t="27390" x="5316538" y="1908175"/>
          <p14:tracePt t="27395" x="5310188" y="1908175"/>
          <p14:tracePt t="27400" x="5303838" y="1908175"/>
          <p14:tracePt t="27406" x="5299075" y="1908175"/>
          <p14:tracePt t="27413" x="5292725" y="1908175"/>
          <p14:tracePt t="27414" x="5292725" y="1914525"/>
          <p14:tracePt t="27419" x="5286375" y="1914525"/>
          <p14:tracePt t="27423" x="5286375" y="1919288"/>
          <p14:tracePt t="27427" x="5286375" y="1925638"/>
          <p14:tracePt t="27430" x="5280025" y="1925638"/>
          <p14:tracePt t="27431" x="5280025" y="1931988"/>
          <p14:tracePt t="27434" x="5280025" y="1938338"/>
          <p14:tracePt t="27437" x="5280025" y="1943100"/>
          <p14:tracePt t="27439" x="5280025" y="1949450"/>
          <p14:tracePt t="27440" x="5275263" y="1949450"/>
          <p14:tracePt t="27441" x="5275263" y="1955800"/>
          <p14:tracePt t="27443" x="5275263" y="1962150"/>
          <p14:tracePt t="27446" x="5275263" y="1966913"/>
          <p14:tracePt t="27448" x="5275263" y="1973263"/>
          <p14:tracePt t="27450" x="5275263" y="1979613"/>
          <p14:tracePt t="27452" x="5275263" y="1985963"/>
          <p14:tracePt t="27454" x="5275263" y="1992313"/>
          <p14:tracePt t="27456" x="5275263" y="1997075"/>
          <p14:tracePt t="27458" x="5275263" y="2003425"/>
          <p14:tracePt t="27460" x="5275263" y="2009775"/>
          <p14:tracePt t="27461" x="5280025" y="2009775"/>
          <p14:tracePt t="27462" x="5280025" y="2016125"/>
          <p14:tracePt t="27464" x="5280025" y="2020888"/>
          <p14:tracePt t="27466" x="5280025" y="2027238"/>
          <p14:tracePt t="27468" x="5286375" y="2033588"/>
          <p14:tracePt t="27470" x="5286375" y="2039938"/>
          <p14:tracePt t="27473" x="5286375" y="2044700"/>
          <p14:tracePt t="27474" x="5292725" y="2044700"/>
          <p14:tracePt t="27475" x="5292725" y="2051050"/>
          <p14:tracePt t="27478" x="5299075" y="2051050"/>
          <p14:tracePt t="27480" x="5299075" y="2057400"/>
          <p14:tracePt t="27481" x="5299075" y="2063750"/>
          <p14:tracePt t="27483" x="5303838" y="2063750"/>
          <p14:tracePt t="27486" x="5310188" y="2063750"/>
          <p14:tracePt t="27488" x="5310188" y="2070100"/>
          <p14:tracePt t="27490" x="5316538" y="2070100"/>
          <p14:tracePt t="27492" x="5322888" y="2070100"/>
          <p14:tracePt t="27493" x="5322888" y="2074863"/>
          <p14:tracePt t="27497" x="5329238" y="2074863"/>
          <p14:tracePt t="27499" x="5334000" y="2074863"/>
          <p14:tracePt t="27503" x="5340350" y="2074863"/>
          <p14:tracePt t="27506" x="5346700" y="2074863"/>
          <p14:tracePt t="27509" x="5353050" y="2074863"/>
          <p14:tracePt t="27512" x="5357813" y="2074863"/>
          <p14:tracePt t="27515" x="5364163" y="2074863"/>
          <p14:tracePt t="27518" x="5370513" y="2074863"/>
          <p14:tracePt t="27522" x="5376863" y="2074863"/>
          <p14:tracePt t="27526" x="5381625" y="2074863"/>
          <p14:tracePt t="27531" x="5387975" y="2074863"/>
          <p14:tracePt t="27535" x="5387975" y="2070100"/>
          <p14:tracePt t="27537" x="5394325" y="2070100"/>
          <p14:tracePt t="27545" x="5400675" y="2063750"/>
          <p14:tracePt t="27551" x="5400675" y="2057400"/>
          <p14:tracePt t="27554" x="5407025" y="2057400"/>
          <p14:tracePt t="27557" x="5407025" y="2051050"/>
          <p14:tracePt t="27560" x="5407025" y="2044700"/>
          <p14:tracePt t="27564" x="5407025" y="2039938"/>
          <p14:tracePt t="27568" x="5407025" y="2033588"/>
          <p14:tracePt t="27571" x="5407025" y="2027238"/>
          <p14:tracePt t="27575" x="5407025" y="2020888"/>
          <p14:tracePt t="27577" x="5407025" y="2016125"/>
          <p14:tracePt t="27580" x="5407025" y="2009775"/>
          <p14:tracePt t="27583" x="5407025" y="2003425"/>
          <p14:tracePt t="27586" x="5407025" y="1997075"/>
          <p14:tracePt t="27589" x="5400675" y="1992313"/>
          <p14:tracePt t="27591" x="5400675" y="1985963"/>
          <p14:tracePt t="27595" x="5400675" y="1979613"/>
          <p14:tracePt t="27597" x="5394325" y="1979613"/>
          <p14:tracePt t="27598" x="5394325" y="1973263"/>
          <p14:tracePt t="27602" x="5394325" y="1966913"/>
          <p14:tracePt t="27605" x="5394325" y="1962150"/>
          <p14:tracePt t="27608" x="5387975" y="1962150"/>
          <p14:tracePt t="27610" x="5387975" y="1955800"/>
          <p14:tracePt t="27614" x="5387975" y="1949450"/>
          <p14:tracePt t="27615" x="5381625" y="1949450"/>
          <p14:tracePt t="27619" x="5381625" y="1943100"/>
          <p14:tracePt t="27623" x="5376863" y="1943100"/>
          <p14:tracePt t="27624" x="5376863" y="1938338"/>
          <p14:tracePt t="27628" x="5370513" y="1938338"/>
          <p14:tracePt t="27632" x="5370513" y="1931988"/>
          <p14:tracePt t="27634" x="5364163" y="1931988"/>
          <p14:tracePt t="27640" x="5357813" y="1931988"/>
          <p14:tracePt t="27643" x="5353050" y="1931988"/>
          <p14:tracePt t="27644" x="5353050" y="1925638"/>
          <p14:tracePt t="27648" x="5346700" y="1925638"/>
          <p14:tracePt t="27651" x="5340350" y="1925638"/>
          <p14:tracePt t="27654" x="5334000" y="1925638"/>
          <p14:tracePt t="27657" x="5329238" y="1925638"/>
          <p14:tracePt t="27660" x="5322888" y="1925638"/>
          <p14:tracePt t="27663" x="5316538" y="1925638"/>
          <p14:tracePt t="27665" x="5310188" y="1925638"/>
          <p14:tracePt t="27668" x="5303838" y="1925638"/>
          <p14:tracePt t="27670" x="5299075" y="1925638"/>
          <p14:tracePt t="27673" x="5292725" y="1925638"/>
          <p14:tracePt t="27675" x="5286375" y="1925638"/>
          <p14:tracePt t="27677" x="5280025" y="1925638"/>
          <p14:tracePt t="27679" x="5280025" y="1931988"/>
          <p14:tracePt t="27680" x="5275263" y="1931988"/>
          <p14:tracePt t="27683" x="5268913" y="1931988"/>
          <p14:tracePt t="27686" x="5262563" y="1938338"/>
          <p14:tracePt t="27688" x="5256213" y="1938338"/>
          <p14:tracePt t="27690" x="5256213" y="1943100"/>
          <p14:tracePt t="27691" x="5251450" y="1943100"/>
          <p14:tracePt t="27694" x="5245100" y="1949450"/>
          <p14:tracePt t="27697" x="5238750" y="1949450"/>
          <p14:tracePt t="27698" x="5238750" y="1955800"/>
          <p14:tracePt t="27701" x="5232400" y="1962150"/>
          <p14:tracePt t="27705" x="5227638" y="1966913"/>
          <p14:tracePt t="27709" x="5227638" y="1973263"/>
          <p14:tracePt t="27712" x="5227638" y="1979613"/>
          <p14:tracePt t="27713" x="5221288" y="1979613"/>
          <p14:tracePt t="27715" x="5221288" y="1985963"/>
          <p14:tracePt t="27718" x="5221288" y="1992313"/>
          <p14:tracePt t="27721" x="5221288" y="1997075"/>
          <p14:tracePt t="27724" x="5221288" y="2003425"/>
          <p14:tracePt t="27727" x="5221288" y="2009775"/>
          <p14:tracePt t="27729" x="5221288" y="2016125"/>
          <p14:tracePt t="27730" x="5227638" y="2016125"/>
          <p14:tracePt t="27731" x="5227638" y="2020888"/>
          <p14:tracePt t="27734" x="5232400" y="2027238"/>
          <p14:tracePt t="27736" x="5232400" y="2033588"/>
          <p14:tracePt t="27737" x="5238750" y="2033588"/>
          <p14:tracePt t="27739" x="5238750" y="2039938"/>
          <p14:tracePt t="27740" x="5245100" y="2039938"/>
          <p14:tracePt t="27741" x="5245100" y="2044700"/>
          <p14:tracePt t="27743" x="5251450" y="2044700"/>
          <p14:tracePt t="27744" x="5251450" y="2051050"/>
          <p14:tracePt t="27746" x="5256213" y="2057400"/>
          <p14:tracePt t="27748" x="5262563" y="2057400"/>
          <p14:tracePt t="27749" x="5262563" y="2063750"/>
          <p14:tracePt t="27751" x="5268913" y="2063750"/>
          <p14:tracePt t="27752" x="5268913" y="2070100"/>
          <p14:tracePt t="27753" x="5275263" y="2070100"/>
          <p14:tracePt t="27755" x="5280025" y="2074863"/>
          <p14:tracePt t="27757" x="5286375" y="2074863"/>
          <p14:tracePt t="27759" x="5292725" y="2081213"/>
          <p14:tracePt t="27761" x="5299075" y="2081213"/>
          <p14:tracePt t="27763" x="5303838" y="2081213"/>
          <p14:tracePt t="27764" x="5310188" y="2087563"/>
          <p14:tracePt t="27766" x="5316538" y="2087563"/>
          <p14:tracePt t="27768" x="5322888" y="2087563"/>
          <p14:tracePt t="27770" x="5329238" y="2087563"/>
          <p14:tracePt t="27771" x="5334000" y="2093913"/>
          <p14:tracePt t="27773" x="5340350" y="2093913"/>
          <p14:tracePt t="27774" x="5346700" y="2093913"/>
          <p14:tracePt t="27776" x="5353050" y="2093913"/>
          <p14:tracePt t="27778" x="5357813" y="2093913"/>
          <p14:tracePt t="27779" x="5364163" y="2093913"/>
          <p14:tracePt t="27781" x="5370513" y="2093913"/>
          <p14:tracePt t="27783" x="5376863" y="2093913"/>
          <p14:tracePt t="27785" x="5381625" y="2093913"/>
          <p14:tracePt t="27787" x="5387975" y="2093913"/>
          <p14:tracePt t="27789" x="5394325" y="2093913"/>
          <p14:tracePt t="27791" x="5400675" y="2093913"/>
          <p14:tracePt t="27794" x="5407025" y="2093913"/>
          <p14:tracePt t="27797" x="5411788" y="2087563"/>
          <p14:tracePt t="27800" x="5418138" y="2087563"/>
          <p14:tracePt t="27803" x="5424488" y="2087563"/>
          <p14:tracePt t="27805" x="5424488" y="2081213"/>
          <p14:tracePt t="27808" x="5430838" y="2081213"/>
          <p14:tracePt t="27810" x="5430838" y="2074863"/>
          <p14:tracePt t="27812" x="5435600" y="2074863"/>
          <p14:tracePt t="27814" x="5435600" y="2070100"/>
          <p14:tracePt t="27818" x="5435600" y="2063750"/>
          <p14:tracePt t="27820" x="5441950" y="2063750"/>
          <p14:tracePt t="27821" x="5441950" y="2057400"/>
          <p14:tracePt t="27825" x="5441950" y="2051050"/>
          <p14:tracePt t="27827" x="5441950" y="2044700"/>
          <p14:tracePt t="27831" x="5441950" y="2039938"/>
          <p14:tracePt t="27833" x="5441950" y="2033588"/>
          <p14:tracePt t="27836" x="5441950" y="2027238"/>
          <p14:tracePt t="27837" x="5441950" y="2020888"/>
          <p14:tracePt t="27840" x="5441950" y="2016125"/>
          <p14:tracePt t="27842" x="5441950" y="2009775"/>
          <p14:tracePt t="27845" x="5441950" y="2003425"/>
          <p14:tracePt t="27847" x="5441950" y="1997075"/>
          <p14:tracePt t="27848" x="5441950" y="1992313"/>
          <p14:tracePt t="27849" x="5435600" y="1992313"/>
          <p14:tracePt t="27851" x="5435600" y="1985963"/>
          <p14:tracePt t="27853" x="5435600" y="1979613"/>
          <p14:tracePt t="27856" x="5435600" y="1973263"/>
          <p14:tracePt t="27857" x="5430838" y="1966913"/>
          <p14:tracePt t="27860" x="5430838" y="1962150"/>
          <p14:tracePt t="27862" x="5424488" y="1955800"/>
          <p14:tracePt t="27865" x="5424488" y="1949450"/>
          <p14:tracePt t="27868" x="5424488" y="1943100"/>
          <p14:tracePt t="27870" x="5418138" y="1943100"/>
          <p14:tracePt t="27871" x="5418138" y="1938338"/>
          <p14:tracePt t="27876" x="5418138" y="1931988"/>
          <p14:tracePt t="27922" x="5411788" y="1931988"/>
          <p14:tracePt t="27930" x="5407025" y="1931988"/>
          <p14:tracePt t="27935" x="5400675" y="1931988"/>
          <p14:tracePt t="27938" x="5394325" y="1931988"/>
          <p14:tracePt t="27942" x="5387975" y="1931988"/>
          <p14:tracePt t="27946" x="5381625" y="1931988"/>
          <p14:tracePt t="27950" x="5376863" y="1931988"/>
          <p14:tracePt t="27954" x="5370513" y="1931988"/>
          <p14:tracePt t="27959" x="5364163" y="1931988"/>
          <p14:tracePt t="27963" x="5357813" y="1931988"/>
          <p14:tracePt t="27964" x="5357813" y="1925638"/>
          <p14:tracePt t="27966" x="5353050" y="1925638"/>
          <p14:tracePt t="27970" x="5346700" y="1925638"/>
          <p14:tracePt t="27974" x="5340350" y="1925638"/>
          <p14:tracePt t="27979" x="5334000" y="1925638"/>
          <p14:tracePt t="27984" x="5329238" y="1925638"/>
          <p14:tracePt t="27990" x="5322888" y="1925638"/>
          <p14:tracePt t="27994" x="5316538" y="1925638"/>
          <p14:tracePt t="28001" x="5310188" y="1925638"/>
          <p14:tracePt t="28009" x="5303838" y="1925638"/>
          <p14:tracePt t="28018" x="5299075" y="1925638"/>
          <p14:tracePt t="28028" x="5292725" y="1925638"/>
          <p14:tracePt t="28035" x="5286375" y="1925638"/>
          <p14:tracePt t="28041" x="5280025" y="1925638"/>
          <p14:tracePt t="28043" x="5280025" y="1931988"/>
          <p14:tracePt t="28047" x="5275263" y="1931988"/>
          <p14:tracePt t="28053" x="5268913" y="1931988"/>
          <p14:tracePt t="28060" x="5262563" y="1938338"/>
          <p14:tracePt t="28066" x="5256213" y="1938338"/>
          <p14:tracePt t="28074" x="5251450" y="1938338"/>
          <p14:tracePt t="28078" x="5251450" y="1943100"/>
          <p14:tracePt t="28081" x="5245100" y="1943100"/>
          <p14:tracePt t="28101" x="5238750" y="1943100"/>
          <p14:tracePt t="28125" x="5232400" y="1943100"/>
          <p14:tracePt t="28151" x="5227638" y="1943100"/>
          <p14:tracePt t="28163" x="5221288" y="1943100"/>
          <p14:tracePt t="28183" x="5221288" y="1938338"/>
          <p14:tracePt t="30660" x="5221288" y="1943100"/>
          <p14:tracePt t="30664" x="5221288" y="1949450"/>
          <p14:tracePt t="30667" x="5221288" y="1955800"/>
          <p14:tracePt t="30669" x="5221288" y="1962150"/>
          <p14:tracePt t="30671" x="5221288" y="1966913"/>
          <p14:tracePt t="30673" x="5221288" y="1973263"/>
          <p14:tracePt t="30675" x="5221288" y="1979613"/>
          <p14:tracePt t="30677" x="5214938" y="1985963"/>
          <p14:tracePt t="30678" x="5214938" y="1992313"/>
          <p14:tracePt t="30680" x="5214938" y="1997075"/>
          <p14:tracePt t="30681" x="5214938" y="2003425"/>
          <p14:tracePt t="30683" x="5214938" y="2009775"/>
          <p14:tracePt t="30684" x="5214938" y="2016125"/>
          <p14:tracePt t="30686" x="5214938" y="2020888"/>
          <p14:tracePt t="30688" x="5214938" y="2027238"/>
          <p14:tracePt t="30689" x="5214938" y="2033588"/>
          <p14:tracePt t="30691" x="5214938" y="2039938"/>
          <p14:tracePt t="30692" x="5214938" y="2044700"/>
          <p14:tracePt t="30694" x="5214938" y="2051050"/>
          <p14:tracePt t="30695" x="5214938" y="2057400"/>
          <p14:tracePt t="30697" x="5214938" y="2063750"/>
          <p14:tracePt t="30699" x="5208588" y="2070100"/>
          <p14:tracePt t="30700" x="5208588" y="2074863"/>
          <p14:tracePt t="30702" x="5208588" y="2081213"/>
          <p14:tracePt t="30703" x="5208588" y="2087563"/>
          <p14:tracePt t="30705" x="5208588" y="2093913"/>
          <p14:tracePt t="30706" x="5208588" y="2098675"/>
          <p14:tracePt t="30708" x="5208588" y="2105025"/>
          <p14:tracePt t="30710" x="5208588" y="2111375"/>
          <p14:tracePt t="30711" x="5208588" y="2117725"/>
          <p14:tracePt t="30712" x="5208588" y="2122488"/>
          <p14:tracePt t="30714" x="5208588" y="2128838"/>
          <p14:tracePt t="30715" x="5208588" y="2135188"/>
          <p14:tracePt t="30717" x="5208588" y="2141538"/>
          <p14:tracePt t="30719" x="5208588" y="2147888"/>
          <p14:tracePt t="30720" x="5208588" y="2152650"/>
          <p14:tracePt t="30722" x="5208588" y="2159000"/>
          <p14:tracePt t="30723" x="5208588" y="2165350"/>
          <p14:tracePt t="30725" x="5208588" y="2171700"/>
          <p14:tracePt t="30726" x="5208588" y="2176463"/>
          <p14:tracePt t="30728" x="5208588" y="2182813"/>
          <p14:tracePt t="30729" x="5208588" y="2189163"/>
          <p14:tracePt t="30730" x="5214938" y="2189163"/>
          <p14:tracePt t="30731" x="5214938" y="2195513"/>
          <p14:tracePt t="30732" x="5214938" y="2200275"/>
          <p14:tracePt t="30734" x="5214938" y="2206625"/>
          <p14:tracePt t="30735" x="5214938" y="2212975"/>
          <p14:tracePt t="30737" x="5214938" y="2219325"/>
          <p14:tracePt t="30739" x="5214938" y="2224088"/>
          <p14:tracePt t="30740" x="5221288" y="2224088"/>
          <p14:tracePt t="30741" x="5221288" y="2230438"/>
          <p14:tracePt t="30744" x="5221288" y="2236788"/>
          <p14:tracePt t="30746" x="5221288" y="2243138"/>
          <p14:tracePt t="30749" x="5221288" y="2249488"/>
          <p14:tracePt t="30750" x="5221288" y="2254250"/>
          <p14:tracePt t="30753" x="5221288" y="2260600"/>
          <p14:tracePt t="30756" x="5227638" y="2266950"/>
          <p14:tracePt t="30758" x="5227638" y="2273300"/>
          <p14:tracePt t="30760" x="5227638" y="2278063"/>
          <p14:tracePt t="30761" x="5227638" y="2284413"/>
          <p14:tracePt t="30763" x="5232400" y="2284413"/>
          <p14:tracePt t="30764" x="5232400" y="2290763"/>
          <p14:tracePt t="30765" x="5232400" y="2297113"/>
          <p14:tracePt t="30767" x="5232400" y="2301875"/>
          <p14:tracePt t="30769" x="5238750" y="2308225"/>
          <p14:tracePt t="30770" x="5238750" y="2314575"/>
          <p14:tracePt t="30772" x="5238750" y="2320925"/>
          <p14:tracePt t="30773" x="5245100" y="2327275"/>
          <p14:tracePt t="30775" x="5245100" y="2332038"/>
          <p14:tracePt t="30776" x="5245100" y="2338388"/>
          <p14:tracePt t="30778" x="5251450" y="2344738"/>
          <p14:tracePt t="30779" x="5251450" y="2351088"/>
          <p14:tracePt t="30780" x="5251450" y="2355850"/>
          <p14:tracePt t="30782" x="5251450" y="2362200"/>
          <p14:tracePt t="30784" x="5256213" y="2362200"/>
          <p14:tracePt t="30784" x="5256213" y="2368550"/>
          <p14:tracePt t="30785" x="5256213" y="2374900"/>
          <p14:tracePt t="30787" x="5256213" y="2379663"/>
          <p14:tracePt t="30788" x="5262563" y="2386013"/>
          <p14:tracePt t="30790" x="5262563" y="2398713"/>
          <p14:tracePt t="30792" x="5268913" y="2405063"/>
          <p14:tracePt t="30793" x="5268913" y="2409825"/>
          <p14:tracePt t="30795" x="5268913" y="2416175"/>
          <p14:tracePt t="30796" x="5275263" y="2422525"/>
          <p14:tracePt t="30798" x="5275263" y="2428875"/>
          <p14:tracePt t="30799" x="5275263" y="2433638"/>
          <p14:tracePt t="30800" x="5280025" y="2433638"/>
          <p14:tracePt t="30801" x="5280025" y="2439988"/>
          <p14:tracePt t="30802" x="5280025" y="2446338"/>
          <p14:tracePt t="30804" x="5280025" y="2452688"/>
          <p14:tracePt t="30805" x="5286375" y="2452688"/>
          <p14:tracePt t="30806" x="5286375" y="2457450"/>
          <p14:tracePt t="30808" x="5286375" y="2463800"/>
          <p14:tracePt t="30809" x="5286375" y="2470150"/>
          <p14:tracePt t="30810" x="5292725" y="2476500"/>
          <p14:tracePt t="30812" x="5292725" y="2481263"/>
          <p14:tracePt t="30814" x="5299075" y="2487613"/>
          <p14:tracePt t="30816" x="5299075" y="2493963"/>
          <p14:tracePt t="30818" x="5299075" y="2500313"/>
          <p14:tracePt t="30820" x="5303838" y="2500313"/>
          <p14:tracePt t="30821" x="5303838" y="2506663"/>
          <p14:tracePt t="30824" x="5310188" y="2511425"/>
          <p14:tracePt t="30827" x="5310188" y="2517775"/>
          <p14:tracePt t="30830" x="5316538" y="2517775"/>
          <p14:tracePt t="30832" x="5316538" y="2524125"/>
          <p14:tracePt t="30836" x="5322888" y="2524125"/>
          <p14:tracePt t="30841" x="5322888" y="2530475"/>
          <p14:tracePt t="30842" x="5329238" y="2530475"/>
          <p14:tracePt t="30847" x="5334000" y="2530475"/>
          <p14:tracePt t="30852" x="5340350" y="2530475"/>
          <p14:tracePt t="30855" x="5346700" y="2530475"/>
          <p14:tracePt t="30859" x="5346700" y="2535238"/>
          <p14:tracePt t="30861" x="5353050" y="2535238"/>
          <p14:tracePt t="30864" x="5357813" y="2535238"/>
          <p14:tracePt t="30870" x="5364163" y="2535238"/>
          <p14:tracePt t="30873" x="5370513" y="2535238"/>
          <p14:tracePt t="30881" x="5376863" y="2535238"/>
          <p14:tracePt t="30886" x="5381625" y="2535238"/>
          <p14:tracePt t="30899" x="5387975" y="2535238"/>
          <p14:tracePt t="30903" x="5387975" y="2530475"/>
          <p14:tracePt t="30909" x="5394325" y="2530475"/>
          <p14:tracePt t="30920" x="5400675" y="2530475"/>
          <p14:tracePt t="30942" x="5400675" y="2524125"/>
          <p14:tracePt t="30996" x="5407025" y="2524125"/>
          <p14:tracePt t="31011" x="5411788" y="2524125"/>
          <p14:tracePt t="31023" x="5418138" y="2524125"/>
          <p14:tracePt t="31027" x="5418138" y="2530475"/>
          <p14:tracePt t="31048" x="5424488" y="2530475"/>
          <p14:tracePt t="31152" x="5430838" y="2530475"/>
          <p14:tracePt t="31154" x="5430838" y="2535238"/>
          <p14:tracePt t="31166" x="5435600" y="2535238"/>
          <p14:tracePt t="32690" x="5430838" y="2535238"/>
          <p14:tracePt t="32867" x="5424488" y="2535238"/>
          <p14:tracePt t="33388" x="5424488" y="2530475"/>
          <p14:tracePt t="33811" x="5430838" y="2535238"/>
          <p14:tracePt t="33816" x="5435600" y="2535238"/>
          <p14:tracePt t="33817" x="5435600" y="2541588"/>
          <p14:tracePt t="33820" x="5441950" y="2541588"/>
          <p14:tracePt t="33821" x="5441950" y="2547938"/>
          <p14:tracePt t="33823" x="5448300" y="2547938"/>
          <p14:tracePt t="33824" x="5448300" y="2554288"/>
          <p14:tracePt t="33825" x="5454650" y="2554288"/>
          <p14:tracePt t="33826" x="5454650" y="2559050"/>
          <p14:tracePt t="33828" x="5459413" y="2559050"/>
          <p14:tracePt t="33829" x="5459413" y="2565400"/>
          <p14:tracePt t="33830" x="5465763" y="2571750"/>
          <p14:tracePt t="33832" x="5472113" y="2578100"/>
          <p14:tracePt t="33834" x="5478463" y="2584450"/>
          <p14:tracePt t="33836" x="5483225" y="2589213"/>
          <p14:tracePt t="33837" x="5483225" y="2595563"/>
          <p14:tracePt t="33838" x="5489575" y="2595563"/>
          <p14:tracePt t="33839" x="5489575" y="2601913"/>
          <p14:tracePt t="33840" x="5495925" y="2601913"/>
          <p14:tracePt t="33841" x="5495925" y="2608263"/>
          <p14:tracePt t="33842" x="5502275" y="2613025"/>
          <p14:tracePt t="33844" x="5508625" y="2619375"/>
          <p14:tracePt t="33846" x="5513388" y="2625725"/>
          <p14:tracePt t="33848" x="5519738" y="2632075"/>
          <p14:tracePt t="33850" x="5526088" y="2636838"/>
          <p14:tracePt t="33851" x="5526088" y="2643188"/>
          <p14:tracePt t="33852" x="5532438" y="2643188"/>
          <p14:tracePt t="33853" x="5532438" y="2649538"/>
          <p14:tracePt t="33855" x="5537200" y="2649538"/>
          <p14:tracePt t="33856" x="5537200" y="2655888"/>
          <p14:tracePt t="33857" x="5543550" y="2655888"/>
          <p14:tracePt t="33858" x="5543550" y="2662238"/>
          <p14:tracePt t="33860" x="5549900" y="2662238"/>
          <p14:tracePt t="33861" x="5549900" y="2667000"/>
          <p14:tracePt t="33863" x="5556250" y="2673350"/>
          <p14:tracePt t="33866" x="5561013" y="2679700"/>
          <p14:tracePt t="33868" x="5567363" y="2679700"/>
          <p14:tracePt t="33869" x="5567363" y="2686050"/>
          <p14:tracePt t="33872" x="5573713" y="2690813"/>
          <p14:tracePt t="33873" x="5580063" y="2690813"/>
          <p14:tracePt t="33874" x="5580063" y="2697163"/>
          <p14:tracePt t="33877" x="5586413" y="2703513"/>
          <p14:tracePt t="33879" x="5591175" y="2709863"/>
          <p14:tracePt t="33883" x="5597525" y="2714625"/>
          <p14:tracePt t="33886" x="5603875" y="2720975"/>
          <p14:tracePt t="33889" x="5610225" y="2727325"/>
          <p14:tracePt t="33893" x="5610225" y="2733675"/>
          <p14:tracePt t="33894" x="5614988" y="2733675"/>
          <p14:tracePt t="33896" x="5614988" y="2738438"/>
          <p14:tracePt t="33897" x="5621338" y="2738438"/>
          <p14:tracePt t="33900" x="5621338" y="2744788"/>
          <p14:tracePt t="33902" x="5627688" y="2744788"/>
          <p14:tracePt t="33904" x="5627688" y="2751138"/>
          <p14:tracePt t="33905" x="5634038" y="2751138"/>
          <p14:tracePt t="33907" x="5634038" y="2757488"/>
          <p14:tracePt t="33910" x="5634038" y="2763838"/>
          <p14:tracePt t="33911" x="5638800" y="2763838"/>
          <p14:tracePt t="33913" x="5645150" y="2768600"/>
          <p14:tracePt t="33916" x="5645150" y="2774950"/>
          <p14:tracePt t="33917" x="5651500" y="2774950"/>
          <p14:tracePt t="33918" x="5651500" y="2781300"/>
          <p14:tracePt t="33919" x="5657850" y="2781300"/>
          <p14:tracePt t="33920" x="5657850" y="2787650"/>
          <p14:tracePt t="33922" x="5664200" y="2792413"/>
          <p14:tracePt t="33924" x="5668963" y="2798763"/>
          <p14:tracePt t="33926" x="5668963" y="2805113"/>
          <p14:tracePt t="33927" x="5675313" y="2811463"/>
          <p14:tracePt t="33928" x="5681663" y="2811463"/>
          <p14:tracePt t="33929" x="5681663" y="2816225"/>
          <p14:tracePt t="33931" x="5688013" y="2822575"/>
          <p14:tracePt t="33932" x="5692775" y="2828925"/>
          <p14:tracePt t="33934" x="5699125" y="2835275"/>
          <p14:tracePt t="33935" x="5699125" y="2841625"/>
          <p14:tracePt t="33936" x="5705475" y="2841625"/>
          <p14:tracePt t="33938" x="5705475" y="2846388"/>
          <p14:tracePt t="33938" x="5711825" y="2852738"/>
          <p14:tracePt t="33939" x="5716588" y="2852738"/>
          <p14:tracePt t="33940" x="5716588" y="2859088"/>
          <p14:tracePt t="33941" x="5722938" y="2865438"/>
          <p14:tracePt t="33942" x="5729288" y="2870200"/>
          <p14:tracePt t="33944" x="5735638" y="2876550"/>
          <p14:tracePt t="33945" x="5735638" y="2882900"/>
          <p14:tracePt t="33946" x="5740400" y="2889250"/>
          <p14:tracePt t="33947" x="5746750" y="2889250"/>
          <p14:tracePt t="33948" x="5746750" y="2894013"/>
          <p14:tracePt t="33949" x="5759450" y="2906713"/>
          <p14:tracePt t="33952" x="5765800" y="2913063"/>
          <p14:tracePt t="33953" x="5770563" y="2919413"/>
          <p14:tracePt t="33954" x="5770563" y="2924175"/>
          <p14:tracePt t="33955" x="5776913" y="2930525"/>
          <p14:tracePt t="33956" x="5783263" y="2930525"/>
          <p14:tracePt t="33957" x="5783263" y="2936875"/>
          <p14:tracePt t="33958" x="5789613" y="2943225"/>
          <p14:tracePt t="33960" x="5794375" y="2947988"/>
          <p14:tracePt t="33962" x="5800725" y="2954338"/>
          <p14:tracePt t="33964" x="5807075" y="2960688"/>
          <p14:tracePt t="33966" x="5807075" y="2967038"/>
          <p14:tracePt t="33967" x="5813425" y="2967038"/>
          <p14:tracePt t="33968" x="5813425" y="2971800"/>
          <p14:tracePt t="33970" x="5818188" y="2978150"/>
          <p14:tracePt t="33972" x="5818188" y="2984500"/>
          <p14:tracePt t="33973" x="5824538" y="2984500"/>
          <p14:tracePt t="33975" x="5824538" y="2990850"/>
          <p14:tracePt t="33977" x="5830888" y="2995613"/>
          <p14:tracePt t="33979" x="5837238" y="2995613"/>
          <p14:tracePt t="33980" x="5837238" y="3001963"/>
          <p14:tracePt t="33983" x="5837238" y="3008313"/>
          <p14:tracePt t="33985" x="5843588" y="3008313"/>
          <p14:tracePt t="33986" x="5843588" y="3014663"/>
          <p14:tracePt t="33988" x="5848350" y="3014663"/>
          <p14:tracePt t="33989" x="5848350" y="3021013"/>
          <p14:tracePt t="33991" x="5854700" y="3025775"/>
          <p14:tracePt t="33993" x="5854700" y="3032125"/>
          <p14:tracePt t="33994" x="5861050" y="3038475"/>
          <p14:tracePt t="33997" x="5861050" y="3044825"/>
          <p14:tracePt t="33998" x="5867400" y="3044825"/>
          <p14:tracePt t="33999" x="5867400" y="3049588"/>
          <p14:tracePt t="34000" x="5872163" y="3049588"/>
          <p14:tracePt t="34001" x="5872163" y="3055938"/>
          <p14:tracePt t="34003" x="5878513" y="3062288"/>
          <p14:tracePt t="34005" x="5884863" y="3068638"/>
          <p14:tracePt t="34007" x="5884863" y="3073400"/>
          <p14:tracePt t="34008" x="5891213" y="3073400"/>
          <p14:tracePt t="34009" x="5891213" y="3079750"/>
          <p14:tracePt t="34010" x="5895975" y="3086100"/>
          <p14:tracePt t="34012" x="5902325" y="3086100"/>
          <p14:tracePt t="34013" x="5902325" y="3092450"/>
          <p14:tracePt t="34014" x="5902325" y="3098800"/>
          <p14:tracePt t="34015" x="5908675" y="3098800"/>
          <p14:tracePt t="34016" x="5908675" y="3103563"/>
          <p14:tracePt t="34017" x="5915025" y="3103563"/>
          <p14:tracePt t="34018" x="5915025" y="3109913"/>
          <p14:tracePt t="34020" x="5919788" y="3116263"/>
          <p14:tracePt t="34022" x="5926138" y="3122613"/>
          <p14:tracePt t="34023" x="5926138" y="3127375"/>
          <p14:tracePt t="34024" x="5932488" y="3127375"/>
          <p14:tracePt t="34025" x="5932488" y="3133725"/>
          <p14:tracePt t="34026" x="5938838" y="3133725"/>
          <p14:tracePt t="34027" x="5938838" y="3140075"/>
          <p14:tracePt t="34028" x="5945188" y="3140075"/>
          <p14:tracePt t="34029" x="5945188" y="3146425"/>
          <p14:tracePt t="34030" x="5949950" y="3146425"/>
          <p14:tracePt t="34031" x="5949950" y="3151188"/>
          <p14:tracePt t="34032" x="5956300" y="3151188"/>
          <p14:tracePt t="34033" x="5956300" y="3157538"/>
          <p14:tracePt t="34034" x="5962650" y="3157538"/>
          <p14:tracePt t="34035" x="5962650" y="3163888"/>
          <p14:tracePt t="34036" x="5969000" y="3163888"/>
          <p14:tracePt t="34037" x="5973763" y="3170238"/>
          <p14:tracePt t="34039" x="5980113" y="3176588"/>
          <p14:tracePt t="34040" x="5986463" y="3176588"/>
          <p14:tracePt t="34042" x="5992813" y="3181350"/>
          <p14:tracePt t="34044" x="5997575" y="3187700"/>
          <p14:tracePt t="34046" x="6003925" y="3187700"/>
          <p14:tracePt t="34048" x="6010275" y="3187700"/>
          <p14:tracePt t="34049" x="6016625" y="3194050"/>
          <p14:tracePt t="34051" x="6022975" y="3194050"/>
          <p14:tracePt t="34052" x="6027738" y="3200400"/>
          <p14:tracePt t="34054" x="6034088" y="3200400"/>
          <p14:tracePt t="34055" x="6040438" y="3200400"/>
          <p14:tracePt t="34057" x="6046788" y="3200400"/>
          <p14:tracePt t="34058" x="6051550" y="3200400"/>
          <p14:tracePt t="34060" x="6057900" y="3200400"/>
          <p14:tracePt t="34061" x="6064250" y="3205163"/>
          <p14:tracePt t="34062" x="6070600" y="3205163"/>
          <p14:tracePt t="34063" x="6075363" y="3205163"/>
          <p14:tracePt t="34064" x="6081713" y="3205163"/>
          <p14:tracePt t="34065" x="6088063" y="3205163"/>
          <p14:tracePt t="34066" x="6094413" y="3205163"/>
          <p14:tracePt t="34067" x="6100763" y="3205163"/>
          <p14:tracePt t="34068" x="6105525" y="3205163"/>
          <p14:tracePt t="34069" x="6111875" y="3205163"/>
          <p14:tracePt t="34070" x="6118225" y="3205163"/>
          <p14:tracePt t="34071" x="6124575" y="3205163"/>
          <p14:tracePt t="34072" x="6129338" y="3205163"/>
          <p14:tracePt t="34073" x="6142038" y="3205163"/>
          <p14:tracePt t="34074" x="6148388" y="3205163"/>
          <p14:tracePt t="34075" x="6153150" y="3205163"/>
          <p14:tracePt t="34076" x="6159500" y="3205163"/>
          <p14:tracePt t="34077" x="6172200" y="3205163"/>
          <p14:tracePt t="34078" x="6176963" y="3205163"/>
          <p14:tracePt t="34079" x="6183313" y="3205163"/>
          <p14:tracePt t="34080" x="6196013" y="3200400"/>
          <p14:tracePt t="34081" x="6202363" y="3200400"/>
          <p14:tracePt t="34082" x="6213475" y="3200400"/>
          <p14:tracePt t="34083" x="6226175" y="3200400"/>
          <p14:tracePt t="34084" x="6230938" y="3200400"/>
          <p14:tracePt t="34085" x="6243638" y="3194050"/>
          <p14:tracePt t="34086" x="6249988" y="3194050"/>
          <p14:tracePt t="34087" x="6261100" y="3194050"/>
          <p14:tracePt t="34088" x="6273800" y="3194050"/>
          <p14:tracePt t="34089" x="6280150" y="3187700"/>
          <p14:tracePt t="34090" x="6284913" y="3187700"/>
          <p14:tracePt t="34091" x="6297613" y="3187700"/>
          <p14:tracePt t="34092" x="6303963" y="3187700"/>
          <p14:tracePt t="34093" x="6315075" y="3181350"/>
          <p14:tracePt t="34094" x="6327775" y="3181350"/>
          <p14:tracePt t="34096" x="6345238" y="3176588"/>
          <p14:tracePt t="34097" x="6351588" y="3176588"/>
          <p14:tracePt t="34098" x="6362700" y="3176588"/>
          <p14:tracePt t="34099" x="6375400" y="3170238"/>
          <p14:tracePt t="34100" x="6381750" y="3170238"/>
          <p14:tracePt t="34101" x="6392863" y="3163888"/>
          <p14:tracePt t="34102" x="6399213" y="3163888"/>
          <p14:tracePt t="34103" x="6410325" y="3163888"/>
          <p14:tracePt t="34105" x="6416675" y="3157538"/>
          <p14:tracePt t="34105" x="6429375" y="3157538"/>
          <p14:tracePt t="34106" x="6440488" y="3157538"/>
          <p14:tracePt t="34107" x="6446838" y="3151188"/>
          <p14:tracePt t="34108" x="6459538" y="3151188"/>
          <p14:tracePt t="34109" x="6464300" y="3146425"/>
          <p14:tracePt t="34110" x="6477000" y="3146425"/>
          <p14:tracePt t="34111" x="6483350" y="3140075"/>
          <p14:tracePt t="34112" x="6494463" y="3140075"/>
          <p14:tracePt t="34113" x="6507163" y="3133725"/>
          <p14:tracePt t="34114" x="6511925" y="3133725"/>
          <p14:tracePt t="34115" x="6518275" y="3127375"/>
          <p14:tracePt t="34116" x="6530975" y="3127375"/>
          <p14:tracePt t="34117" x="6542088" y="3122613"/>
          <p14:tracePt t="34118" x="6548438" y="3122613"/>
          <p14:tracePt t="34119" x="6554788" y="3122613"/>
          <p14:tracePt t="34120" x="6565900" y="3116263"/>
          <p14:tracePt t="34121" x="6572250" y="3109913"/>
          <p14:tracePt t="34122" x="6584950" y="3109913"/>
          <p14:tracePt t="34123" x="6589713" y="3103563"/>
          <p14:tracePt t="34124" x="6602413" y="3103563"/>
          <p14:tracePt t="34125" x="6613525" y="3098800"/>
          <p14:tracePt t="34126" x="6626225" y="3092450"/>
          <p14:tracePt t="34127" x="6632575" y="3086100"/>
          <p14:tracePt t="34128" x="6638925" y="3086100"/>
          <p14:tracePt t="34129" x="6643688" y="3086100"/>
          <p14:tracePt t="34130" x="6650038" y="3079750"/>
          <p14:tracePt t="34131" x="6662738" y="3073400"/>
          <p14:tracePt t="34132" x="6667500" y="3073400"/>
          <p14:tracePt t="34133" x="6673850" y="3068638"/>
          <p14:tracePt t="34134" x="6686550" y="3062288"/>
          <p14:tracePt t="34135" x="6691313" y="3062288"/>
          <p14:tracePt t="34136" x="6697663" y="3055938"/>
          <p14:tracePt t="34137" x="6704013" y="3055938"/>
          <p14:tracePt t="34138" x="6710363" y="3049588"/>
          <p14:tracePt t="34139" x="6721475" y="3044825"/>
          <p14:tracePt t="34140" x="6727825" y="3044825"/>
          <p14:tracePt t="34141" x="6734175" y="3038475"/>
          <p14:tracePt t="34142" x="6740525" y="3038475"/>
          <p14:tracePt t="34143" x="6745288" y="3032125"/>
          <p14:tracePt t="34144" x="6751638" y="3025775"/>
          <p14:tracePt t="34145" x="6757988" y="3025775"/>
          <p14:tracePt t="34146" x="6764338" y="3021013"/>
          <p14:tracePt t="34147" x="6769100" y="3021013"/>
          <p14:tracePt t="34148" x="6781800" y="3014663"/>
          <p14:tracePt t="34149" x="6781800" y="3008313"/>
          <p14:tracePt t="34150" x="6794500" y="3008313"/>
          <p14:tracePt t="34151" x="6794500" y="3001963"/>
          <p14:tracePt t="34152" x="6805613" y="3001963"/>
          <p14:tracePt t="34153" x="6811963" y="2995613"/>
          <p14:tracePt t="34154" x="6811963" y="2990850"/>
          <p14:tracePt t="34155" x="6818313" y="2990850"/>
          <p14:tracePt t="34156" x="6823075" y="2984500"/>
          <p14:tracePt t="34157" x="6829425" y="2984500"/>
          <p14:tracePt t="34158" x="6842125" y="2971800"/>
          <p14:tracePt t="34160" x="6846888" y="2967038"/>
          <p14:tracePt t="34161" x="6853238" y="2967038"/>
          <p14:tracePt t="34162" x="6859588" y="2960688"/>
          <p14:tracePt t="34163" x="6865938" y="2960688"/>
          <p14:tracePt t="34164" x="6865938" y="2954338"/>
          <p14:tracePt t="34165" x="6870700" y="2954338"/>
          <p14:tracePt t="34166" x="6877050" y="2947988"/>
          <p14:tracePt t="34168" x="6883400" y="2943225"/>
          <p14:tracePt t="34169" x="6889750" y="2936875"/>
          <p14:tracePt t="34171" x="6896100" y="2936875"/>
          <p14:tracePt t="34172" x="6900863" y="2930525"/>
          <p14:tracePt t="34173" x="6900863" y="2924175"/>
          <p14:tracePt t="34174" x="6907213" y="2924175"/>
          <p14:tracePt t="34175" x="6913563" y="2924175"/>
          <p14:tracePt t="34176" x="6913563" y="2919413"/>
          <p14:tracePt t="34177" x="6919913" y="2919413"/>
          <p14:tracePt t="34178" x="6919913" y="2913063"/>
          <p14:tracePt t="34179" x="6924675" y="2913063"/>
          <p14:tracePt t="34181" x="6931025" y="2906713"/>
          <p14:tracePt t="34183" x="6931025" y="2900363"/>
          <p14:tracePt t="34184" x="6937375" y="2900363"/>
          <p14:tracePt t="34185" x="6943725" y="2894013"/>
          <p14:tracePt t="34187" x="6943725" y="2889250"/>
          <p14:tracePt t="34188" x="6948488" y="2889250"/>
          <p14:tracePt t="34190" x="6948488" y="2882900"/>
          <p14:tracePt t="34192" x="6954838" y="2882900"/>
          <p14:tracePt t="34193" x="6954838" y="2876550"/>
          <p14:tracePt t="34195" x="6954838" y="2870200"/>
          <p14:tracePt t="34196" x="6961188" y="2870200"/>
          <p14:tracePt t="34200" x="6961188" y="2865438"/>
          <p14:tracePt t="34202" x="6961188" y="2859088"/>
          <p14:tracePt t="34207" x="6961188" y="2852738"/>
          <p14:tracePt t="34210" x="6961188" y="2846388"/>
          <p14:tracePt t="34213" x="6961188" y="2841625"/>
          <p14:tracePt t="34216" x="6961188" y="2835275"/>
          <p14:tracePt t="34217" x="6954838" y="2835275"/>
          <p14:tracePt t="34218" x="6954838" y="2828925"/>
          <p14:tracePt t="34221" x="6948488" y="2828925"/>
          <p14:tracePt t="34223" x="6948488" y="2822575"/>
          <p14:tracePt t="34224" x="6948488" y="2816225"/>
          <p14:tracePt t="34225" x="6943725" y="2816225"/>
          <p14:tracePt t="34228" x="6937375" y="2811463"/>
          <p14:tracePt t="34230" x="6937375" y="2805113"/>
          <p14:tracePt t="34231" x="6931025" y="2805113"/>
          <p14:tracePt t="34233" x="6924675" y="2805113"/>
          <p14:tracePt t="34234" x="6924675" y="2798763"/>
          <p14:tracePt t="34236" x="6919913" y="2792413"/>
          <p14:tracePt t="34238" x="6913563" y="2792413"/>
          <p14:tracePt t="34239" x="6913563" y="2787650"/>
          <p14:tracePt t="34241" x="6907213" y="2787650"/>
          <p14:tracePt t="34242" x="6907213" y="2781300"/>
          <p14:tracePt t="34243" x="6900863" y="2781300"/>
          <p14:tracePt t="34244" x="6900863" y="2774950"/>
          <p14:tracePt t="34245" x="6896100" y="2774950"/>
          <p14:tracePt t="34247" x="6889750" y="2768600"/>
          <p14:tracePt t="34249" x="6883400" y="2763838"/>
          <p14:tracePt t="34250" x="6877050" y="2763838"/>
          <p14:tracePt t="34251" x="6870700" y="2757488"/>
          <p14:tracePt t="34253" x="6865938" y="2751138"/>
          <p14:tracePt t="34254" x="6859588" y="2751138"/>
          <p14:tracePt t="34255" x="6859588" y="2744788"/>
          <p14:tracePt t="34256" x="6853238" y="2744788"/>
          <p14:tracePt t="34257" x="6846888" y="2738438"/>
          <p14:tracePt t="34258" x="6842125" y="2733675"/>
          <p14:tracePt t="34259" x="6835775" y="2733675"/>
          <p14:tracePt t="34260" x="6835775" y="2727325"/>
          <p14:tracePt t="34261" x="6823075" y="2727325"/>
          <p14:tracePt t="34262" x="6823075" y="2720975"/>
          <p14:tracePt t="34263" x="6818313" y="2714625"/>
          <p14:tracePt t="34264" x="6811963" y="2714625"/>
          <p14:tracePt t="34265" x="6799263" y="2709863"/>
          <p14:tracePt t="34267" x="6788150" y="2703513"/>
          <p14:tracePt t="34268" x="6781800" y="2697163"/>
          <p14:tracePt t="34269" x="6769100" y="2690813"/>
          <p14:tracePt t="34271" x="6757988" y="2686050"/>
          <p14:tracePt t="34272" x="6751638" y="2686050"/>
          <p14:tracePt t="34273" x="6745288" y="2679700"/>
          <p14:tracePt t="34274" x="6734175" y="2673350"/>
          <p14:tracePt t="34275" x="6727825" y="2667000"/>
          <p14:tracePt t="34276" x="6721475" y="2667000"/>
          <p14:tracePt t="34277" x="6710363" y="2662238"/>
          <p14:tracePt t="34278" x="6704013" y="2655888"/>
          <p14:tracePt t="34279" x="6691313" y="2655888"/>
          <p14:tracePt t="34280" x="6686550" y="2649538"/>
          <p14:tracePt t="34281" x="6673850" y="2643188"/>
          <p14:tracePt t="34282" x="6667500" y="2636838"/>
          <p14:tracePt t="34283" x="6656388" y="2636838"/>
          <p14:tracePt t="34284" x="6643688" y="2632075"/>
          <p14:tracePt t="34285" x="6626225" y="2619375"/>
          <p14:tracePt t="34286" x="6613525" y="2613025"/>
          <p14:tracePt t="34287" x="6608763" y="2613025"/>
          <p14:tracePt t="34288" x="6596063" y="2608263"/>
          <p14:tracePt t="34289" x="6584950" y="2601913"/>
          <p14:tracePt t="34290" x="6578600" y="2601913"/>
          <p14:tracePt t="34291" x="6565900" y="2595563"/>
          <p14:tracePt t="34292" x="6561138" y="2589213"/>
          <p14:tracePt t="34293" x="6554788" y="2589213"/>
          <p14:tracePt t="34294" x="6542088" y="2584450"/>
          <p14:tracePt t="34295" x="6537325" y="2578100"/>
          <p14:tracePt t="34296" x="6524625" y="2578100"/>
          <p14:tracePt t="34297" x="6511925" y="2571750"/>
          <p14:tracePt t="34298" x="6500813" y="2565400"/>
          <p14:tracePt t="34299" x="6488113" y="2559050"/>
          <p14:tracePt t="34300" x="6477000" y="2554288"/>
          <p14:tracePt t="34301" x="6464300" y="2554288"/>
          <p14:tracePt t="34302" x="6453188" y="2547938"/>
          <p14:tracePt t="34303" x="6440488" y="2541588"/>
          <p14:tracePt t="34304" x="6429375" y="2535238"/>
          <p14:tracePt t="34305" x="6423025" y="2535238"/>
          <p14:tracePt t="34306" x="6410325" y="2530475"/>
          <p14:tracePt t="34307" x="6399213" y="2524125"/>
          <p14:tracePt t="34308" x="6386513" y="2524125"/>
          <p14:tracePt t="34309" x="6375400" y="2517775"/>
          <p14:tracePt t="34310" x="6369050" y="2511425"/>
          <p14:tracePt t="34311" x="6356350" y="2511425"/>
          <p14:tracePt t="34312" x="6351588" y="2506663"/>
          <p14:tracePt t="34313" x="6338888" y="2506663"/>
          <p14:tracePt t="34314" x="6327775" y="2500313"/>
          <p14:tracePt t="34315" x="6321425" y="2493963"/>
          <p14:tracePt t="34316" x="6297613" y="2487613"/>
          <p14:tracePt t="34317" x="6284913" y="2481263"/>
          <p14:tracePt t="34318" x="6280150" y="2481263"/>
          <p14:tracePt t="34319" x="6267450" y="2476500"/>
          <p14:tracePt t="34320" x="6254750" y="2476500"/>
          <p14:tracePt t="34321" x="6249988" y="2470150"/>
          <p14:tracePt t="34322" x="6237288" y="2463800"/>
          <p14:tracePt t="34323" x="6226175" y="2463800"/>
          <p14:tracePt t="34324" x="6213475" y="2457450"/>
          <p14:tracePt t="34325" x="6207125" y="2452688"/>
          <p14:tracePt t="34326" x="6196013" y="2452688"/>
          <p14:tracePt t="34327" x="6183313" y="2446338"/>
          <p14:tracePt t="34328" x="6172200" y="2439988"/>
          <p14:tracePt t="34329" x="6165850" y="2439988"/>
          <p14:tracePt t="34330" x="6153150" y="2433638"/>
          <p14:tracePt t="34331" x="6142038" y="2433638"/>
          <p14:tracePt t="34332" x="6135688" y="2428875"/>
          <p14:tracePt t="34333" x="6124575" y="2422525"/>
          <p14:tracePt t="34334" x="6118225" y="2422525"/>
          <p14:tracePt t="34335" x="6105525" y="2416175"/>
          <p14:tracePt t="34336" x="6094413" y="2409825"/>
          <p14:tracePt t="34337" x="6075363" y="2405063"/>
          <p14:tracePt t="34338" x="6064250" y="2398713"/>
          <p14:tracePt t="34339" x="6057900" y="2398713"/>
          <p14:tracePt t="34340" x="6046788" y="2392363"/>
          <p14:tracePt t="34341" x="6040438" y="2386013"/>
          <p14:tracePt t="34342" x="6034088" y="2386013"/>
          <p14:tracePt t="34343" x="6022975" y="2379663"/>
          <p14:tracePt t="34344" x="6010275" y="2379663"/>
          <p14:tracePt t="34345" x="6003925" y="2374900"/>
          <p14:tracePt t="34346" x="5997575" y="2368550"/>
          <p14:tracePt t="34347" x="5992813" y="2368550"/>
          <p14:tracePt t="34348" x="5980113" y="2362200"/>
          <p14:tracePt t="34349" x="5973763" y="2355850"/>
          <p14:tracePt t="34350" x="5969000" y="2355850"/>
          <p14:tracePt t="34351" x="5956300" y="2351088"/>
          <p14:tracePt t="34352" x="5949950" y="2351088"/>
          <p14:tracePt t="34353" x="5945188" y="2344738"/>
          <p14:tracePt t="34354" x="5938838" y="2338388"/>
          <p14:tracePt t="34355" x="5932488" y="2338388"/>
          <p14:tracePt t="34356" x="5926138" y="2332038"/>
          <p14:tracePt t="34357" x="5919788" y="2332038"/>
          <p14:tracePt t="34358" x="5915025" y="2327275"/>
          <p14:tracePt t="34359" x="5908675" y="2320925"/>
          <p14:tracePt t="34360" x="5902325" y="2320925"/>
          <p14:tracePt t="34361" x="5902325" y="2314575"/>
          <p14:tracePt t="34362" x="5891213" y="2314575"/>
          <p14:tracePt t="34363" x="5891213" y="2308225"/>
          <p14:tracePt t="34364" x="5884863" y="2308225"/>
          <p14:tracePt t="34365" x="5878513" y="2301875"/>
          <p14:tracePt t="34367" x="5872163" y="2297113"/>
          <p14:tracePt t="34368" x="5867400" y="2297113"/>
          <p14:tracePt t="34369" x="5861050" y="2297113"/>
          <p14:tracePt t="34370" x="5861050" y="2290763"/>
          <p14:tracePt t="34371" x="5854700" y="2284413"/>
          <p14:tracePt t="34373" x="5848350" y="2284413"/>
          <p14:tracePt t="34375" x="5843588" y="2278063"/>
          <p14:tracePt t="34377" x="5837238" y="2273300"/>
          <p14:tracePt t="34379" x="5830888" y="2266950"/>
          <p14:tracePt t="34381" x="5824538" y="2266950"/>
          <p14:tracePt t="34382" x="5824538" y="2260600"/>
          <p14:tracePt t="34384" x="5818188" y="2260600"/>
          <p14:tracePt t="34385" x="5818188" y="2254250"/>
          <p14:tracePt t="34387" x="5813425" y="2254250"/>
          <p14:tracePt t="34389" x="5813425" y="2249488"/>
          <p14:tracePt t="34391" x="5807075" y="2249488"/>
          <p14:tracePt t="34393" x="5807075" y="2243138"/>
          <p14:tracePt t="34396" x="5800725" y="2243138"/>
          <p14:tracePt t="34401" x="5800725" y="2236788"/>
          <p14:tracePt t="34408" x="5794375" y="2236788"/>
          <p14:tracePt t="34414" x="5794375" y="2230438"/>
          <p14:tracePt t="34535" x="5794375" y="2236788"/>
          <p14:tracePt t="34540" x="5800725" y="2236788"/>
          <p14:tracePt t="34544" x="5807075" y="2243138"/>
          <p14:tracePt t="34547" x="5813425" y="2243138"/>
          <p14:tracePt t="34549" x="5813425" y="2249488"/>
          <p14:tracePt t="34550" x="5818188" y="2249488"/>
          <p14:tracePt t="34552" x="5818188" y="2254250"/>
          <p14:tracePt t="34553" x="5824538" y="2254250"/>
          <p14:tracePt t="34554" x="5824538" y="2260600"/>
          <p14:tracePt t="34555" x="5830888" y="2260600"/>
          <p14:tracePt t="34557" x="5837238" y="2266950"/>
          <p14:tracePt t="34559" x="5843588" y="2273300"/>
          <p14:tracePt t="34561" x="5848350" y="2278063"/>
          <p14:tracePt t="34563" x="5854700" y="2284413"/>
          <p14:tracePt t="34565" x="5854700" y="2290763"/>
          <p14:tracePt t="34566" x="5861050" y="2297113"/>
          <p14:tracePt t="34568" x="5867400" y="2301875"/>
          <p14:tracePt t="34570" x="5872163" y="2308225"/>
          <p14:tracePt t="34572" x="5878513" y="2314575"/>
          <p14:tracePt t="34574" x="5884863" y="2320925"/>
          <p14:tracePt t="34576" x="5884863" y="2327275"/>
          <p14:tracePt t="34577" x="5891213" y="2327275"/>
          <p14:tracePt t="34578" x="5891213" y="2332038"/>
          <p14:tracePt t="34580" x="5895975" y="2332038"/>
          <p14:tracePt t="34581" x="5895975" y="2338388"/>
          <p14:tracePt t="34582" x="5902325" y="2338388"/>
          <p14:tracePt t="34583" x="5902325" y="2344738"/>
          <p14:tracePt t="34585" x="5908675" y="2344738"/>
          <p14:tracePt t="34586" x="5908675" y="2351088"/>
          <p14:tracePt t="34588" x="5915025" y="2355850"/>
          <p14:tracePt t="34591" x="5919788" y="2355850"/>
          <p14:tracePt t="34592" x="5919788" y="2362200"/>
          <p14:tracePt t="34593" x="5926138" y="2362200"/>
          <p14:tracePt t="34594" x="5926138" y="2368550"/>
          <p14:tracePt t="34596" x="5932488" y="2374900"/>
          <p14:tracePt t="34598" x="5938838" y="2374900"/>
          <p14:tracePt t="34600" x="5938838" y="2379663"/>
          <p14:tracePt t="34601" x="5945188" y="2379663"/>
          <p14:tracePt t="34603" x="5949950" y="2386013"/>
          <p14:tracePt t="34606" x="5956300" y="2392363"/>
          <p14:tracePt t="34607" x="5962650" y="2392363"/>
          <p14:tracePt t="34610" x="5962650" y="2398713"/>
          <p14:tracePt t="34611" x="5969000" y="2398713"/>
          <p14:tracePt t="34612" x="5973763" y="2398713"/>
          <p14:tracePt t="34613" x="5973763" y="2405063"/>
          <p14:tracePt t="34615" x="5980113" y="2405063"/>
          <p14:tracePt t="34617" x="5986463" y="2405063"/>
          <p14:tracePt t="34619" x="5986463" y="2409825"/>
          <p14:tracePt t="34620" x="5992813" y="2409825"/>
          <p14:tracePt t="34622" x="5997575" y="2409825"/>
          <p14:tracePt t="34624" x="5997575" y="2416175"/>
          <p14:tracePt t="34625" x="6003925" y="2416175"/>
          <p14:tracePt t="34627" x="6010275" y="2416175"/>
          <p14:tracePt t="34632" x="6022975" y="2422525"/>
          <p14:tracePt t="34635" x="6027738" y="2422525"/>
          <p14:tracePt t="34639" x="6034088" y="2422525"/>
          <p14:tracePt t="34639" x="6034088" y="2428875"/>
          <p14:tracePt t="34641" x="6040438" y="2428875"/>
          <p14:tracePt t="34644" x="6046788" y="2428875"/>
          <p14:tracePt t="34646" x="6051550" y="2428875"/>
          <p14:tracePt t="34650" x="6051550" y="2433638"/>
          <p14:tracePt t="34651" x="6057900" y="2433638"/>
          <p14:tracePt t="34653" x="6064250" y="2433638"/>
          <p14:tracePt t="34658" x="6070600" y="2433638"/>
          <p14:tracePt t="34661" x="6075363" y="2433638"/>
          <p14:tracePt t="34667" x="6081713" y="2433638"/>
          <p14:tracePt t="34670" x="6088063" y="2433638"/>
          <p14:tracePt t="34675" x="6094413" y="2433638"/>
          <p14:tracePt t="34679" x="6100763" y="2439988"/>
          <p14:tracePt t="34685" x="6105525" y="2439988"/>
          <p14:tracePt t="34689" x="6111875" y="2439988"/>
          <p14:tracePt t="34694" x="6118225" y="2439988"/>
          <p14:tracePt t="34699" x="6124575" y="2439988"/>
          <p14:tracePt t="34703" x="6129338" y="2439988"/>
          <p14:tracePt t="34707" x="6135688" y="2439988"/>
          <p14:tracePt t="34713" x="6142038" y="2439988"/>
          <p14:tracePt t="34716" x="6142038" y="2446338"/>
          <p14:tracePt t="34718" x="6148388" y="2446338"/>
          <p14:tracePt t="34732" x="6153150" y="2446338"/>
          <p14:tracePt t="34924" x="6153150" y="2439988"/>
          <p14:tracePt t="34932" x="6153150" y="2433638"/>
          <p14:tracePt t="34942" x="6153150" y="2428875"/>
          <p14:tracePt t="34950" x="6153150" y="2422525"/>
          <p14:tracePt t="34956" x="6153150" y="2416175"/>
          <p14:tracePt t="34961" x="6153150" y="2409825"/>
          <p14:tracePt t="34966" x="6153150" y="2405063"/>
          <p14:tracePt t="34970" x="6153150" y="2398713"/>
          <p14:tracePt t="34974" x="6153150" y="2392363"/>
          <p14:tracePt t="34976" x="6148388" y="2392363"/>
          <p14:tracePt t="34978" x="6148388" y="2386013"/>
          <p14:tracePt t="34982" x="6148388" y="2379663"/>
          <p14:tracePt t="34984" x="6142038" y="2379663"/>
          <p14:tracePt t="34985" x="6142038" y="2374900"/>
          <p14:tracePt t="34989" x="6142038" y="2368550"/>
          <p14:tracePt t="34991" x="6135688" y="2368550"/>
          <p14:tracePt t="34993" x="6135688" y="2362200"/>
          <p14:tracePt t="34996" x="6135688" y="2355850"/>
          <p14:tracePt t="34997" x="6129338" y="2355850"/>
          <p14:tracePt t="35000" x="6129338" y="2351088"/>
          <p14:tracePt t="35004" x="6124575" y="2344738"/>
          <p14:tracePt t="35008" x="6124575" y="2338388"/>
          <p14:tracePt t="35010" x="6118225" y="2338388"/>
          <p14:tracePt t="35013" x="6118225" y="2332038"/>
          <p14:tracePt t="35016" x="6111875" y="2332038"/>
          <p14:tracePt t="35018" x="6111875" y="2327275"/>
          <p14:tracePt t="35022" x="6105525" y="2327275"/>
          <p14:tracePt t="35023" x="6105525" y="2320925"/>
          <p14:tracePt t="35028" x="6100763" y="2320925"/>
          <p14:tracePt t="35029" x="6100763" y="2314575"/>
          <p14:tracePt t="35034" x="6094413" y="2308225"/>
          <p14:tracePt t="35040" x="6088063" y="2308225"/>
          <p14:tracePt t="35042" x="6088063" y="2301875"/>
          <p14:tracePt t="35047" x="6081713" y="2301875"/>
          <p14:tracePt t="35048" x="6081713" y="2297113"/>
          <p14:tracePt t="35053" x="6075363" y="2297113"/>
          <p14:tracePt t="35055" x="6075363" y="2290763"/>
          <p14:tracePt t="35060" x="6070600" y="2290763"/>
          <p14:tracePt t="35062" x="6070600" y="2284413"/>
          <p14:tracePt t="35064" x="6064250" y="2284413"/>
          <p14:tracePt t="35076" x="6064250" y="2278063"/>
          <p14:tracePt t="35078" x="6057900" y="2278063"/>
          <p14:tracePt t="35090" x="6051550" y="2278063"/>
          <p14:tracePt t="35114" x="6046788" y="2278063"/>
          <p14:tracePt t="35123" x="6046788" y="2273300"/>
          <p14:tracePt t="35134" x="6040438" y="2273300"/>
          <p14:tracePt t="35150" x="6034088" y="2273300"/>
          <p14:tracePt t="35152" x="6034088" y="2266950"/>
          <p14:tracePt t="35158" x="6027738" y="2266950"/>
          <p14:tracePt t="35165" x="6027738" y="2260600"/>
          <p14:tracePt t="35168" x="6022975" y="2260600"/>
          <p14:tracePt t="35174" x="6022975" y="2254250"/>
          <p14:tracePt t="35175" x="6016625" y="2254250"/>
          <p14:tracePt t="35181" x="6010275" y="2254250"/>
          <p14:tracePt t="35183" x="6010275" y="2249488"/>
          <p14:tracePt t="35188" x="6003925" y="2249488"/>
          <p14:tracePt t="35189" x="6003925" y="2243138"/>
          <p14:tracePt t="35193" x="5997575" y="2243138"/>
          <p14:tracePt t="35194" x="5997575" y="2236788"/>
          <p14:tracePt t="35198" x="5997575" y="2230438"/>
          <p14:tracePt t="35199" x="5992813" y="2230438"/>
          <p14:tracePt t="35203" x="5992813" y="2224088"/>
          <p14:tracePt t="35204" x="5986463" y="2224088"/>
          <p14:tracePt t="35207" x="5986463" y="2219325"/>
          <p14:tracePt t="35209" x="5980113" y="2219325"/>
          <p14:tracePt t="35211" x="5980113" y="2212975"/>
          <p14:tracePt t="35213" x="5973763" y="2212975"/>
          <p14:tracePt t="35216" x="5973763" y="2206625"/>
          <p14:tracePt t="35219" x="5969000" y="2206625"/>
          <p14:tracePt t="35221" x="5969000" y="2200275"/>
          <p14:tracePt t="35230" x="5962650" y="2200275"/>
          <p14:tracePt t="35287" x="5969000" y="2200275"/>
          <p14:tracePt t="35291" x="5973763" y="2206625"/>
          <p14:tracePt t="35295" x="5980113" y="2212975"/>
          <p14:tracePt t="35297" x="5986463" y="2212975"/>
          <p14:tracePt t="35298" x="5986463" y="2219325"/>
          <p14:tracePt t="35300" x="5986463" y="2224088"/>
          <p14:tracePt t="35301" x="5992813" y="2224088"/>
          <p14:tracePt t="35302" x="5992813" y="2230438"/>
          <p14:tracePt t="35303" x="5997575" y="2230438"/>
          <p14:tracePt t="35305" x="5997575" y="2236788"/>
          <p14:tracePt t="35306" x="5997575" y="2243138"/>
          <p14:tracePt t="35307" x="6003925" y="2243138"/>
          <p14:tracePt t="35308" x="6003925" y="2249488"/>
          <p14:tracePt t="35310" x="6010275" y="2254250"/>
          <p14:tracePt t="35311" x="6010275" y="2260600"/>
          <p14:tracePt t="35313" x="6016625" y="2260600"/>
          <p14:tracePt t="35314" x="6016625" y="2266950"/>
          <p14:tracePt t="35315" x="6016625" y="2273300"/>
          <p14:tracePt t="35316" x="6022975" y="2273300"/>
          <p14:tracePt t="35317" x="6022975" y="2278063"/>
          <p14:tracePt t="35318" x="6027738" y="2278063"/>
          <p14:tracePt t="35319" x="6027738" y="2284413"/>
          <p14:tracePt t="35321" x="6027738" y="2290763"/>
          <p14:tracePt t="35322" x="6034088" y="2297113"/>
          <p14:tracePt t="35324" x="6034088" y="2301875"/>
          <p14:tracePt t="35325" x="6040438" y="2301875"/>
          <p14:tracePt t="35326" x="6040438" y="2308225"/>
          <p14:tracePt t="35328" x="6046788" y="2314575"/>
          <p14:tracePt t="35330" x="6046788" y="2320925"/>
          <p14:tracePt t="35331" x="6051550" y="2320925"/>
          <p14:tracePt t="35332" x="6051550" y="2327275"/>
          <p14:tracePt t="35334" x="6057900" y="2332038"/>
          <p14:tracePt t="35335" x="6057900" y="2338388"/>
          <p14:tracePt t="35337" x="6064250" y="2344738"/>
          <p14:tracePt t="35339" x="6064250" y="2351088"/>
          <p14:tracePt t="35340" x="6070600" y="2351088"/>
          <p14:tracePt t="35342" x="6070600" y="2355850"/>
          <p14:tracePt t="35343" x="6075363" y="2355850"/>
          <p14:tracePt t="35344" x="6075363" y="2362200"/>
          <p14:tracePt t="35346" x="6075363" y="2368550"/>
          <p14:tracePt t="35347" x="6081713" y="2368550"/>
          <p14:tracePt t="35349" x="6081713" y="2374900"/>
          <p14:tracePt t="35350" x="6088063" y="2374900"/>
          <p14:tracePt t="35352" x="6088063" y="2379663"/>
          <p14:tracePt t="35354" x="6094413" y="2379663"/>
          <p14:tracePt t="35355" x="6094413" y="2386013"/>
          <p14:tracePt t="35359" x="6100763" y="2392363"/>
          <p14:tracePt t="35362" x="6100763" y="2398713"/>
          <p14:tracePt t="35363" x="6105525" y="2398713"/>
          <p14:tracePt t="35369" x="6111875" y="2405063"/>
          <p14:tracePt t="35378" x="6111875" y="2409825"/>
          <p14:tracePt t="35379" x="6118225" y="2409825"/>
          <p14:tracePt t="35480" x="6124575" y="2409825"/>
          <p14:tracePt t="35630" x="6129338" y="2409825"/>
          <p14:tracePt t="37045" x="6129338" y="2416175"/>
          <p14:tracePt t="37046" x="6124575" y="2416175"/>
          <p14:tracePt t="37050" x="6124575" y="2422525"/>
          <p14:tracePt t="37051" x="6118225" y="2422525"/>
          <p14:tracePt t="37053" x="6111875" y="2428875"/>
          <p14:tracePt t="37057" x="6105525" y="2428875"/>
          <p14:tracePt t="37058" x="6100763" y="2433638"/>
          <p14:tracePt t="37060" x="6094413" y="2433638"/>
          <p14:tracePt t="37061" x="6094413" y="2439988"/>
          <p14:tracePt t="37063" x="6088063" y="2439988"/>
          <p14:tracePt t="37064" x="6088063" y="2446338"/>
          <p14:tracePt t="37065" x="6081713" y="2446338"/>
          <p14:tracePt t="37067" x="6075363" y="2452688"/>
          <p14:tracePt t="37068" x="6070600" y="2452688"/>
          <p14:tracePt t="37070" x="6064250" y="2457450"/>
          <p14:tracePt t="37072" x="6057900" y="2457450"/>
          <p14:tracePt t="37074" x="6051550" y="2463800"/>
          <p14:tracePt t="37076" x="6046788" y="2463800"/>
          <p14:tracePt t="37077" x="6046788" y="2470150"/>
          <p14:tracePt t="37079" x="6040438" y="2470150"/>
          <p14:tracePt t="37081" x="6034088" y="2476500"/>
          <p14:tracePt t="37082" x="6027738" y="2476500"/>
          <p14:tracePt t="37085" x="6022975" y="2476500"/>
          <p14:tracePt t="37086" x="6016625" y="2481263"/>
          <p14:tracePt t="37088" x="6010275" y="2481263"/>
          <p14:tracePt t="37089" x="6010275" y="2487613"/>
          <p14:tracePt t="37090" x="6003925" y="2487613"/>
          <p14:tracePt t="37092" x="5997575" y="2487613"/>
          <p14:tracePt t="37093" x="5992813" y="2487613"/>
          <p14:tracePt t="37094" x="5992813" y="2493963"/>
          <p14:tracePt t="37095" x="5986463" y="2493963"/>
          <p14:tracePt t="37097" x="5980113" y="2500313"/>
          <p14:tracePt t="37098" x="5973763" y="2500313"/>
          <p14:tracePt t="37100" x="5969000" y="2500313"/>
          <p14:tracePt t="37101" x="5962650" y="2500313"/>
          <p14:tracePt t="37102" x="5962650" y="2506663"/>
          <p14:tracePt t="37103" x="5956300" y="2506663"/>
          <p14:tracePt t="37104" x="5949950" y="2506663"/>
          <p14:tracePt t="37109" x="5938838" y="2511425"/>
          <p14:tracePt t="37110" x="5932488" y="2511425"/>
          <p14:tracePt t="37111" x="5926138" y="2517775"/>
          <p14:tracePt t="37113" x="5919788" y="2517775"/>
          <p14:tracePt t="37114" x="5915025" y="2517775"/>
          <p14:tracePt t="37115" x="5908675" y="2517775"/>
          <p14:tracePt t="37116" x="5908675" y="2524125"/>
          <p14:tracePt t="37117" x="5902325" y="2524125"/>
          <p14:tracePt t="37119" x="5895975" y="2524125"/>
          <p14:tracePt t="37120" x="5891213" y="2524125"/>
          <p14:tracePt t="37121" x="5891213" y="2530475"/>
          <p14:tracePt t="37122" x="5884863" y="2530475"/>
          <p14:tracePt t="37124" x="5878513" y="2530475"/>
          <p14:tracePt t="37126" x="5872163" y="2535238"/>
          <p14:tracePt t="37127" x="5867400" y="2535238"/>
          <p14:tracePt t="37129" x="5861050" y="2535238"/>
          <p14:tracePt t="37131" x="5854700" y="2535238"/>
          <p14:tracePt t="37132" x="5854700" y="2541588"/>
          <p14:tracePt t="37133" x="5848350" y="2541588"/>
          <p14:tracePt t="37135" x="5843588" y="2541588"/>
          <p14:tracePt t="37136" x="5837238" y="2541588"/>
          <p14:tracePt t="37138" x="5837238" y="2547938"/>
          <p14:tracePt t="37139" x="5830888" y="2547938"/>
          <p14:tracePt t="37140" x="5824538" y="2547938"/>
          <p14:tracePt t="37142" x="5818188" y="2547938"/>
          <p14:tracePt t="37143" x="5813425" y="2547938"/>
          <p14:tracePt t="37144" x="5813425" y="2554288"/>
          <p14:tracePt t="37146" x="5807075" y="2554288"/>
          <p14:tracePt t="37147" x="5800725" y="2554288"/>
          <p14:tracePt t="37149" x="5794375" y="2554288"/>
          <p14:tracePt t="37150" x="5789613" y="2559050"/>
          <p14:tracePt t="37152" x="5783263" y="2559050"/>
          <p14:tracePt t="37154" x="5776913" y="2559050"/>
          <p14:tracePt t="37155" x="5770563" y="2559050"/>
          <p14:tracePt t="37157" x="5770563" y="2565400"/>
          <p14:tracePt t="37158" x="5765800" y="2565400"/>
          <p14:tracePt t="37159" x="5759450" y="2565400"/>
          <p14:tracePt t="37161" x="5753100" y="2571750"/>
          <p14:tracePt t="37162" x="5746750" y="2571750"/>
          <p14:tracePt t="37164" x="5740400" y="2571750"/>
          <p14:tracePt t="37166" x="5735638" y="2571750"/>
          <p14:tracePt t="37168" x="5729288" y="2571750"/>
          <p14:tracePt t="37169" x="5722938" y="2578100"/>
          <p14:tracePt t="37171" x="5716588" y="2578100"/>
          <p14:tracePt t="37172" x="5711825" y="2578100"/>
          <p14:tracePt t="37174" x="5705475" y="2578100"/>
          <p14:tracePt t="37175" x="5699125" y="2578100"/>
          <p14:tracePt t="37176" x="5699125" y="2584450"/>
          <p14:tracePt t="37177" x="5692775" y="2584450"/>
          <p14:tracePt t="37179" x="5688013" y="2584450"/>
          <p14:tracePt t="37180" x="5681663" y="2584450"/>
          <p14:tracePt t="37182" x="5675313" y="2589213"/>
          <p14:tracePt t="37184" x="5668963" y="2589213"/>
          <p14:tracePt t="37186" x="5664200" y="2589213"/>
          <p14:tracePt t="37187" x="5657850" y="2589213"/>
          <p14:tracePt t="37189" x="5651500" y="2589213"/>
          <p14:tracePt t="37190" x="5651500" y="2595563"/>
          <p14:tracePt t="37191" x="5645150" y="2595563"/>
          <p14:tracePt t="37193" x="5638800" y="2595563"/>
          <p14:tracePt t="37194" x="5634038" y="2595563"/>
          <p14:tracePt t="37197" x="5627688" y="2595563"/>
          <p14:tracePt t="37198" x="5621338" y="2601913"/>
          <p14:tracePt t="37200" x="5614988" y="2601913"/>
          <p14:tracePt t="37202" x="5610225" y="2601913"/>
          <p14:tracePt t="37204" x="5603875" y="2601913"/>
          <p14:tracePt t="37206" x="5597525" y="2608263"/>
          <p14:tracePt t="37208" x="5591175" y="2608263"/>
          <p14:tracePt t="37210" x="5586413" y="2608263"/>
          <p14:tracePt t="37213" x="5580063" y="2608263"/>
          <p14:tracePt t="37214" x="5573713" y="2608263"/>
          <p14:tracePt t="37217" x="5567363" y="2613025"/>
          <p14:tracePt t="37219" x="5561013" y="2613025"/>
          <p14:tracePt t="37222" x="5556250" y="2613025"/>
          <p14:tracePt t="37224" x="5549900" y="2613025"/>
          <p14:tracePt t="37227" x="5549900" y="2619375"/>
          <p14:tracePt t="37228" x="5543550" y="2619375"/>
          <p14:tracePt t="37231" x="5537200" y="2619375"/>
          <p14:tracePt t="37237" x="5532438" y="2619375"/>
          <p14:tracePt t="37240" x="5526088" y="2619375"/>
          <p14:tracePt t="37245" x="5526088" y="2625725"/>
          <p14:tracePt t="37253" x="5519738" y="2625725"/>
          <p14:tracePt t="37444" x="5519738" y="2619375"/>
          <p14:tracePt t="37454" x="5519738" y="2613025"/>
          <p14:tracePt t="37461" x="5519738" y="2608263"/>
          <p14:tracePt t="37467" x="5519738" y="2601913"/>
          <p14:tracePt t="37472" x="5519738" y="2595563"/>
          <p14:tracePt t="37477" x="5526088" y="2589213"/>
          <p14:tracePt t="37482" x="5526088" y="2584450"/>
          <p14:tracePt t="37484" x="5532438" y="2584450"/>
          <p14:tracePt t="37489" x="5532438" y="2578100"/>
          <p14:tracePt t="37494" x="5537200" y="2578100"/>
          <p14:tracePt t="37501" x="5537200" y="2571750"/>
          <p14:tracePt t="37503" x="5543550" y="2571750"/>
          <p14:tracePt t="37518" x="5549900" y="2571750"/>
          <p14:tracePt t="37522" x="5549900" y="2565400"/>
          <p14:tracePt t="37540" x="5556250" y="2565400"/>
          <p14:tracePt t="37604" x="5561013" y="2565400"/>
          <p14:tracePt t="37610" x="5561013" y="2559050"/>
          <p14:tracePt t="37611" x="5567363" y="2559050"/>
          <p14:tracePt t="37616" x="5573713" y="2559050"/>
          <p14:tracePt t="37618" x="5573713" y="2554288"/>
          <p14:tracePt t="37621" x="5580063" y="2554288"/>
          <p14:tracePt t="37627" x="5586413" y="2554288"/>
          <p14:tracePt t="37630" x="5586413" y="2547938"/>
          <p14:tracePt t="37633" x="5591175" y="2547938"/>
          <p14:tracePt t="37639" x="5597525" y="2541588"/>
          <p14:tracePt t="37644" x="5603875" y="2541588"/>
          <p14:tracePt t="37649" x="5610225" y="2541588"/>
          <p14:tracePt t="37651" x="5610225" y="2535238"/>
          <p14:tracePt t="37655" x="5614988" y="2535238"/>
          <p14:tracePt t="37660" x="5621338" y="2535238"/>
          <p14:tracePt t="37661" x="5621338" y="2530475"/>
          <p14:tracePt t="37666" x="5627688" y="2530475"/>
          <p14:tracePt t="37671" x="5634038" y="2524125"/>
          <p14:tracePt t="37676" x="5638800" y="2524125"/>
          <p14:tracePt t="37681" x="5645150" y="2524125"/>
          <p14:tracePt t="37684" x="5645150" y="2517775"/>
          <p14:tracePt t="37686" x="5651500" y="2517775"/>
          <p14:tracePt t="37691" x="5657850" y="2517775"/>
          <p14:tracePt t="37695" x="5664200" y="2511425"/>
          <p14:tracePt t="37701" x="5668963" y="2511425"/>
          <p14:tracePt t="37705" x="5675313" y="2511425"/>
          <p14:tracePt t="37708" x="5675313" y="2506663"/>
          <p14:tracePt t="37709" x="5681663" y="2506663"/>
          <p14:tracePt t="37713" x="5688013" y="2506663"/>
          <p14:tracePt t="37716" x="5688013" y="2500313"/>
          <p14:tracePt t="37717" x="5692775" y="2500313"/>
          <p14:tracePt t="37722" x="5699125" y="2500313"/>
          <p14:tracePt t="37726" x="5705475" y="2500313"/>
          <p14:tracePt t="37731" x="5711825" y="2500313"/>
          <p14:tracePt t="37732" x="5711825" y="2493963"/>
          <p14:tracePt t="37736" x="5716588" y="2493963"/>
          <p14:tracePt t="37742" x="5722938" y="2493963"/>
          <p14:tracePt t="37744" x="5722938" y="2487613"/>
          <p14:tracePt t="37747" x="5729288" y="2487613"/>
          <p14:tracePt t="39039" x="5729288" y="2493963"/>
          <p14:tracePt t="39044" x="5729288" y="2500313"/>
          <p14:tracePt t="39049" x="5729288" y="2506663"/>
          <p14:tracePt t="39053" x="5729288" y="2511425"/>
          <p14:tracePt t="39059" x="5729288" y="2517775"/>
          <p14:tracePt t="39064" x="5729288" y="2524125"/>
          <p14:tracePt t="39071" x="5729288" y="2530475"/>
          <p14:tracePt t="39077" x="5729288" y="2535238"/>
          <p14:tracePt t="39084" x="5729288" y="2541588"/>
          <p14:tracePt t="39085" x="5722938" y="2541588"/>
          <p14:tracePt t="39091" x="5722938" y="2547938"/>
          <p14:tracePt t="39097" x="5722938" y="2554288"/>
          <p14:tracePt t="39106" x="5716588" y="2554288"/>
          <p14:tracePt t="39108" x="5716588" y="2559050"/>
          <p14:tracePt t="39116" x="5716588" y="2565400"/>
          <p14:tracePt t="133713" x="5722938" y="2565400"/>
          <p14:tracePt t="133785" x="5716588" y="2565400"/>
          <p14:tracePt t="134061" x="5722938" y="2559050"/>
          <p14:tracePt t="134064" x="5729288" y="2559050"/>
          <p14:tracePt t="134065" x="5735638" y="2554288"/>
          <p14:tracePt t="134067" x="5735638" y="2547938"/>
          <p14:tracePt t="134068" x="5740400" y="2547938"/>
          <p14:tracePt t="134069" x="5746750" y="2547938"/>
          <p14:tracePt t="134071" x="5753100" y="2541588"/>
          <p14:tracePt t="134073" x="5759450" y="2535238"/>
          <p14:tracePt t="134075" x="5765800" y="2530475"/>
          <p14:tracePt t="134076" x="5770563" y="2530475"/>
          <p14:tracePt t="134077" x="5770563" y="2524125"/>
          <p14:tracePt t="134078" x="5776913" y="2524125"/>
          <p14:tracePt t="134080" x="5783263" y="2517775"/>
          <p14:tracePt t="134081" x="5789613" y="2517775"/>
          <p14:tracePt t="134082" x="5789613" y="2511425"/>
          <p14:tracePt t="134083" x="5794375" y="2511425"/>
          <p14:tracePt t="134084" x="5800725" y="2506663"/>
          <p14:tracePt t="134086" x="5807075" y="2506663"/>
          <p14:tracePt t="134087" x="5813425" y="2506663"/>
          <p14:tracePt t="134088" x="5813425" y="2500313"/>
          <p14:tracePt t="134089" x="5818188" y="2500313"/>
          <p14:tracePt t="134090" x="5824538" y="2493963"/>
          <p14:tracePt t="134096" x="5837238" y="2487613"/>
          <p14:tracePt t="134097" x="5843588" y="2481263"/>
          <p14:tracePt t="134098" x="5848350" y="2481263"/>
          <p14:tracePt t="134100" x="5854700" y="2476500"/>
          <p14:tracePt t="134102" x="5861050" y="2476500"/>
          <p14:tracePt t="134104" x="5867400" y="2476500"/>
          <p14:tracePt t="134105" x="5867400" y="2470150"/>
          <p14:tracePt t="134107" x="5872163" y="2470150"/>
          <p14:tracePt t="134108" x="5872163" y="2463800"/>
          <p14:tracePt t="134109" x="5878513" y="2463800"/>
          <p14:tracePt t="134113" x="5884863" y="2463800"/>
          <p14:tracePt t="134115" x="5884863" y="2457450"/>
          <p14:tracePt t="134117" x="5891213" y="2457450"/>
          <p14:tracePt t="134119" x="5891213" y="2452688"/>
          <p14:tracePt t="134123" x="5895975" y="2452688"/>
          <p14:tracePt t="134127" x="5895975" y="2446338"/>
          <p14:tracePt t="134131" x="5902325" y="2446338"/>
          <p14:tracePt t="134135" x="5902325" y="2439988"/>
          <p14:tracePt t="134142" x="5902325" y="2433638"/>
          <p14:tracePt t="134148" x="5908675" y="2428875"/>
          <p14:tracePt t="134152" x="5908675" y="2422525"/>
          <p14:tracePt t="134154" x="5915025" y="2422525"/>
          <p14:tracePt t="134157" x="5915025" y="2416175"/>
          <p14:tracePt t="134159" x="5915025" y="2409825"/>
          <p14:tracePt t="134162" x="5919788" y="2409825"/>
          <p14:tracePt t="134163" x="5919788" y="2405063"/>
          <p14:tracePt t="134165" x="5919788" y="2398713"/>
          <p14:tracePt t="134166" x="5926138" y="2398713"/>
          <p14:tracePt t="134168" x="5926138" y="2392363"/>
          <p14:tracePt t="134170" x="5932488" y="2386013"/>
          <p14:tracePt t="134172" x="5932488" y="2379663"/>
          <p14:tracePt t="134174" x="5938838" y="2374900"/>
          <p14:tracePt t="134176" x="5938838" y="2368550"/>
          <p14:tracePt t="134178" x="5938838" y="2362200"/>
          <p14:tracePt t="134179" x="5945188" y="2362200"/>
          <p14:tracePt t="134180" x="5945188" y="2355850"/>
          <p14:tracePt t="134182" x="5949950" y="2351088"/>
          <p14:tracePt t="134184" x="5949950" y="2344738"/>
          <p14:tracePt t="134187" x="5956300" y="2338388"/>
          <p14:tracePt t="134189" x="5956300" y="2332038"/>
          <p14:tracePt t="134190" x="5962650" y="2332038"/>
          <p14:tracePt t="134191" x="5962650" y="2327275"/>
          <p14:tracePt t="134194" x="5962650" y="2320925"/>
          <p14:tracePt t="134195" x="5969000" y="2320925"/>
          <p14:tracePt t="134196" x="5969000" y="2314575"/>
          <p14:tracePt t="134198" x="5973763" y="2314575"/>
          <p14:tracePt t="134199" x="5973763" y="2308225"/>
          <p14:tracePt t="134201" x="5973763" y="2301875"/>
          <p14:tracePt t="134202" x="5980113" y="2301875"/>
          <p14:tracePt t="134204" x="5980113" y="2297113"/>
          <p14:tracePt t="134205" x="5986463" y="2297113"/>
          <p14:tracePt t="134206" x="5986463" y="2290763"/>
          <p14:tracePt t="134209" x="5992813" y="2290763"/>
          <p14:tracePt t="134210" x="5992813" y="2284413"/>
          <p14:tracePt t="134213" x="5997575" y="2284413"/>
          <p14:tracePt t="134215" x="5997575" y="2278063"/>
          <p14:tracePt t="134217" x="6003925" y="2278063"/>
          <p14:tracePt t="134218" x="6003925" y="2273300"/>
          <p14:tracePt t="134223" x="6003925" y="2266950"/>
          <p14:tracePt t="134225" x="6010275" y="2266950"/>
          <p14:tracePt t="134226" x="6010275" y="2260600"/>
          <p14:tracePt t="134230" x="6016625" y="2260600"/>
          <p14:tracePt t="134231" x="6016625" y="2254250"/>
          <p14:tracePt t="134234" x="6022975" y="2254250"/>
          <p14:tracePt t="134235" x="6022975" y="2249488"/>
          <p14:tracePt t="134238" x="6022975" y="2243138"/>
          <p14:tracePt t="134239" x="6027738" y="2243138"/>
          <p14:tracePt t="134242" x="6027738" y="2236788"/>
          <p14:tracePt t="134244" x="6034088" y="2236788"/>
          <p14:tracePt t="134246" x="6034088" y="2230438"/>
          <p14:tracePt t="134249" x="6034088" y="2224088"/>
          <p14:tracePt t="134250" x="6040438" y="2224088"/>
          <p14:tracePt t="134252" x="6040438" y="2219325"/>
          <p14:tracePt t="134255" x="6046788" y="2212975"/>
          <p14:tracePt t="134258" x="6046788" y="2206625"/>
          <p14:tracePt t="134260" x="6046788" y="2200275"/>
          <p14:tracePt t="134261" x="6051550" y="2200275"/>
          <p14:tracePt t="134263" x="6051550" y="2195513"/>
          <p14:tracePt t="134266" x="6051550" y="2189163"/>
          <p14:tracePt t="134267" x="6057900" y="2189163"/>
          <p14:tracePt t="134269" x="6057900" y="2182813"/>
          <p14:tracePt t="134271" x="6064250" y="2182813"/>
          <p14:tracePt t="134272" x="6064250" y="2176463"/>
          <p14:tracePt t="134274" x="6064250" y="2171700"/>
          <p14:tracePt t="134277" x="6070600" y="2165350"/>
          <p14:tracePt t="134279" x="6070600" y="2159000"/>
          <p14:tracePt t="134282" x="6075363" y="2152650"/>
          <p14:tracePt t="134284" x="6075363" y="2147888"/>
          <p14:tracePt t="134286" x="6075363" y="2141538"/>
          <p14:tracePt t="134287" x="6081713" y="2141538"/>
          <p14:tracePt t="134288" x="6081713" y="2135188"/>
          <p14:tracePt t="134291" x="6088063" y="2128838"/>
          <p14:tracePt t="134292" x="6088063" y="2122488"/>
          <p14:tracePt t="134295" x="6094413" y="2117725"/>
          <p14:tracePt t="134296" x="6094413" y="2111375"/>
          <p14:tracePt t="134299" x="6094413" y="2105025"/>
          <p14:tracePt t="134300" x="6100763" y="2105025"/>
          <p14:tracePt t="134301" x="6100763" y="2098675"/>
          <p14:tracePt t="134303" x="6100763" y="2093913"/>
          <p14:tracePt t="134304" x="6105525" y="2093913"/>
          <p14:tracePt t="134306" x="6105525" y="2087563"/>
          <p14:tracePt t="134307" x="6105525" y="2081213"/>
          <p14:tracePt t="134309" x="6111875" y="2081213"/>
          <p14:tracePt t="134310" x="6111875" y="2074863"/>
          <p14:tracePt t="134311" x="6111875" y="2070100"/>
          <p14:tracePt t="134313" x="6118225" y="2070100"/>
          <p14:tracePt t="134314" x="6118225" y="2063750"/>
          <p14:tracePt t="134316" x="6124575" y="2057400"/>
          <p14:tracePt t="134319" x="6124575" y="2051050"/>
          <p14:tracePt t="134320" x="6124575" y="2044700"/>
          <p14:tracePt t="134321" x="6129338" y="2044700"/>
          <p14:tracePt t="134323" x="6135688" y="2039938"/>
          <p14:tracePt t="134326" x="6142038" y="2033588"/>
          <p14:tracePt t="134328" x="6142038" y="2027238"/>
          <p14:tracePt t="134329" x="6148388" y="2027238"/>
          <p14:tracePt t="134331" x="6153150" y="2020888"/>
          <p14:tracePt t="134333" x="6153150" y="2016125"/>
          <p14:tracePt t="134334" x="6159500" y="2016125"/>
          <p14:tracePt t="134335" x="6165850" y="2016125"/>
          <p14:tracePt t="134337" x="6165850" y="2009775"/>
          <p14:tracePt t="134338" x="6172200" y="2009775"/>
          <p14:tracePt t="134339" x="6172200" y="2003425"/>
          <p14:tracePt t="134340" x="6176963" y="2003425"/>
          <p14:tracePt t="134342" x="6176963" y="1997075"/>
          <p14:tracePt t="134343" x="6183313" y="1997075"/>
          <p14:tracePt t="134345" x="6189663" y="1992313"/>
          <p14:tracePt t="134347" x="6196013" y="1985963"/>
          <p14:tracePt t="134349" x="6202363" y="1985963"/>
          <p14:tracePt t="134351" x="6202363" y="1979613"/>
          <p14:tracePt t="134352" x="6207125" y="1979613"/>
          <p14:tracePt t="134354" x="6213475" y="1973263"/>
          <p14:tracePt t="134357" x="6219825" y="1966913"/>
          <p14:tracePt t="134361" x="6226175" y="1962150"/>
          <p14:tracePt t="134364" x="6230938" y="1955800"/>
          <p14:tracePt t="134368" x="6237288" y="1955800"/>
          <p14:tracePt t="134369" x="6237288" y="1949450"/>
          <p14:tracePt t="134372" x="6243638" y="1943100"/>
          <p14:tracePt t="134376" x="6243638" y="1938338"/>
          <p14:tracePt t="134380" x="6249988" y="1931988"/>
          <p14:tracePt t="134383" x="6249988" y="1925638"/>
          <p14:tracePt t="134386" x="6249988" y="1919288"/>
          <p14:tracePt t="134389" x="6249988" y="1914525"/>
          <p14:tracePt t="134392" x="6249988" y="1908175"/>
          <p14:tracePt t="134394" x="6249988" y="1901825"/>
          <p14:tracePt t="134397" x="6249988" y="1895475"/>
          <p14:tracePt t="134399" x="6249988" y="1890713"/>
          <p14:tracePt t="134401" x="6249988" y="1884363"/>
          <p14:tracePt t="134402" x="6249988" y="1878013"/>
          <p14:tracePt t="134404" x="6249988" y="1871663"/>
          <p14:tracePt t="134406" x="6249988" y="1865313"/>
          <p14:tracePt t="134407" x="6249988" y="1860550"/>
          <p14:tracePt t="134410" x="6249988" y="1854200"/>
          <p14:tracePt t="134412" x="6249988" y="1847850"/>
          <p14:tracePt t="134413" x="6249988" y="1841500"/>
          <p14:tracePt t="134414" x="6243638" y="1841500"/>
          <p14:tracePt t="134415" x="6243638" y="1836738"/>
          <p14:tracePt t="134416" x="6243638" y="1830388"/>
          <p14:tracePt t="134418" x="6243638" y="1824038"/>
          <p14:tracePt t="134420" x="6243638" y="1817688"/>
          <p14:tracePt t="134421" x="6237288" y="1812925"/>
          <p14:tracePt t="134423" x="6237288" y="1806575"/>
          <p14:tracePt t="134425" x="6237288" y="1800225"/>
          <p14:tracePt t="134427" x="6237288" y="1793875"/>
          <p14:tracePt t="134428" x="6230938" y="1793875"/>
          <p14:tracePt t="134429" x="6230938" y="1787525"/>
          <p14:tracePt t="134430" x="6230938" y="1782763"/>
          <p14:tracePt t="134432" x="6226175" y="1776413"/>
          <p14:tracePt t="134433" x="6226175" y="1770063"/>
          <p14:tracePt t="134435" x="6226175" y="1763713"/>
          <p14:tracePt t="134436" x="6226175" y="1758950"/>
          <p14:tracePt t="134437" x="6219825" y="1758950"/>
          <p14:tracePt t="134438" x="6219825" y="1752600"/>
          <p14:tracePt t="134439" x="6219825" y="1746250"/>
          <p14:tracePt t="134440" x="6213475" y="1746250"/>
          <p14:tracePt t="134441" x="6213475" y="1739900"/>
          <p14:tracePt t="134442" x="6213475" y="1735138"/>
          <p14:tracePt t="134443" x="6207125" y="1728788"/>
          <p14:tracePt t="134445" x="6207125" y="1722438"/>
          <p14:tracePt t="134446" x="6202363" y="1716088"/>
          <p14:tracePt t="134447" x="6202363" y="1709738"/>
          <p14:tracePt t="134448" x="6202363" y="1704975"/>
          <p14:tracePt t="134449" x="6196013" y="1704975"/>
          <p14:tracePt t="134450" x="6196013" y="1698625"/>
          <p14:tracePt t="134451" x="6189663" y="1692275"/>
          <p14:tracePt t="134453" x="6183313" y="1685925"/>
          <p14:tracePt t="134454" x="6183313" y="1681163"/>
          <p14:tracePt t="134455" x="6176963" y="1674813"/>
          <p14:tracePt t="134457" x="6172200" y="1662113"/>
          <p14:tracePt t="134459" x="6165850" y="1657350"/>
          <p14:tracePt t="134460" x="6165850" y="1651000"/>
          <p14:tracePt t="134461" x="6159500" y="1651000"/>
          <p14:tracePt t="134462" x="6159500" y="1644650"/>
          <p14:tracePt t="134463" x="6153150" y="1638300"/>
          <p14:tracePt t="134464" x="6148388" y="1633538"/>
          <p14:tracePt t="134466" x="6142038" y="1627188"/>
          <p14:tracePt t="134467" x="6142038" y="1620838"/>
          <p14:tracePt t="134468" x="6135688" y="1620838"/>
          <p14:tracePt t="134469" x="6135688" y="1614488"/>
          <p14:tracePt t="134470" x="6129338" y="1614488"/>
          <p14:tracePt t="134471" x="6129338" y="1608138"/>
          <p14:tracePt t="134472" x="6124575" y="1603375"/>
          <p14:tracePt t="134474" x="6118225" y="1597025"/>
          <p14:tracePt t="134476" x="6111875" y="1590675"/>
          <p14:tracePt t="134478" x="6105525" y="1584325"/>
          <p14:tracePt t="134480" x="6100763" y="1584325"/>
          <p14:tracePt t="134481" x="6100763" y="1579563"/>
          <p14:tracePt t="134482" x="6094413" y="1579563"/>
          <p14:tracePt t="134483" x="6094413" y="1573213"/>
          <p14:tracePt t="134485" x="6088063" y="1573213"/>
          <p14:tracePt t="134486" x="6088063" y="1566863"/>
          <p14:tracePt t="134488" x="6081713" y="1566863"/>
          <p14:tracePt t="134489" x="6081713" y="1560513"/>
          <p14:tracePt t="134492" x="6075363" y="1560513"/>
          <p14:tracePt t="134495" x="6070600" y="1560513"/>
          <p14:tracePt t="134499" x="6070600" y="1555750"/>
          <p14:tracePt t="134502" x="6064250" y="1555750"/>
          <p14:tracePt t="134507" x="6057900" y="1555750"/>
          <p14:tracePt t="134509" x="6057900" y="1549400"/>
          <p14:tracePt t="134519" x="6051550" y="1549400"/>
          <p14:tracePt t="134529" x="6046788" y="1549400"/>
          <p14:tracePt t="134538" x="6040438" y="1549400"/>
          <p14:tracePt t="134542" x="6034088" y="1555750"/>
          <p14:tracePt t="134546" x="6027738" y="1555750"/>
          <p14:tracePt t="134549" x="6022975" y="1560513"/>
          <p14:tracePt t="134552" x="6016625" y="1560513"/>
          <p14:tracePt t="134553" x="6016625" y="1566863"/>
          <p14:tracePt t="134555" x="6010275" y="1566863"/>
          <p14:tracePt t="134558" x="6003925" y="1573213"/>
          <p14:tracePt t="134561" x="5997575" y="1573213"/>
          <p14:tracePt t="134562" x="5997575" y="1579563"/>
          <p14:tracePt t="134563" x="5992813" y="1579563"/>
          <p14:tracePt t="134565" x="5992813" y="1584325"/>
          <p14:tracePt t="134566" x="5986463" y="1584325"/>
          <p14:tracePt t="134568" x="5986463" y="1590675"/>
          <p14:tracePt t="134569" x="5980113" y="1590675"/>
          <p14:tracePt t="134571" x="5980113" y="1597025"/>
          <p14:tracePt t="134572" x="5973763" y="1597025"/>
          <p14:tracePt t="134574" x="5969000" y="1603375"/>
          <p14:tracePt t="134578" x="5962650" y="1608138"/>
          <p14:tracePt t="134579" x="5956300" y="1614488"/>
          <p14:tracePt t="134582" x="5949950" y="1620838"/>
          <p14:tracePt t="134584" x="5945188" y="1627188"/>
          <p14:tracePt t="134587" x="5938838" y="1633538"/>
          <p14:tracePt t="134589" x="5932488" y="1638300"/>
          <p14:tracePt t="134591" x="5932488" y="1644650"/>
          <p14:tracePt t="134592" x="5926138" y="1644650"/>
          <p14:tracePt t="134593" x="5926138" y="1651000"/>
          <p14:tracePt t="134594" x="5919788" y="1657350"/>
          <p14:tracePt t="134596" x="5915025" y="1657350"/>
          <p14:tracePt t="134597" x="5915025" y="1662113"/>
          <p14:tracePt t="134598" x="5908675" y="1668463"/>
          <p14:tracePt t="134600" x="5902325" y="1674813"/>
          <p14:tracePt t="134602" x="5895975" y="1681163"/>
          <p14:tracePt t="134604" x="5895975" y="1685925"/>
          <p14:tracePt t="134605" x="5891213" y="1692275"/>
          <p14:tracePt t="134606" x="5884863" y="1698625"/>
          <p14:tracePt t="134607" x="5884863" y="1704975"/>
          <p14:tracePt t="134608" x="5878513" y="1704975"/>
          <p14:tracePt t="134609" x="5878513" y="1709738"/>
          <p14:tracePt t="134610" x="5872163" y="1716088"/>
          <p14:tracePt t="134611" x="5872163" y="1722438"/>
          <p14:tracePt t="134612" x="5867400" y="1722438"/>
          <p14:tracePt t="134613" x="5867400" y="1728788"/>
          <p14:tracePt t="134614" x="5861050" y="1735138"/>
          <p14:tracePt t="134615" x="5854700" y="1735138"/>
          <p14:tracePt t="134616" x="5854700" y="1739900"/>
          <p14:tracePt t="134617" x="5848350" y="1746250"/>
          <p14:tracePt t="134618" x="5848350" y="1752600"/>
          <p14:tracePt t="134619" x="5843588" y="1758950"/>
          <p14:tracePt t="134621" x="5837238" y="1763713"/>
          <p14:tracePt t="134622" x="5837238" y="1770063"/>
          <p14:tracePt t="134623" x="5830888" y="1776413"/>
          <p14:tracePt t="134624" x="5830888" y="1782763"/>
          <p14:tracePt t="134625" x="5824538" y="1787525"/>
          <p14:tracePt t="134627" x="5818188" y="1793875"/>
          <p14:tracePt t="134629" x="5813425" y="1800225"/>
          <p14:tracePt t="134630" x="5813425" y="1806575"/>
          <p14:tracePt t="134631" x="5807075" y="1812925"/>
          <p14:tracePt t="134632" x="5807075" y="1817688"/>
          <p14:tracePt t="134633" x="5800725" y="1824038"/>
          <p14:tracePt t="134634" x="5800725" y="1830388"/>
          <p14:tracePt t="134635" x="5794375" y="1836738"/>
          <p14:tracePt t="134637" x="5789613" y="1841500"/>
          <p14:tracePt t="134638" x="5789613" y="1847850"/>
          <p14:tracePt t="134639" x="5783263" y="1854200"/>
          <p14:tracePt t="134640" x="5783263" y="1860550"/>
          <p14:tracePt t="134641" x="5783263" y="1865313"/>
          <p14:tracePt t="134642" x="5776913" y="1871663"/>
          <p14:tracePt t="134643" x="5770563" y="1878013"/>
          <p14:tracePt t="134644" x="5770563" y="1884363"/>
          <p14:tracePt t="134645" x="5765800" y="1884363"/>
          <p14:tracePt t="134646" x="5765800" y="1890713"/>
          <p14:tracePt t="134647" x="5765800" y="1895475"/>
          <p14:tracePt t="134648" x="5759450" y="1901825"/>
          <p14:tracePt t="134649" x="5753100" y="1914525"/>
          <p14:tracePt t="134651" x="5753100" y="1919288"/>
          <p14:tracePt t="134652" x="5753100" y="1925638"/>
          <p14:tracePt t="134653" x="5746750" y="1925638"/>
          <p14:tracePt t="134654" x="5746750" y="1931988"/>
          <p14:tracePt t="134655" x="5740400" y="1938338"/>
          <p14:tracePt t="134656" x="5740400" y="1943100"/>
          <p14:tracePt t="134657" x="5740400" y="1949450"/>
          <p14:tracePt t="134659" x="5735638" y="1955800"/>
          <p14:tracePt t="134660" x="5735638" y="1962150"/>
          <p14:tracePt t="134661" x="5729288" y="1966913"/>
          <p14:tracePt t="134663" x="5729288" y="1973263"/>
          <p14:tracePt t="134664" x="5729288" y="1979613"/>
          <p14:tracePt t="134665" x="5722938" y="1979613"/>
          <p14:tracePt t="134666" x="5722938" y="1992313"/>
          <p14:tracePt t="134668" x="5722938" y="1997075"/>
          <p14:tracePt t="134669" x="5716588" y="1997075"/>
          <p14:tracePt t="134670" x="5716588" y="2003425"/>
          <p14:tracePt t="134671" x="5716588" y="2009775"/>
          <p14:tracePt t="134672" x="5711825" y="2016125"/>
          <p14:tracePt t="134673" x="5711825" y="2020888"/>
          <p14:tracePt t="134675" x="5711825" y="2027238"/>
          <p14:tracePt t="134676" x="5705475" y="2033588"/>
          <p14:tracePt t="134678" x="5705475" y="2039938"/>
          <p14:tracePt t="134679" x="5699125" y="2044700"/>
          <p14:tracePt t="134681" x="5699125" y="2051050"/>
          <p14:tracePt t="134683" x="5699125" y="2057400"/>
          <p14:tracePt t="134684" x="5692775" y="2063750"/>
          <p14:tracePt t="134686" x="5692775" y="2070100"/>
          <p14:tracePt t="134687" x="5688013" y="2070100"/>
          <p14:tracePt t="134688" x="5688013" y="2074863"/>
          <p14:tracePt t="134689" x="5688013" y="2081213"/>
          <p14:tracePt t="134691" x="5688013" y="2087563"/>
          <p14:tracePt t="134692" x="5681663" y="2087563"/>
          <p14:tracePt t="134693" x="5681663" y="2093913"/>
          <p14:tracePt t="134695" x="5675313" y="2098675"/>
          <p14:tracePt t="134697" x="5675313" y="2105025"/>
          <p14:tracePt t="134699" x="5675313" y="2111375"/>
          <p14:tracePt t="134700" x="5668963" y="2111375"/>
          <p14:tracePt t="134701" x="5668963" y="2117725"/>
          <p14:tracePt t="134704" x="5664200" y="2122488"/>
          <p14:tracePt t="134706" x="5664200" y="2128838"/>
          <p14:tracePt t="134708" x="5664200" y="2135188"/>
          <p14:tracePt t="134709" x="5657850" y="2135188"/>
          <p14:tracePt t="134710" x="5657850" y="2141538"/>
          <p14:tracePt t="134714" x="5657850" y="2147888"/>
          <p14:tracePt t="134716" x="5651500" y="2152650"/>
          <p14:tracePt t="134720" x="5651500" y="2159000"/>
          <p14:tracePt t="134723" x="5651500" y="2165350"/>
          <p14:tracePt t="134726" x="5651500" y="2171700"/>
          <p14:tracePt t="134727" x="5645150" y="2171700"/>
          <p14:tracePt t="134730" x="5645150" y="2176463"/>
          <p14:tracePt t="134732" x="5645150" y="2182813"/>
          <p14:tracePt t="134736" x="5645150" y="2189163"/>
          <p14:tracePt t="134738" x="5645150" y="2195513"/>
          <p14:tracePt t="134742" x="5645150" y="2200275"/>
          <p14:tracePt t="134745" x="5645150" y="2206625"/>
          <p14:tracePt t="134748" x="5645150" y="2212975"/>
          <p14:tracePt t="134751" x="5645150" y="2219325"/>
          <p14:tracePt t="134753" x="5645150" y="2224088"/>
          <p14:tracePt t="134756" x="5645150" y="2230438"/>
          <p14:tracePt t="134758" x="5651500" y="2230438"/>
          <p14:tracePt t="134759" x="5651500" y="2236788"/>
          <p14:tracePt t="134762" x="5651500" y="2243138"/>
          <p14:tracePt t="134764" x="5651500" y="2249488"/>
          <p14:tracePt t="134765" x="5657850" y="2249488"/>
          <p14:tracePt t="134767" x="5657850" y="2254250"/>
          <p14:tracePt t="134770" x="5664200" y="2260600"/>
          <p14:tracePt t="134775" x="5668963" y="2266950"/>
          <p14:tracePt t="134779" x="5668963" y="2273300"/>
          <p14:tracePt t="134780" x="5675313" y="2273300"/>
          <p14:tracePt t="134783" x="5681663" y="2273300"/>
          <p14:tracePt t="134785" x="5681663" y="2278063"/>
          <p14:tracePt t="134788" x="5688013" y="2278063"/>
          <p14:tracePt t="134790" x="5692775" y="2278063"/>
          <p14:tracePt t="134792" x="5692775" y="2284413"/>
          <p14:tracePt t="134794" x="5699125" y="2284413"/>
          <p14:tracePt t="134796" x="5705475" y="2284413"/>
          <p14:tracePt t="134800" x="5711825" y="2284413"/>
          <p14:tracePt t="134801" x="5711825" y="2290763"/>
          <p14:tracePt t="134802" x="5716588" y="2290763"/>
          <p14:tracePt t="134804" x="5722938" y="2290763"/>
          <p14:tracePt t="134806" x="5729288" y="2290763"/>
          <p14:tracePt t="134808" x="5735638" y="2290763"/>
          <p14:tracePt t="134810" x="5740400" y="2290763"/>
          <p14:tracePt t="134811" x="5740400" y="2297113"/>
          <p14:tracePt t="134813" x="5746750" y="2297113"/>
          <p14:tracePt t="134815" x="5753100" y="2297113"/>
          <p14:tracePt t="134822" x="5770563" y="2301875"/>
          <p14:tracePt t="134823" x="5776913" y="2301875"/>
          <p14:tracePt t="134824" x="5783263" y="2301875"/>
          <p14:tracePt t="134826" x="5789613" y="2301875"/>
          <p14:tracePt t="134827" x="5794375" y="2301875"/>
          <p14:tracePt t="134829" x="5800725" y="2301875"/>
          <p14:tracePt t="134831" x="5807075" y="2301875"/>
          <p14:tracePt t="134832" x="5813425" y="2301875"/>
          <p14:tracePt t="134833" x="5813425" y="2308225"/>
          <p14:tracePt t="134834" x="5818188" y="2308225"/>
          <p14:tracePt t="134835" x="5824538" y="2308225"/>
          <p14:tracePt t="134836" x="5830888" y="2308225"/>
          <p14:tracePt t="134838" x="5837238" y="2308225"/>
          <p14:tracePt t="134839" x="5843588" y="2308225"/>
          <p14:tracePt t="134840" x="5848350" y="2308225"/>
          <p14:tracePt t="134842" x="5854700" y="2308225"/>
          <p14:tracePt t="134843" x="5861050" y="2308225"/>
          <p14:tracePt t="134844" x="5867400" y="2308225"/>
          <p14:tracePt t="134845" x="5872163" y="2308225"/>
          <p14:tracePt t="134846" x="5878513" y="2308225"/>
          <p14:tracePt t="134848" x="5884863" y="2308225"/>
          <p14:tracePt t="134849" x="5891213" y="2308225"/>
          <p14:tracePt t="134850" x="5902325" y="2308225"/>
          <p14:tracePt t="134851" x="5908675" y="2308225"/>
          <p14:tracePt t="134852" x="5915025" y="2308225"/>
          <p14:tracePt t="134853" x="5919788" y="2308225"/>
          <p14:tracePt t="134854" x="5926138" y="2308225"/>
          <p14:tracePt t="134855" x="5932488" y="2308225"/>
          <p14:tracePt t="134856" x="5938838" y="2308225"/>
          <p14:tracePt t="134857" x="5945188" y="2308225"/>
          <p14:tracePt t="134858" x="5949950" y="2308225"/>
          <p14:tracePt t="134859" x="5956300" y="2308225"/>
          <p14:tracePt t="134860" x="5969000" y="2308225"/>
          <p14:tracePt t="134862" x="5980113" y="2308225"/>
          <p14:tracePt t="134863" x="5986463" y="2308225"/>
          <p14:tracePt t="134864" x="5992813" y="2308225"/>
          <p14:tracePt t="134865" x="5997575" y="2308225"/>
          <p14:tracePt t="134866" x="6010275" y="2308225"/>
          <p14:tracePt t="134867" x="6016625" y="2308225"/>
          <p14:tracePt t="134868" x="6022975" y="2308225"/>
          <p14:tracePt t="134869" x="6027738" y="2308225"/>
          <p14:tracePt t="134870" x="6034088" y="2308225"/>
          <p14:tracePt t="134871" x="6046788" y="2308225"/>
          <p14:tracePt t="134872" x="6051550" y="2308225"/>
          <p14:tracePt t="134873" x="6057900" y="2308225"/>
          <p14:tracePt t="134874" x="6064250" y="2308225"/>
          <p14:tracePt t="134875" x="6070600" y="2308225"/>
          <p14:tracePt t="134876" x="6081713" y="2308225"/>
          <p14:tracePt t="134877" x="6088063" y="2308225"/>
          <p14:tracePt t="134878" x="6094413" y="2308225"/>
          <p14:tracePt t="134879" x="6100763" y="2308225"/>
          <p14:tracePt t="134880" x="6105525" y="2308225"/>
          <p14:tracePt t="134881" x="6111875" y="2308225"/>
          <p14:tracePt t="134882" x="6124575" y="2308225"/>
          <p14:tracePt t="134883" x="6129338" y="2301875"/>
          <p14:tracePt t="134884" x="6135688" y="2301875"/>
          <p14:tracePt t="134885" x="6142038" y="2301875"/>
          <p14:tracePt t="134886" x="6148388" y="2301875"/>
          <p14:tracePt t="134887" x="6153150" y="2301875"/>
          <p14:tracePt t="134888" x="6159500" y="2301875"/>
          <p14:tracePt t="134889" x="6165850" y="2297113"/>
          <p14:tracePt t="134890" x="6172200" y="2297113"/>
          <p14:tracePt t="134891" x="6176963" y="2297113"/>
          <p14:tracePt t="134892" x="6183313" y="2297113"/>
          <p14:tracePt t="134893" x="6189663" y="2297113"/>
          <p14:tracePt t="134894" x="6196013" y="2297113"/>
          <p14:tracePt t="134895" x="6207125" y="2290763"/>
          <p14:tracePt t="134897" x="6213475" y="2290763"/>
          <p14:tracePt t="134898" x="6219825" y="2290763"/>
          <p14:tracePt t="134899" x="6226175" y="2284413"/>
          <p14:tracePt t="134900" x="6230938" y="2284413"/>
          <p14:tracePt t="134901" x="6237288" y="2284413"/>
          <p14:tracePt t="134902" x="6243638" y="2284413"/>
          <p14:tracePt t="134903" x="6249988" y="2284413"/>
          <p14:tracePt t="134905" x="6254750" y="2278063"/>
          <p14:tracePt t="134906" x="6261100" y="2278063"/>
          <p14:tracePt t="134908" x="6267450" y="2278063"/>
          <p14:tracePt t="134909" x="6273800" y="2273300"/>
          <p14:tracePt t="134911" x="6280150" y="2273300"/>
          <p14:tracePt t="134912" x="6284913" y="2273300"/>
          <p14:tracePt t="134914" x="6291263" y="2273300"/>
          <p14:tracePt t="134916" x="6297613" y="2266950"/>
          <p14:tracePt t="134919" x="6303963" y="2266950"/>
          <p14:tracePt t="134920" x="6308725" y="2260600"/>
          <p14:tracePt t="134924" x="6315075" y="2260600"/>
          <p14:tracePt t="134926" x="6315075" y="2254250"/>
          <p14:tracePt t="134928" x="6321425" y="2254250"/>
          <p14:tracePt t="134932" x="6321425" y="2249488"/>
          <p14:tracePt t="134934" x="6327775" y="2249488"/>
          <p14:tracePt t="134937" x="6327775" y="2243138"/>
          <p14:tracePt t="134941" x="6332538" y="2243138"/>
          <p14:tracePt t="134943" x="6332538" y="2236788"/>
          <p14:tracePt t="134948" x="6332538" y="2230438"/>
          <p14:tracePt t="134949" x="6338888" y="2230438"/>
          <p14:tracePt t="134952" x="6338888" y="2224088"/>
          <p14:tracePt t="134955" x="6338888" y="2219325"/>
          <p14:tracePt t="134957" x="6345238" y="2219325"/>
          <p14:tracePt t="134959" x="6345238" y="2212975"/>
          <p14:tracePt t="134961" x="6345238" y="2206625"/>
          <p14:tracePt t="134964" x="6351588" y="2200275"/>
          <p14:tracePt t="134967" x="6351588" y="2195513"/>
          <p14:tracePt t="134969" x="6351588" y="2189163"/>
          <p14:tracePt t="134972" x="6356350" y="2189163"/>
          <p14:tracePt t="134973" x="6356350" y="2182813"/>
          <p14:tracePt t="134975" x="6356350" y="2176463"/>
          <p14:tracePt t="134977" x="6362700" y="2176463"/>
          <p14:tracePt t="134981" x="6362700" y="2171700"/>
          <p14:tracePt t="134984" x="6362700" y="2165350"/>
          <p14:tracePt t="134990" x="6362700" y="2159000"/>
          <p14:tracePt t="134992" x="6369050" y="2159000"/>
          <p14:tracePt t="134994" x="6369050" y="2152650"/>
          <p14:tracePt t="135000" x="6375400" y="2147888"/>
          <p14:tracePt t="135006" x="6375400" y="2141538"/>
          <p14:tracePt t="135014" x="6375400" y="2135188"/>
          <p14:tracePt t="135021" x="6375400" y="2128838"/>
          <p14:tracePt t="135027" x="6375400" y="2122488"/>
          <p14:tracePt t="135034" x="6375400" y="2117725"/>
          <p14:tracePt t="135039" x="6375400" y="2111375"/>
          <p14:tracePt t="135041" x="6369050" y="2111375"/>
          <p14:tracePt t="135045" x="6369050" y="2105025"/>
          <p14:tracePt t="135048" x="6369050" y="2098675"/>
          <p14:tracePt t="135049" x="6362700" y="2098675"/>
          <p14:tracePt t="135053" x="6356350" y="2093913"/>
          <p14:tracePt t="135056" x="6356350" y="2087563"/>
          <p14:tracePt t="135057" x="6351588" y="2087563"/>
          <p14:tracePt t="135060" x="6345238" y="2087563"/>
          <p14:tracePt t="135061" x="6345238" y="2081213"/>
          <p14:tracePt t="135064" x="6338888" y="2081213"/>
          <p14:tracePt t="135065" x="6338888" y="2074863"/>
          <p14:tracePt t="135066" x="6332538" y="2074863"/>
          <p14:tracePt t="135068" x="6332538" y="2070100"/>
          <p14:tracePt t="135069" x="6327775" y="2070100"/>
          <p14:tracePt t="135071" x="6327775" y="2063750"/>
          <p14:tracePt t="135072" x="6321425" y="2063750"/>
          <p14:tracePt t="135074" x="6315075" y="2057400"/>
          <p14:tracePt t="135076" x="6308725" y="2057400"/>
          <p14:tracePt t="135077" x="6303963" y="2051050"/>
          <p14:tracePt t="135080" x="6297613" y="2044700"/>
          <p14:tracePt t="135082" x="6291263" y="2039938"/>
          <p14:tracePt t="135084" x="6284913" y="2039938"/>
          <p14:tracePt t="135085" x="6280150" y="2033588"/>
          <p14:tracePt t="135087" x="6273800" y="2027238"/>
          <p14:tracePt t="135088" x="6267450" y="2027238"/>
          <p14:tracePt t="135097" x="6226175" y="2003425"/>
          <p14:tracePt t="135098" x="6219825" y="2003425"/>
          <p14:tracePt t="135099" x="6213475" y="2003425"/>
          <p14:tracePt t="135100" x="6213475" y="1997075"/>
          <p14:tracePt t="135101" x="6207125" y="1997075"/>
          <p14:tracePt t="135102" x="6202363" y="1997075"/>
          <p14:tracePt t="135103" x="6202363" y="1992313"/>
          <p14:tracePt t="135104" x="6196013" y="1992313"/>
          <p14:tracePt t="135105" x="6189663" y="1992313"/>
          <p14:tracePt t="135106" x="6183313" y="1985963"/>
          <p14:tracePt t="135108" x="6176963" y="1985963"/>
          <p14:tracePt t="135109" x="6172200" y="1985963"/>
          <p14:tracePt t="135110" x="6165850" y="1985963"/>
          <p14:tracePt t="135111" x="6165850" y="1979613"/>
          <p14:tracePt t="135112" x="6159500" y="1979613"/>
          <p14:tracePt t="135113" x="6153150" y="1979613"/>
          <p14:tracePt t="135115" x="6148388" y="1979613"/>
          <p14:tracePt t="135116" x="6142038" y="1979613"/>
          <p14:tracePt t="135117" x="6135688" y="1979613"/>
          <p14:tracePt t="135118" x="6135688" y="1973263"/>
          <p14:tracePt t="135119" x="6129338" y="1973263"/>
          <p14:tracePt t="135120" x="6124575" y="1973263"/>
          <p14:tracePt t="135121" x="6118225" y="1973263"/>
          <p14:tracePt t="135123" x="6111875" y="1973263"/>
          <p14:tracePt t="135124" x="6105525" y="1973263"/>
          <p14:tracePt t="135126" x="6100763" y="1973263"/>
          <p14:tracePt t="135127" x="6094413" y="1973263"/>
          <p14:tracePt t="135129" x="6088063" y="1973263"/>
          <p14:tracePt t="135130" x="6081713" y="1973263"/>
          <p14:tracePt t="135132" x="6075363" y="1973263"/>
          <p14:tracePt t="135133" x="6070600" y="1973263"/>
          <p14:tracePt t="135135" x="6064250" y="1973263"/>
          <p14:tracePt t="135136" x="6057900" y="1973263"/>
          <p14:tracePt t="135139" x="6051550" y="1973263"/>
          <p14:tracePt t="135140" x="6046788" y="1973263"/>
          <p14:tracePt t="135142" x="6046788" y="1979613"/>
          <p14:tracePt t="135143" x="6040438" y="1979613"/>
          <p14:tracePt t="135145" x="6034088" y="1979613"/>
          <p14:tracePt t="135146" x="6034088" y="1985963"/>
          <p14:tracePt t="135147" x="6027738" y="1985963"/>
          <p14:tracePt t="135149" x="6022975" y="1985963"/>
          <p14:tracePt t="135152" x="6022975" y="1992313"/>
          <p14:tracePt t="135153" x="6016625" y="1992313"/>
          <p14:tracePt t="135154" x="6010275" y="1997075"/>
          <p14:tracePt t="135158" x="6003925" y="2003425"/>
          <p14:tracePt t="135160" x="6003925" y="2009775"/>
          <p14:tracePt t="135161" x="5997575" y="2009775"/>
          <p14:tracePt t="135164" x="5992813" y="2016125"/>
          <p14:tracePt t="135166" x="5992813" y="2020888"/>
          <p14:tracePt t="135168" x="5986463" y="2020888"/>
          <p14:tracePt t="135170" x="5986463" y="2027238"/>
          <p14:tracePt t="135171" x="5986463" y="2033588"/>
          <p14:tracePt t="135173" x="5980113" y="2033588"/>
          <p14:tracePt t="135174" x="5980113" y="2039938"/>
          <p14:tracePt t="135176" x="5973763" y="2044700"/>
          <p14:tracePt t="135177" x="5973763" y="2051050"/>
          <p14:tracePt t="135180" x="5973763" y="2057400"/>
          <p14:tracePt t="135181" x="5973763" y="2063750"/>
          <p14:tracePt t="135182" x="5969000" y="2063750"/>
          <p14:tracePt t="135183" x="5969000" y="2070100"/>
          <p14:tracePt t="135185" x="5969000" y="2074863"/>
          <p14:tracePt t="135186" x="5962650" y="2074863"/>
          <p14:tracePt t="135187" x="5962650" y="2081213"/>
          <p14:tracePt t="135188" x="5962650" y="2087563"/>
          <p14:tracePt t="135189" x="5962650" y="2093913"/>
          <p14:tracePt t="135191" x="5962650" y="2098675"/>
          <p14:tracePt t="135192" x="5962650" y="2105025"/>
          <p14:tracePt t="135194" x="5962650" y="2111375"/>
          <p14:tracePt t="135196" x="5962650" y="2117725"/>
          <p14:tracePt t="135197" x="5962650" y="2122488"/>
          <p14:tracePt t="135199" x="5962650" y="2128838"/>
          <p14:tracePt t="135200" x="5962650" y="2135188"/>
          <p14:tracePt t="135201" x="5956300" y="2135188"/>
          <p14:tracePt t="135202" x="5956300" y="2147888"/>
          <p14:tracePt t="135204" x="5956300" y="2152650"/>
          <p14:tracePt t="135205" x="5956300" y="2159000"/>
          <p14:tracePt t="135207" x="5956300" y="2165350"/>
          <p14:tracePt t="135208" x="5956300" y="2171700"/>
          <p14:tracePt t="135209" x="5956300" y="2176463"/>
          <p14:tracePt t="135211" x="5956300" y="2182813"/>
          <p14:tracePt t="135212" x="5956300" y="2189163"/>
          <p14:tracePt t="135214" x="5956300" y="2195513"/>
          <p14:tracePt t="135215" x="5956300" y="2200275"/>
          <p14:tracePt t="135217" x="5956300" y="2206625"/>
          <p14:tracePt t="135218" x="5962650" y="2212975"/>
          <p14:tracePt t="135220" x="5962650" y="2219325"/>
          <p14:tracePt t="135222" x="5962650" y="2224088"/>
          <p14:tracePt t="135223" x="5962650" y="2230438"/>
          <p14:tracePt t="135225" x="5969000" y="2230438"/>
          <p14:tracePt t="135226" x="5969000" y="2236788"/>
          <p14:tracePt t="135227" x="5969000" y="2243138"/>
          <p14:tracePt t="135229" x="5973763" y="2243138"/>
          <p14:tracePt t="135230" x="5973763" y="2249488"/>
          <p14:tracePt t="135233" x="5973763" y="2254250"/>
          <p14:tracePt t="135234" x="5980113" y="2254250"/>
          <p14:tracePt t="135236" x="5980113" y="2260600"/>
          <p14:tracePt t="135238" x="5986463" y="2260600"/>
          <p14:tracePt t="135240" x="5986463" y="2266950"/>
          <p14:tracePt t="135241" x="5986463" y="2273300"/>
          <p14:tracePt t="135242" x="5992813" y="2273300"/>
          <p14:tracePt t="135246" x="5997575" y="2278063"/>
          <p14:tracePt t="135250" x="6003925" y="2284413"/>
          <p14:tracePt t="135256" x="6010275" y="2284413"/>
          <p14:tracePt t="135256" x="6010275" y="2290763"/>
          <p14:tracePt t="135258" x="6016625" y="2290763"/>
          <p14:tracePt t="135262" x="6016625" y="2297113"/>
          <p14:tracePt t="135263" x="6022975" y="2297113"/>
          <p14:tracePt t="135266" x="6027738" y="2297113"/>
          <p14:tracePt t="135269" x="6027738" y="2301875"/>
          <p14:tracePt t="135270" x="6034088" y="2301875"/>
          <p14:tracePt t="135273" x="6040438" y="2301875"/>
          <p14:tracePt t="135276" x="6040438" y="2308225"/>
          <p14:tracePt t="135277" x="6046788" y="2308225"/>
          <p14:tracePt t="135280" x="6051550" y="2308225"/>
          <p14:tracePt t="135284" x="6057900" y="2314575"/>
          <p14:tracePt t="135285" x="6064250" y="2314575"/>
          <p14:tracePt t="135289" x="6070600" y="2314575"/>
          <p14:tracePt t="135292" x="6075363" y="2314575"/>
          <p14:tracePt t="135296" x="6081713" y="2314575"/>
          <p14:tracePt t="135299" x="6088063" y="2314575"/>
          <p14:tracePt t="135301" x="6094413" y="2314575"/>
          <p14:tracePt t="135305" x="6100763" y="2314575"/>
          <p14:tracePt t="135308" x="6105525" y="2314575"/>
          <p14:tracePt t="135311" x="6111875" y="2314575"/>
          <p14:tracePt t="135313" x="6118225" y="2314575"/>
          <p14:tracePt t="135316" x="6124575" y="2308225"/>
          <p14:tracePt t="135319" x="6129338" y="2308225"/>
          <p14:tracePt t="135321" x="6135688" y="2308225"/>
          <p14:tracePt t="135322" x="6135688" y="2301875"/>
          <p14:tracePt t="135324" x="6142038" y="2301875"/>
          <p14:tracePt t="135327" x="6148388" y="2301875"/>
          <p14:tracePt t="135328" x="6148388" y="2297113"/>
          <p14:tracePt t="135331" x="6153150" y="2297113"/>
          <p14:tracePt t="135331" x="6153150" y="2290763"/>
          <p14:tracePt t="135333" x="6159500" y="2290763"/>
          <p14:tracePt t="135335" x="6165850" y="2284413"/>
          <p14:tracePt t="135337" x="6165850" y="2278063"/>
          <p14:tracePt t="135338" x="6172200" y="2278063"/>
          <p14:tracePt t="135340" x="6172200" y="2273300"/>
          <p14:tracePt t="135341" x="6176963" y="2273300"/>
          <p14:tracePt t="135343" x="6176963" y="2266950"/>
          <p14:tracePt t="135344" x="6183313" y="2266950"/>
          <p14:tracePt t="135345" x="6183313" y="2260600"/>
          <p14:tracePt t="135346" x="6189663" y="2260600"/>
          <p14:tracePt t="135347" x="6189663" y="2254250"/>
          <p14:tracePt t="135349" x="6196013" y="2254250"/>
          <p14:tracePt t="135350" x="6196013" y="2249488"/>
          <p14:tracePt t="135352" x="6196013" y="2243138"/>
          <p14:tracePt t="135352" x="6202363" y="2243138"/>
          <p14:tracePt t="135354" x="6202363" y="2236788"/>
          <p14:tracePt t="135355" x="6207125" y="2230438"/>
          <p14:tracePt t="135358" x="6207125" y="2224088"/>
          <p14:tracePt t="135359" x="6213475" y="2219325"/>
          <p14:tracePt t="135362" x="6219825" y="2212975"/>
          <p14:tracePt t="135363" x="6219825" y="2206625"/>
          <p14:tracePt t="135365" x="6226175" y="2200275"/>
          <p14:tracePt t="135367" x="6226175" y="2195513"/>
          <p14:tracePt t="135368" x="6230938" y="2195513"/>
          <p14:tracePt t="135369" x="6230938" y="2189163"/>
          <p14:tracePt t="135371" x="6237288" y="2182813"/>
          <p14:tracePt t="135372" x="6237288" y="2176463"/>
          <p14:tracePt t="135374" x="6243638" y="2171700"/>
          <p14:tracePt t="135376" x="6243638" y="2165350"/>
          <p14:tracePt t="135377" x="6249988" y="2165350"/>
          <p14:tracePt t="135378" x="6249988" y="2159000"/>
          <p14:tracePt t="135380" x="6249988" y="2152650"/>
          <p14:tracePt t="135381" x="6254750" y="2152650"/>
          <p14:tracePt t="135382" x="6254750" y="2147888"/>
          <p14:tracePt t="135384" x="6261100" y="2141538"/>
          <p14:tracePt t="135386" x="6261100" y="2135188"/>
          <p14:tracePt t="135388" x="6267450" y="2128838"/>
          <p14:tracePt t="135390" x="6267450" y="2122488"/>
          <p14:tracePt t="135391" x="6273800" y="2122488"/>
          <p14:tracePt t="135392" x="6273800" y="2117725"/>
          <p14:tracePt t="135394" x="6273800" y="2111375"/>
          <p14:tracePt t="135396" x="6273800" y="2105025"/>
          <p14:tracePt t="135397" x="6280150" y="2105025"/>
          <p14:tracePt t="135398" x="6280150" y="2098675"/>
          <p14:tracePt t="135400" x="6280150" y="2093913"/>
          <p14:tracePt t="135402" x="6280150" y="2087563"/>
          <p14:tracePt t="135404" x="6284913" y="2087563"/>
          <p14:tracePt t="135405" x="6284913" y="2081213"/>
          <p14:tracePt t="135407" x="6284913" y="2074863"/>
          <p14:tracePt t="135410" x="6284913" y="2070100"/>
          <p14:tracePt t="135412" x="6284913" y="2063750"/>
          <p14:tracePt t="135415" x="6284913" y="2057400"/>
          <p14:tracePt t="135418" x="6284913" y="2051050"/>
          <p14:tracePt t="135420" x="6284913" y="2044700"/>
          <p14:tracePt t="135424" x="6284913" y="2039938"/>
          <p14:tracePt t="135426" x="6284913" y="2033588"/>
          <p14:tracePt t="135430" x="6280150" y="2027238"/>
          <p14:tracePt t="135433" x="6280150" y="2020888"/>
          <p14:tracePt t="135437" x="6280150" y="2016125"/>
          <p14:tracePt t="135438" x="6273800" y="2016125"/>
          <p14:tracePt t="135441" x="6267450" y="2009775"/>
          <p14:tracePt t="135444" x="6267450" y="2003425"/>
          <p14:tracePt t="135447" x="6261100" y="2003425"/>
          <p14:tracePt t="135450" x="6254750" y="1997075"/>
          <p14:tracePt t="135454" x="6254750" y="1992313"/>
          <p14:tracePt t="135455" x="6249988" y="1992313"/>
          <p14:tracePt t="135460" x="6243638" y="1992313"/>
          <p14:tracePt t="135464" x="6243638" y="1985963"/>
          <p14:tracePt t="135465" x="6237288" y="1985963"/>
          <p14:tracePt t="135472" x="6230938" y="1985963"/>
          <p14:tracePt t="135475" x="6230938" y="1979613"/>
          <p14:tracePt t="135479" x="6226175" y="1979613"/>
          <p14:tracePt t="135486" x="6219825" y="1979613"/>
          <p14:tracePt t="135489" x="6213475" y="1979613"/>
          <p14:tracePt t="135495" x="6207125" y="1979613"/>
          <p14:tracePt t="135497" x="6202363" y="1979613"/>
          <p14:tracePt t="135501" x="6196013" y="1979613"/>
          <p14:tracePt t="135503" x="6189663" y="1979613"/>
          <p14:tracePt t="135506" x="6183313" y="1979613"/>
          <p14:tracePt t="135508" x="6176963" y="1979613"/>
          <p14:tracePt t="135511" x="6172200" y="1979613"/>
          <p14:tracePt t="135512" x="6165850" y="1979613"/>
          <p14:tracePt t="135515" x="6159500" y="1979613"/>
          <p14:tracePt t="135516" x="6153150" y="1979613"/>
          <p14:tracePt t="135518" x="6148388" y="1979613"/>
          <p14:tracePt t="135520" x="6142038" y="1979613"/>
          <p14:tracePt t="135522" x="6135688" y="1979613"/>
          <p14:tracePt t="135524" x="6129338" y="1979613"/>
          <p14:tracePt t="135525" x="6124575" y="1979613"/>
          <p14:tracePt t="135527" x="6118225" y="1985963"/>
          <p14:tracePt t="135529" x="6111875" y="1985963"/>
          <p14:tracePt t="135531" x="6105525" y="1985963"/>
          <p14:tracePt t="135532" x="6105525" y="1992313"/>
          <p14:tracePt t="135533" x="6100763" y="1992313"/>
          <p14:tracePt t="135535" x="6094413" y="1997075"/>
          <p14:tracePt t="135536" x="6088063" y="1997075"/>
          <p14:tracePt t="135537" x="6088063" y="2003425"/>
          <p14:tracePt t="135538" x="6081713" y="2003425"/>
          <p14:tracePt t="135540" x="6075363" y="2009775"/>
          <p14:tracePt t="135541" x="6070600" y="2009775"/>
          <p14:tracePt t="135542" x="6070600" y="2016125"/>
          <p14:tracePt t="135544" x="6064250" y="2020888"/>
          <p14:tracePt t="135545" x="6057900" y="2020888"/>
          <p14:tracePt t="135546" x="6057900" y="2027238"/>
          <p14:tracePt t="135547" x="6051550" y="2027238"/>
          <p14:tracePt t="135548" x="6051550" y="2033588"/>
          <p14:tracePt t="135549" x="6046788" y="2033588"/>
          <p14:tracePt t="135550" x="6046788" y="2039938"/>
          <p14:tracePt t="135551" x="6040438" y="2044700"/>
          <p14:tracePt t="135553" x="6034088" y="2051050"/>
          <p14:tracePt t="135555" x="6027738" y="2057400"/>
          <p14:tracePt t="135557" x="6022975" y="2063750"/>
          <p14:tracePt t="135558" x="6022975" y="2070100"/>
          <p14:tracePt t="135559" x="6016625" y="2070100"/>
          <p14:tracePt t="135560" x="6016625" y="2074863"/>
          <p14:tracePt t="135561" x="6010275" y="2081213"/>
          <p14:tracePt t="135563" x="6010275" y="2087563"/>
          <p14:tracePt t="135564" x="6003925" y="2093913"/>
          <p14:tracePt t="135565" x="6003925" y="2098675"/>
          <p14:tracePt t="135567" x="5997575" y="2105025"/>
          <p14:tracePt t="135568" x="5997575" y="2111375"/>
          <p14:tracePt t="135570" x="5992813" y="2117725"/>
          <p14:tracePt t="135571" x="5992813" y="2122488"/>
          <p14:tracePt t="135573" x="5992813" y="2128838"/>
          <p14:tracePt t="135574" x="5992813" y="2135188"/>
          <p14:tracePt t="135575" x="5992813" y="2141538"/>
          <p14:tracePt t="135577" x="5992813" y="2147888"/>
          <p14:tracePt t="135579" x="5992813" y="2152650"/>
          <p14:tracePt t="135581" x="5992813" y="2159000"/>
          <p14:tracePt t="135582" x="5992813" y="2165350"/>
          <p14:tracePt t="135584" x="5992813" y="2171700"/>
          <p14:tracePt t="135585" x="5992813" y="2176463"/>
          <p14:tracePt t="135587" x="5992813" y="2182813"/>
          <p14:tracePt t="135588" x="5997575" y="2182813"/>
          <p14:tracePt t="135589" x="5997575" y="2189163"/>
          <p14:tracePt t="135590" x="6003925" y="2195513"/>
          <p14:tracePt t="135593" x="6010275" y="2200275"/>
          <p14:tracePt t="135594" x="6010275" y="2206625"/>
          <p14:tracePt t="135595" x="6016625" y="2206625"/>
          <p14:tracePt t="135596" x="6016625" y="2212975"/>
          <p14:tracePt t="135598" x="6022975" y="2219325"/>
          <p14:tracePt t="135599" x="6027738" y="2219325"/>
          <p14:tracePt t="135600" x="6027738" y="2224088"/>
          <p14:tracePt t="135601" x="6034088" y="2224088"/>
          <p14:tracePt t="135602" x="6034088" y="2230438"/>
          <p14:tracePt t="135603" x="6040438" y="2230438"/>
          <p14:tracePt t="135604" x="6040438" y="2236788"/>
          <p14:tracePt t="135605" x="6046788" y="2236788"/>
          <p14:tracePt t="135606" x="6051550" y="2243138"/>
          <p14:tracePt t="135607" x="6057900" y="2243138"/>
          <p14:tracePt t="135608" x="6057900" y="2249488"/>
          <p14:tracePt t="135609" x="6064250" y="2249488"/>
          <p14:tracePt t="135610" x="6070600" y="2249488"/>
          <p14:tracePt t="135612" x="6075363" y="2254250"/>
          <p14:tracePt t="135613" x="6081713" y="2254250"/>
          <p14:tracePt t="135614" x="6081713" y="2260600"/>
          <p14:tracePt t="135615" x="6088063" y="2260600"/>
          <p14:tracePt t="135616" x="6100763" y="2260600"/>
          <p14:tracePt t="135617" x="6105525" y="2266950"/>
          <p14:tracePt t="135619" x="6111875" y="2266950"/>
          <p14:tracePt t="135620" x="6118225" y="2273300"/>
          <p14:tracePt t="135621" x="6124575" y="2273300"/>
          <p14:tracePt t="135622" x="6129338" y="2273300"/>
          <p14:tracePt t="135623" x="6135688" y="2273300"/>
          <p14:tracePt t="135624" x="6142038" y="2273300"/>
          <p14:tracePt t="135625" x="6148388" y="2273300"/>
          <p14:tracePt t="135626" x="6153150" y="2278063"/>
          <p14:tracePt t="135627" x="6159500" y="2278063"/>
          <p14:tracePt t="135628" x="6165850" y="2278063"/>
          <p14:tracePt t="135629" x="6172200" y="2278063"/>
          <p14:tracePt t="135630" x="6176963" y="2278063"/>
          <p14:tracePt t="135631" x="6183313" y="2278063"/>
          <p14:tracePt t="135632" x="6189663" y="2278063"/>
          <p14:tracePt t="135633" x="6196013" y="2278063"/>
          <p14:tracePt t="135634" x="6202363" y="2278063"/>
          <p14:tracePt t="135636" x="6207125" y="2278063"/>
          <p14:tracePt t="135637" x="6213475" y="2278063"/>
          <p14:tracePt t="135638" x="6219825" y="2278063"/>
          <p14:tracePt t="135639" x="6226175" y="2278063"/>
          <p14:tracePt t="135640" x="6230938" y="2278063"/>
          <p14:tracePt t="135641" x="6237288" y="2278063"/>
          <p14:tracePt t="135642" x="6243638" y="2278063"/>
          <p14:tracePt t="135643" x="6249988" y="2278063"/>
          <p14:tracePt t="135644" x="6254750" y="2278063"/>
          <p14:tracePt t="135645" x="6261100" y="2278063"/>
          <p14:tracePt t="135646" x="6267450" y="2278063"/>
          <p14:tracePt t="135647" x="6273800" y="2278063"/>
          <p14:tracePt t="135648" x="6280150" y="2278063"/>
          <p14:tracePt t="135649" x="6284913" y="2278063"/>
          <p14:tracePt t="135650" x="6284913" y="2273300"/>
          <p14:tracePt t="135651" x="6297613" y="2273300"/>
          <p14:tracePt t="135653" x="6308725" y="2273300"/>
          <p14:tracePt t="135655" x="6315075" y="2266950"/>
          <p14:tracePt t="135656" x="6321425" y="2266950"/>
          <p14:tracePt t="135657" x="6327775" y="2266950"/>
          <p14:tracePt t="135658" x="6332538" y="2260600"/>
          <p14:tracePt t="135660" x="6338888" y="2260600"/>
          <p14:tracePt t="135661" x="6345238" y="2260600"/>
          <p14:tracePt t="135662" x="6345238" y="2254250"/>
          <p14:tracePt t="135663" x="6351588" y="2254250"/>
          <p14:tracePt t="135664" x="6356350" y="2254250"/>
          <p14:tracePt t="135665" x="6356350" y="2249488"/>
          <p14:tracePt t="135666" x="6362700" y="2249488"/>
          <p14:tracePt t="135668" x="6369050" y="2243138"/>
          <p14:tracePt t="135670" x="6375400" y="2236788"/>
          <p14:tracePt t="135672" x="6381750" y="2236788"/>
          <p14:tracePt t="135673" x="6381750" y="2230438"/>
          <p14:tracePt t="135674" x="6386513" y="2230438"/>
          <p14:tracePt t="135676" x="6386513" y="2224088"/>
          <p14:tracePt t="135677" x="6392863" y="2224088"/>
          <p14:tracePt t="135678" x="6392863" y="2219325"/>
          <p14:tracePt t="135680" x="6399213" y="2212975"/>
          <p14:tracePt t="135682" x="6399213" y="2206625"/>
          <p14:tracePt t="135684" x="6405563" y="2200275"/>
          <p14:tracePt t="135685" x="6405563" y="2195513"/>
          <p14:tracePt t="135687" x="6410325" y="2189163"/>
          <p14:tracePt t="135688" x="6410325" y="2182813"/>
          <p14:tracePt t="135691" x="6410325" y="2176463"/>
          <p14:tracePt t="135692" x="6410325" y="2171700"/>
          <p14:tracePt t="135694" x="6410325" y="2165350"/>
          <p14:tracePt t="135695" x="6410325" y="2159000"/>
          <p14:tracePt t="135697" x="6410325" y="2152650"/>
          <p14:tracePt t="135699" x="6410325" y="2147888"/>
          <p14:tracePt t="135700" x="6410325" y="2141538"/>
          <p14:tracePt t="135702" x="6410325" y="2135188"/>
          <p14:tracePt t="135704" x="6410325" y="2128838"/>
          <p14:tracePt t="135705" x="6410325" y="2122488"/>
          <p14:tracePt t="135706" x="6410325" y="2117725"/>
          <p14:tracePt t="135708" x="6410325" y="2111375"/>
          <p14:tracePt t="135710" x="6410325" y="2105025"/>
          <p14:tracePt t="135711" x="6410325" y="2098675"/>
          <p14:tracePt t="135713" x="6410325" y="2093913"/>
          <p14:tracePt t="135714" x="6410325" y="2087563"/>
          <p14:tracePt t="135715" x="6405563" y="2087563"/>
          <p14:tracePt t="135716" x="6405563" y="2081213"/>
          <p14:tracePt t="135717" x="6399213" y="2074863"/>
          <p14:tracePt t="135718" x="6399213" y="2070100"/>
          <p14:tracePt t="135719" x="6399213" y="2063750"/>
          <p14:tracePt t="135721" x="6392863" y="2057400"/>
          <p14:tracePt t="135723" x="6386513" y="2051050"/>
          <p14:tracePt t="135724" x="6386513" y="2044700"/>
          <p14:tracePt t="135726" x="6386513" y="2039938"/>
          <p14:tracePt t="135727" x="6381750" y="2033588"/>
          <p14:tracePt t="135728" x="6375400" y="2033588"/>
          <p14:tracePt t="135729" x="6375400" y="2027238"/>
          <p14:tracePt t="135730" x="6375400" y="2020888"/>
          <p14:tracePt t="135731" x="6369050" y="2020888"/>
          <p14:tracePt t="135732" x="6369050" y="2016125"/>
          <p14:tracePt t="135733" x="6362700" y="2009775"/>
          <p14:tracePt t="135735" x="6356350" y="2003425"/>
          <p14:tracePt t="135736" x="6356350" y="1997075"/>
          <p14:tracePt t="135737" x="6351588" y="1997075"/>
          <p14:tracePt t="135738" x="6351588" y="1992313"/>
          <p14:tracePt t="135739" x="6345238" y="1985963"/>
          <p14:tracePt t="135740" x="6338888" y="1985963"/>
          <p14:tracePt t="135741" x="6338888" y="1979613"/>
          <p14:tracePt t="135742" x="6332538" y="1973263"/>
          <p14:tracePt t="135743" x="6327775" y="1973263"/>
          <p14:tracePt t="135744" x="6327775" y="1966913"/>
          <p14:tracePt t="135745" x="6321425" y="1966913"/>
          <p14:tracePt t="135746" x="6321425" y="1962150"/>
          <p14:tracePt t="135747" x="6315075" y="1962150"/>
          <p14:tracePt t="135748" x="6315075" y="1955800"/>
          <p14:tracePt t="135749" x="6308725" y="1955800"/>
          <p14:tracePt t="135750" x="6308725" y="1949450"/>
          <p14:tracePt t="135751" x="6303963" y="1949450"/>
          <p14:tracePt t="135752" x="6297613" y="1943100"/>
          <p14:tracePt t="135754" x="6291263" y="1943100"/>
          <p14:tracePt t="135755" x="6291263" y="1938338"/>
          <p14:tracePt t="135756" x="6284913" y="1938338"/>
          <p14:tracePt t="135758" x="6280150" y="1931988"/>
          <p14:tracePt t="135760" x="6273800" y="1931988"/>
          <p14:tracePt t="135762" x="6273800" y="1925638"/>
          <p14:tracePt t="135763" x="6267450" y="1925638"/>
          <p14:tracePt t="135765" x="6261100" y="1925638"/>
          <p14:tracePt t="135769" x="6254750" y="1925638"/>
          <p14:tracePt t="135771" x="6249988" y="1919288"/>
          <p14:tracePt t="135775" x="6243638" y="1919288"/>
          <p14:tracePt t="135779" x="6237288" y="1919288"/>
          <p14:tracePt t="135783" x="6230938" y="1919288"/>
          <p14:tracePt t="135790" x="6226175" y="1919288"/>
          <p14:tracePt t="135851" x="6219825" y="1919288"/>
          <p14:tracePt t="135852" x="6219825" y="1925638"/>
          <p14:tracePt t="135857" x="6219825" y="1931988"/>
          <p14:tracePt t="135864" x="6219825" y="1938338"/>
          <p14:tracePt t="135868" x="6213475" y="1938338"/>
          <p14:tracePt t="135869" x="6213475" y="1943100"/>
          <p14:tracePt t="135874" x="6213475" y="1949450"/>
          <p14:tracePt t="135880" x="6207125" y="1949450"/>
          <p14:tracePt t="135882" x="6207125" y="1955800"/>
          <p14:tracePt t="135889" x="6207125" y="1962150"/>
          <p14:tracePt t="135911" x="6207125" y="1966913"/>
          <p14:tracePt t="136000" x="6213475" y="1966913"/>
          <p14:tracePt t="136005" x="6219825" y="1966913"/>
          <p14:tracePt t="136009" x="6226175" y="1966913"/>
          <p14:tracePt t="136011" x="6226175" y="1973263"/>
          <p14:tracePt t="136013" x="6230938" y="1973263"/>
          <p14:tracePt t="136017" x="6237288" y="1973263"/>
          <p14:tracePt t="136020" x="6243638" y="1973263"/>
          <p14:tracePt t="136023" x="6249988" y="1973263"/>
          <p14:tracePt t="136025" x="6254750" y="1973263"/>
          <p14:tracePt t="136028" x="6261100" y="1973263"/>
          <p14:tracePt t="136030" x="6267450" y="1973263"/>
          <p14:tracePt t="136032" x="6273800" y="1973263"/>
          <p14:tracePt t="136034" x="6280150" y="1973263"/>
          <p14:tracePt t="136036" x="6284913" y="1973263"/>
          <p14:tracePt t="136038" x="6291263" y="1973263"/>
          <p14:tracePt t="136040" x="6297613" y="1973263"/>
          <p14:tracePt t="136041" x="6297613" y="1966913"/>
          <p14:tracePt t="136042" x="6303963" y="1966913"/>
          <p14:tracePt t="136044" x="6308725" y="1966913"/>
          <p14:tracePt t="136046" x="6315075" y="1966913"/>
          <p14:tracePt t="136047" x="6321425" y="1966913"/>
          <p14:tracePt t="136049" x="6327775" y="1962150"/>
          <p14:tracePt t="136051" x="6332538" y="1962150"/>
          <p14:tracePt t="136052" x="6338888" y="1962150"/>
          <p14:tracePt t="136054" x="6345238" y="1962150"/>
          <p14:tracePt t="136055" x="6351588" y="1962150"/>
          <p14:tracePt t="136056" x="6351588" y="1955800"/>
          <p14:tracePt t="136057" x="6356350" y="1955800"/>
          <p14:tracePt t="136059" x="6362700" y="1955800"/>
          <p14:tracePt t="136061" x="6369050" y="1955800"/>
          <p14:tracePt t="136063" x="6375400" y="1949450"/>
          <p14:tracePt t="136065" x="6381750" y="1949450"/>
          <p14:tracePt t="136067" x="6386513" y="1943100"/>
          <p14:tracePt t="136068" x="6392863" y="1943100"/>
          <p14:tracePt t="136070" x="6399213" y="1943100"/>
          <p14:tracePt t="136072" x="6405563" y="1938338"/>
          <p14:tracePt t="136074" x="6410325" y="1938338"/>
          <p14:tracePt t="136076" x="6416675" y="1931988"/>
          <p14:tracePt t="136078" x="6423025" y="1931988"/>
          <p14:tracePt t="136080" x="6429375" y="1925638"/>
          <p14:tracePt t="136082" x="6434138" y="1925638"/>
          <p14:tracePt t="136084" x="6440488" y="1919288"/>
          <p14:tracePt t="136086" x="6446838" y="1919288"/>
          <p14:tracePt t="136087" x="6453188" y="1914525"/>
          <p14:tracePt t="136090" x="6459538" y="1908175"/>
          <p14:tracePt t="136092" x="6464300" y="1908175"/>
          <p14:tracePt t="136094" x="6470650" y="1908175"/>
          <p14:tracePt t="136095" x="6470650" y="1901825"/>
          <p14:tracePt t="136097" x="6477000" y="1901825"/>
          <p14:tracePt t="136098" x="6477000" y="1895475"/>
          <p14:tracePt t="136100" x="6483350" y="1895475"/>
          <p14:tracePt t="136103" x="6488113" y="1895475"/>
          <p14:tracePt t="136104" x="6488113" y="1890713"/>
          <p14:tracePt t="136107" x="6494463" y="1890713"/>
          <p14:tracePt t="136107" x="6494463" y="1884363"/>
          <p14:tracePt t="136108" x="6500813" y="1884363"/>
          <p14:tracePt t="136112" x="6507163" y="1884363"/>
          <p14:tracePt t="136113" x="6507163" y="1878013"/>
          <p14:tracePt t="136115" x="6511925" y="1878013"/>
          <p14:tracePt t="136117" x="6518275" y="1878013"/>
          <p14:tracePt t="136119" x="6518275" y="1871663"/>
          <p14:tracePt t="136120" x="6524625" y="1871663"/>
          <p14:tracePt t="136123" x="6530975" y="1871663"/>
          <p14:tracePt t="136126" x="6537325" y="1871663"/>
          <p14:tracePt t="136128" x="6542088" y="1865313"/>
          <p14:tracePt t="136132" x="6548438" y="1865313"/>
          <p14:tracePt t="136135" x="6554788" y="1865313"/>
          <p14:tracePt t="136139" x="6561138" y="1865313"/>
          <p14:tracePt t="136142" x="6565900" y="1865313"/>
          <p14:tracePt t="136147" x="6572250" y="1865313"/>
          <p14:tracePt t="136150" x="6578600" y="1865313"/>
          <p14:tracePt t="136155" x="6584950" y="1865313"/>
          <p14:tracePt t="136157" x="6589713" y="1865313"/>
          <p14:tracePt t="136161" x="6596063" y="1865313"/>
          <p14:tracePt t="136163" x="6602413" y="1865313"/>
          <p14:tracePt t="136166" x="6608763" y="1865313"/>
          <p14:tracePt t="136169" x="6613525" y="1865313"/>
          <p14:tracePt t="136171" x="6619875" y="1871663"/>
          <p14:tracePt t="136174" x="6626225" y="1871663"/>
          <p14:tracePt t="136175" x="6626225" y="1878013"/>
          <p14:tracePt t="136176" x="6632575" y="1878013"/>
          <p14:tracePt t="136179" x="6638925" y="1884363"/>
          <p14:tracePt t="136180" x="6643688" y="1884363"/>
          <p14:tracePt t="136182" x="6643688" y="1890713"/>
          <p14:tracePt t="136183" x="6650038" y="1890713"/>
          <p14:tracePt t="136184" x="6656388" y="1890713"/>
          <p14:tracePt t="136186" x="6656388" y="1895475"/>
          <p14:tracePt t="136187" x="6662738" y="1895475"/>
          <p14:tracePt t="136188" x="6667500" y="1895475"/>
          <p14:tracePt t="136189" x="6667500" y="1901825"/>
          <p14:tracePt t="136190" x="6673850" y="1901825"/>
          <p14:tracePt t="136192" x="6680200" y="1901825"/>
          <p14:tracePt t="136193" x="6680200" y="1908175"/>
          <p14:tracePt t="136194" x="6686550" y="1908175"/>
          <p14:tracePt t="136195" x="6691313" y="1914525"/>
          <p14:tracePt t="136198" x="6697663" y="1919288"/>
          <p14:tracePt t="136199" x="6704013" y="1919288"/>
          <p14:tracePt t="136200" x="6704013" y="1925638"/>
          <p14:tracePt t="136201" x="6710363" y="1925638"/>
          <p14:tracePt t="136203" x="6716713" y="1925638"/>
          <p14:tracePt t="136204" x="6716713" y="1931988"/>
          <p14:tracePt t="136205" x="6721475" y="1931988"/>
          <p14:tracePt t="136206" x="6727825" y="1938338"/>
          <p14:tracePt t="136208" x="6734175" y="1938338"/>
          <p14:tracePt t="136209" x="6734175" y="1943100"/>
          <p14:tracePt t="136211" x="6740525" y="1943100"/>
          <p14:tracePt t="136212" x="6745288" y="1949450"/>
          <p14:tracePt t="136215" x="6751638" y="1955800"/>
          <p14:tracePt t="136217" x="6757988" y="1955800"/>
          <p14:tracePt t="136218" x="6757988" y="1962150"/>
          <p14:tracePt t="136219" x="6764338" y="1962150"/>
          <p14:tracePt t="136221" x="6769100" y="1966913"/>
          <p14:tracePt t="136224" x="6769100" y="1973263"/>
          <p14:tracePt t="136224" x="6775450" y="1973263"/>
          <p14:tracePt t="136226" x="6781800" y="1973263"/>
          <p14:tracePt t="136227" x="6781800" y="1979613"/>
          <p14:tracePt t="136229" x="6788150" y="1979613"/>
          <p14:tracePt t="136231" x="6788150" y="1985963"/>
          <p14:tracePt t="136232" x="6794500" y="1985963"/>
          <p14:tracePt t="136234" x="6794500" y="1992313"/>
          <p14:tracePt t="136235" x="6799263" y="1992313"/>
          <p14:tracePt t="136238" x="6799263" y="1997075"/>
          <p14:tracePt t="136240" x="6805613" y="1997075"/>
          <p14:tracePt t="136243" x="6811963" y="2003425"/>
          <p14:tracePt t="136249" x="6811963" y="2009775"/>
          <p14:tracePt t="136253" x="6818313" y="2009775"/>
          <p14:tracePt t="136263" x="6818313" y="2016125"/>
          <p14:tracePt t="136349" x="6818313" y="2009775"/>
          <p14:tracePt t="136353" x="6811963" y="2009775"/>
          <p14:tracePt t="136354" x="6811963" y="2003425"/>
          <p14:tracePt t="136356" x="6805613" y="2003425"/>
          <p14:tracePt t="136358" x="6805613" y="1997075"/>
          <p14:tracePt t="136359" x="6799263" y="1997075"/>
          <p14:tracePt t="136361" x="6799263" y="1992313"/>
          <p14:tracePt t="136362" x="6794500" y="1992313"/>
          <p14:tracePt t="136364" x="6794500" y="1985963"/>
          <p14:tracePt t="136365" x="6788150" y="1985963"/>
          <p14:tracePt t="136366" x="6788150" y="1979613"/>
          <p14:tracePt t="136367" x="6781800" y="1979613"/>
          <p14:tracePt t="136368" x="6781800" y="1973263"/>
          <p14:tracePt t="136370" x="6775450" y="1973263"/>
          <p14:tracePt t="136371" x="6775450" y="1966913"/>
          <p14:tracePt t="136374" x="6769100" y="1962150"/>
          <p14:tracePt t="136376" x="6764338" y="1955800"/>
          <p14:tracePt t="136378" x="6764338" y="1949450"/>
          <p14:tracePt t="136379" x="6757988" y="1949450"/>
          <p14:tracePt t="136381" x="6757988" y="1943100"/>
          <p14:tracePt t="136382" x="6751638" y="1943100"/>
          <p14:tracePt t="136383" x="6751638" y="1938338"/>
          <p14:tracePt t="136385" x="6745288" y="1938338"/>
          <p14:tracePt t="136386" x="6745288" y="1931988"/>
          <p14:tracePt t="136388" x="6740525" y="1931988"/>
          <p14:tracePt t="136389" x="6740525" y="1925638"/>
          <p14:tracePt t="136392" x="6734175" y="1919288"/>
          <p14:tracePt t="136395" x="6727825" y="1914525"/>
          <p14:tracePt t="136398" x="6721475" y="1914525"/>
          <p14:tracePt t="136399" x="6721475" y="1908175"/>
          <p14:tracePt t="136401" x="6716713" y="1908175"/>
          <p14:tracePt t="136402" x="6716713" y="1901825"/>
          <p14:tracePt t="136405" x="6710363" y="1901825"/>
          <p14:tracePt t="136406" x="6710363" y="1895475"/>
          <p14:tracePt t="136408" x="6704013" y="1895475"/>
          <p14:tracePt t="136411" x="6704013" y="1890713"/>
          <p14:tracePt t="136412" x="6697663" y="1890713"/>
          <p14:tracePt t="136416" x="6691313" y="1884363"/>
          <p14:tracePt t="136420" x="6686550" y="1884363"/>
          <p14:tracePt t="136422" x="6686550" y="1878013"/>
          <p14:tracePt t="136424" x="6680200" y="1878013"/>
          <p14:tracePt t="136428" x="6673850" y="1878013"/>
          <p14:tracePt t="136429" x="6673850" y="1871663"/>
          <p14:tracePt t="136431" x="6667500" y="1871663"/>
          <p14:tracePt t="136435" x="6662738" y="1871663"/>
          <p14:tracePt t="136437" x="6662738" y="1865313"/>
          <p14:tracePt t="136439" x="6656388" y="1865313"/>
          <p14:tracePt t="136442" x="6650038" y="1865313"/>
          <p14:tracePt t="136445" x="6643688" y="1865313"/>
          <p14:tracePt t="136449" x="6638925" y="1865313"/>
          <p14:tracePt t="136451" x="6638925" y="1860550"/>
          <p14:tracePt t="136453" x="6632575" y="1860550"/>
          <p14:tracePt t="136456" x="6626225" y="1860550"/>
          <p14:tracePt t="136460" x="6619875" y="1860550"/>
          <p14:tracePt t="136464" x="6613525" y="1860550"/>
          <p14:tracePt t="136469" x="6608763" y="1860550"/>
          <p14:tracePt t="136473" x="6602413" y="1860550"/>
          <p14:tracePt t="136477" x="6596063" y="1860550"/>
          <p14:tracePt t="136480" x="6589713" y="1860550"/>
          <p14:tracePt t="136484" x="6584950" y="1860550"/>
          <p14:tracePt t="136488" x="6578600" y="1860550"/>
          <p14:tracePt t="136491" x="6572250" y="1860550"/>
          <p14:tracePt t="136494" x="6565900" y="1860550"/>
          <p14:tracePt t="136497" x="6561138" y="1860550"/>
          <p14:tracePt t="136498" x="6561138" y="1865313"/>
          <p14:tracePt t="136500" x="6554788" y="1865313"/>
          <p14:tracePt t="136503" x="6548438" y="1865313"/>
          <p14:tracePt t="136506" x="6542088" y="1871663"/>
          <p14:tracePt t="136509" x="6537325" y="1871663"/>
          <p14:tracePt t="136511" x="6530975" y="1878013"/>
          <p14:tracePt t="136514" x="6524625" y="1878013"/>
          <p14:tracePt t="136516" x="6524625" y="1884363"/>
          <p14:tracePt t="136517" x="6518275" y="1884363"/>
          <p14:tracePt t="136519" x="6511925" y="1884363"/>
          <p14:tracePt t="136520" x="6511925" y="1890713"/>
          <p14:tracePt t="136522" x="6507163" y="1890713"/>
          <p14:tracePt t="136524" x="6500813" y="1895475"/>
          <p14:tracePt t="136526" x="6500813" y="1901825"/>
          <p14:tracePt t="136527" x="6494463" y="1901825"/>
          <p14:tracePt t="136529" x="6488113" y="1901825"/>
          <p14:tracePt t="136530" x="6488113" y="1908175"/>
          <p14:tracePt t="136532" x="6483350" y="1914525"/>
          <p14:tracePt t="136534" x="6477000" y="1914525"/>
          <p14:tracePt t="136535" x="6477000" y="1919288"/>
          <p14:tracePt t="136537" x="6470650" y="1925638"/>
          <p14:tracePt t="136538" x="6464300" y="1925638"/>
          <p14:tracePt t="136539" x="6464300" y="1931988"/>
          <p14:tracePt t="136542" x="6459538" y="1938338"/>
          <p14:tracePt t="136544" x="6453188" y="1943100"/>
          <p14:tracePt t="136546" x="6453188" y="1949450"/>
          <p14:tracePt t="136548" x="6446838" y="1949450"/>
          <p14:tracePt t="136549" x="6446838" y="1955800"/>
          <p14:tracePt t="136550" x="6440488" y="1955800"/>
          <p14:tracePt t="136551" x="6440488" y="1962150"/>
          <p14:tracePt t="136553" x="6434138" y="1966913"/>
          <p14:tracePt t="136555" x="6434138" y="1973263"/>
          <p14:tracePt t="136556" x="6429375" y="1973263"/>
          <p14:tracePt t="136557" x="6429375" y="1979613"/>
          <p14:tracePt t="136559" x="6429375" y="1985963"/>
          <p14:tracePt t="136560" x="6423025" y="1985963"/>
          <p14:tracePt t="136562" x="6423025" y="1992313"/>
          <p14:tracePt t="136563" x="6416675" y="1997075"/>
          <p14:tracePt t="136566" x="6410325" y="2003425"/>
          <p14:tracePt t="136568" x="6410325" y="2009775"/>
          <p14:tracePt t="136570" x="6405563" y="2016125"/>
          <p14:tracePt t="136572" x="6405563" y="2020888"/>
          <p14:tracePt t="136574" x="6399213" y="2027238"/>
          <p14:tracePt t="136576" x="6399213" y="2033588"/>
          <p14:tracePt t="136577" x="6392863" y="2033588"/>
          <p14:tracePt t="136579" x="6392863" y="2039938"/>
          <p14:tracePt t="136580" x="6392863" y="2044700"/>
          <p14:tracePt t="136581" x="6386513" y="2044700"/>
          <p14:tracePt t="136583" x="6386513" y="2051050"/>
          <p14:tracePt t="136584" x="6386513" y="2057400"/>
          <p14:tracePt t="136586" x="6381750" y="2063750"/>
          <p14:tracePt t="136589" x="6381750" y="2070100"/>
          <p14:tracePt t="136590" x="6375400" y="2070100"/>
          <p14:tracePt t="136591" x="6375400" y="2074863"/>
          <p14:tracePt t="136593" x="6375400" y="2081213"/>
          <p14:tracePt t="136595" x="6369050" y="2087563"/>
          <p14:tracePt t="136598" x="6369050" y="2093913"/>
          <p14:tracePt t="136599" x="6369050" y="2098675"/>
          <p14:tracePt t="136601" x="6362700" y="2098675"/>
          <p14:tracePt t="136602" x="6362700" y="2105025"/>
          <p14:tracePt t="136604" x="6362700" y="2111375"/>
          <p14:tracePt t="136606" x="6362700" y="2117725"/>
          <p14:tracePt t="136607" x="6356350" y="2117725"/>
          <p14:tracePt t="136608" x="6356350" y="2122488"/>
          <p14:tracePt t="136610" x="6356350" y="2128838"/>
          <p14:tracePt t="136613" x="6356350" y="2135188"/>
          <p14:tracePt t="136614" x="6356350" y="2141538"/>
          <p14:tracePt t="136616" x="6351588" y="2141538"/>
          <p14:tracePt t="136617" x="6351588" y="2147888"/>
          <p14:tracePt t="136619" x="6351588" y="2152650"/>
          <p14:tracePt t="136621" x="6351588" y="2159000"/>
          <p14:tracePt t="136623" x="6351588" y="2165350"/>
          <p14:tracePt t="136625" x="6351588" y="2171700"/>
          <p14:tracePt t="136628" x="6351588" y="2176463"/>
          <p14:tracePt t="136630" x="6351588" y="2182813"/>
          <p14:tracePt t="136632" x="6351588" y="2189163"/>
          <p14:tracePt t="136634" x="6351588" y="2195513"/>
          <p14:tracePt t="136637" x="6351588" y="2200275"/>
          <p14:tracePt t="136639" x="6351588" y="2206625"/>
          <p14:tracePt t="136641" x="6356350" y="2212975"/>
          <p14:tracePt t="136643" x="6356350" y="2219325"/>
          <p14:tracePt t="136645" x="6356350" y="2224088"/>
          <p14:tracePt t="136648" x="6356350" y="2230438"/>
          <p14:tracePt t="136649" x="6362700" y="2230438"/>
          <p14:tracePt t="136651" x="6362700" y="2236788"/>
          <p14:tracePt t="136653" x="6369050" y="2236788"/>
          <p14:tracePt t="136654" x="6369050" y="2243138"/>
          <p14:tracePt t="136656" x="6369050" y="2249488"/>
          <p14:tracePt t="136658" x="6375400" y="2249488"/>
          <p14:tracePt t="136659" x="6375400" y="2254250"/>
          <p14:tracePt t="136661" x="6381750" y="2254250"/>
          <p14:tracePt t="136662" x="6381750" y="2260600"/>
          <p14:tracePt t="136665" x="6386513" y="2266950"/>
          <p14:tracePt t="136668" x="6392863" y="2266950"/>
          <p14:tracePt t="136669" x="6392863" y="2273300"/>
          <p14:tracePt t="136672" x="6399213" y="2278063"/>
          <p14:tracePt t="136674" x="6405563" y="2278063"/>
          <p14:tracePt t="136676" x="6405563" y="2284413"/>
          <p14:tracePt t="136677" x="6410325" y="2284413"/>
          <p14:tracePt t="136679" x="6416675" y="2290763"/>
          <p14:tracePt t="136682" x="6423025" y="2290763"/>
          <p14:tracePt t="136683" x="6423025" y="2297113"/>
          <p14:tracePt t="136685" x="6429375" y="2297113"/>
          <p14:tracePt t="136687" x="6434138" y="2301875"/>
          <p14:tracePt t="136690" x="6440488" y="2301875"/>
          <p14:tracePt t="136693" x="6446838" y="2308225"/>
          <p14:tracePt t="136695" x="6453188" y="2308225"/>
          <p14:tracePt t="136698" x="6459538" y="2314575"/>
          <p14:tracePt t="136700" x="6464300" y="2314575"/>
          <p14:tracePt t="136703" x="6470650" y="2314575"/>
          <p14:tracePt t="136704" x="6470650" y="2320925"/>
          <p14:tracePt t="136706" x="6477000" y="2320925"/>
          <p14:tracePt t="136709" x="6483350" y="2320925"/>
          <p14:tracePt t="136712" x="6488113" y="2320925"/>
          <p14:tracePt t="136713" x="6488113" y="2327275"/>
          <p14:tracePt t="136715" x="6494463" y="2327275"/>
          <p14:tracePt t="136719" x="6500813" y="2327275"/>
          <p14:tracePt t="136721" x="6507163" y="2327275"/>
          <p14:tracePt t="136725" x="6511925" y="2327275"/>
          <p14:tracePt t="136728" x="6518275" y="2327275"/>
          <p14:tracePt t="136732" x="6524625" y="2327275"/>
          <p14:tracePt t="136733" x="6530975" y="2327275"/>
          <p14:tracePt t="136736" x="6537325" y="2327275"/>
          <p14:tracePt t="136738" x="6542088" y="2327275"/>
          <p14:tracePt t="136741" x="6548438" y="2327275"/>
          <p14:tracePt t="136743" x="6554788" y="2327275"/>
          <p14:tracePt t="136745" x="6561138" y="2327275"/>
          <p14:tracePt t="136748" x="6565900" y="2327275"/>
          <p14:tracePt t="136749" x="6572250" y="2327275"/>
          <p14:tracePt t="136751" x="6572250" y="2320925"/>
          <p14:tracePt t="136752" x="6578600" y="2320925"/>
          <p14:tracePt t="136753" x="6584950" y="2320925"/>
          <p14:tracePt t="136756" x="6589713" y="2320925"/>
          <p14:tracePt t="136757" x="6596063" y="2314575"/>
          <p14:tracePt t="136760" x="6602413" y="2314575"/>
          <p14:tracePt t="136761" x="6608763" y="2308225"/>
          <p14:tracePt t="136763" x="6613525" y="2308225"/>
          <p14:tracePt t="136764" x="6619875" y="2301875"/>
          <p14:tracePt t="136766" x="6626225" y="2301875"/>
          <p14:tracePt t="136767" x="6626225" y="2297113"/>
          <p14:tracePt t="136768" x="6632575" y="2297113"/>
          <p14:tracePt t="136769" x="6638925" y="2290763"/>
          <p14:tracePt t="136771" x="6643688" y="2290763"/>
          <p14:tracePt t="136772" x="6650038" y="2284413"/>
          <p14:tracePt t="136774" x="6656388" y="2278063"/>
          <p14:tracePt t="136775" x="6662738" y="2278063"/>
          <p14:tracePt t="136776" x="6662738" y="2273300"/>
          <p14:tracePt t="136777" x="6667500" y="2273300"/>
          <p14:tracePt t="136778" x="6673850" y="2266950"/>
          <p14:tracePt t="136779" x="6680200" y="2266950"/>
          <p14:tracePt t="136780" x="6680200" y="2260600"/>
          <p14:tracePt t="136781" x="6686550" y="2260600"/>
          <p14:tracePt t="136782" x="6691313" y="2254250"/>
          <p14:tracePt t="136783" x="6697663" y="2249488"/>
          <p14:tracePt t="136784" x="6704013" y="2249488"/>
          <p14:tracePt t="136785" x="6710363" y="2243138"/>
          <p14:tracePt t="136787" x="6716713" y="2236788"/>
          <p14:tracePt t="136788" x="6721475" y="2236788"/>
          <p14:tracePt t="136789" x="6727825" y="2236788"/>
          <p14:tracePt t="136790" x="6727825" y="2230438"/>
          <p14:tracePt t="136791" x="6734175" y="2230438"/>
          <p14:tracePt t="136792" x="6734175" y="2224088"/>
          <p14:tracePt t="136793" x="6740525" y="2224088"/>
          <p14:tracePt t="136794" x="6745288" y="2219325"/>
          <p14:tracePt t="136795" x="6751638" y="2219325"/>
          <p14:tracePt t="136796" x="6751638" y="2212975"/>
          <p14:tracePt t="136797" x="6757988" y="2212975"/>
          <p14:tracePt t="136798" x="6764338" y="2206625"/>
          <p14:tracePt t="136800" x="6769100" y="2200275"/>
          <p14:tracePt t="136801" x="6775450" y="2200275"/>
          <p14:tracePt t="136802" x="6775450" y="2195513"/>
          <p14:tracePt t="136803" x="6781800" y="2195513"/>
          <p14:tracePt t="136804" x="6788150" y="2189163"/>
          <p14:tracePt t="136806" x="6794500" y="2189163"/>
          <p14:tracePt t="136807" x="6799263" y="2182813"/>
          <p14:tracePt t="136809" x="6805613" y="2176463"/>
          <p14:tracePt t="136811" x="6811963" y="2171700"/>
          <p14:tracePt t="136813" x="6818313" y="2171700"/>
          <p14:tracePt t="136814" x="6818313" y="2165350"/>
          <p14:tracePt t="136815" x="6823075" y="2165350"/>
          <p14:tracePt t="136816" x="6829425" y="2159000"/>
          <p14:tracePt t="136818" x="6829425" y="2152650"/>
          <p14:tracePt t="136819" x="6835775" y="2152650"/>
          <p14:tracePt t="136820" x="6842125" y="2152650"/>
          <p14:tracePt t="136821" x="6842125" y="2147888"/>
          <p14:tracePt t="136824" x="6846888" y="2141538"/>
          <p14:tracePt t="136826" x="6853238" y="2141538"/>
          <p14:tracePt t="136827" x="6853238" y="2135188"/>
          <p14:tracePt t="136830" x="6853238" y="2128838"/>
          <p14:tracePt t="136831" x="6859588" y="2128838"/>
          <p14:tracePt t="136833" x="6859588" y="2122488"/>
          <p14:tracePt t="136834" x="6865938" y="2122488"/>
          <p14:tracePt t="136836" x="6865938" y="2117725"/>
          <p14:tracePt t="136838" x="6865938" y="2111375"/>
          <p14:tracePt t="136842" x="6865938" y="2105025"/>
          <p14:tracePt t="136844" x="6865938" y="2098675"/>
          <p14:tracePt t="136845" x="6870700" y="2098675"/>
          <p14:tracePt t="136846" x="6870700" y="2093913"/>
          <p14:tracePt t="136848" x="6870700" y="2087563"/>
          <p14:tracePt t="136850" x="6870700" y="2081213"/>
          <p14:tracePt t="136852" x="6870700" y="2074863"/>
          <p14:tracePt t="136854" x="6870700" y="2070100"/>
          <p14:tracePt t="136856" x="6870700" y="2063750"/>
          <p14:tracePt t="136858" x="6870700" y="2057400"/>
          <p14:tracePt t="136859" x="6870700" y="2051050"/>
          <p14:tracePt t="136861" x="6870700" y="2044700"/>
          <p14:tracePt t="136862" x="6865938" y="2039938"/>
          <p14:tracePt t="136864" x="6865938" y="2033588"/>
          <p14:tracePt t="136865" x="6865938" y="2027238"/>
          <p14:tracePt t="136866" x="6859588" y="2027238"/>
          <p14:tracePt t="136868" x="6859588" y="2020888"/>
          <p14:tracePt t="136869" x="6859588" y="2016125"/>
          <p14:tracePt t="136870" x="6859588" y="2009775"/>
          <p14:tracePt t="136871" x="6853238" y="2009775"/>
          <p14:tracePt t="136872" x="6853238" y="2003425"/>
          <p14:tracePt t="136874" x="6853238" y="1997075"/>
          <p14:tracePt t="136875" x="6846888" y="1992313"/>
          <p14:tracePt t="136877" x="6846888" y="1985963"/>
          <p14:tracePt t="136879" x="6846888" y="1979613"/>
          <p14:tracePt t="136880" x="6842125" y="1973263"/>
          <p14:tracePt t="136883" x="6842125" y="1966913"/>
          <p14:tracePt t="136883" x="6835775" y="1966913"/>
          <p14:tracePt t="136884" x="6835775" y="1962150"/>
          <p14:tracePt t="136886" x="6835775" y="1955800"/>
          <p14:tracePt t="136887" x="6829425" y="1949450"/>
          <p14:tracePt t="136889" x="6829425" y="1943100"/>
          <p14:tracePt t="136891" x="6823075" y="1938338"/>
          <p14:tracePt t="136894" x="6823075" y="1931988"/>
          <p14:tracePt t="136896" x="6818313" y="1925638"/>
          <p14:tracePt t="136899" x="6811963" y="1919288"/>
          <p14:tracePt t="136902" x="6811963" y="1914525"/>
          <p14:tracePt t="136903" x="6805613" y="1914525"/>
          <p14:tracePt t="136905" x="6805613" y="1908175"/>
          <p14:tracePt t="136906" x="6799263" y="1908175"/>
          <p14:tracePt t="136909" x="6799263" y="1901825"/>
          <p14:tracePt t="136912" x="6794500" y="1901825"/>
          <p14:tracePt t="136921" x="6788150" y="1901825"/>
          <p14:tracePt t="136926" x="6788150" y="1895475"/>
          <p14:tracePt t="136932" x="6781800" y="1895475"/>
          <p14:tracePt t="136938" x="6775450" y="1895475"/>
          <p14:tracePt t="136942" x="6769100" y="1895475"/>
          <p14:tracePt t="136946" x="6764338" y="1895475"/>
          <p14:tracePt t="136949" x="6757988" y="1895475"/>
          <p14:tracePt t="136952" x="6751638" y="1895475"/>
          <p14:tracePt t="136955" x="6745288" y="1895475"/>
          <p14:tracePt t="136958" x="6740525" y="1895475"/>
          <p14:tracePt t="136960" x="6734175" y="1895475"/>
          <p14:tracePt t="136962" x="6727825" y="1895475"/>
          <p14:tracePt t="136964" x="6721475" y="1895475"/>
          <p14:tracePt t="136967" x="6716713" y="1895475"/>
          <p14:tracePt t="136969" x="6710363" y="1895475"/>
          <p14:tracePt t="136971" x="6704013" y="1895475"/>
          <p14:tracePt t="136973" x="6697663" y="1895475"/>
          <p14:tracePt t="136974" x="6691313" y="1901825"/>
          <p14:tracePt t="136976" x="6686550" y="1901825"/>
          <p14:tracePt t="136978" x="6680200" y="1908175"/>
          <p14:tracePt t="136980" x="6673850" y="1908175"/>
          <p14:tracePt t="136981" x="6667500" y="1914525"/>
          <p14:tracePt t="136983" x="6662738" y="1914525"/>
          <p14:tracePt t="136984" x="6656388" y="1914525"/>
          <p14:tracePt t="136985" x="6650038" y="1919288"/>
          <p14:tracePt t="136987" x="6643688" y="1925638"/>
          <p14:tracePt t="136988" x="6638925" y="1925638"/>
          <p14:tracePt t="136989" x="6632575" y="1931988"/>
          <p14:tracePt t="136990" x="6626225" y="1931988"/>
          <p14:tracePt t="136991" x="6626225" y="1938338"/>
          <p14:tracePt t="136992" x="6619875" y="1938338"/>
          <p14:tracePt t="136993" x="6613525" y="1938338"/>
          <p14:tracePt t="136994" x="6608763" y="1943100"/>
          <p14:tracePt t="136995" x="6602413" y="1949450"/>
          <p14:tracePt t="136997" x="6589713" y="1955800"/>
          <p14:tracePt t="136999" x="6584950" y="1962150"/>
          <p14:tracePt t="137000" x="6578600" y="1966913"/>
          <p14:tracePt t="137001" x="6565900" y="1973263"/>
          <p14:tracePt t="137003" x="6561138" y="1979613"/>
          <p14:tracePt t="137004" x="6554788" y="1979613"/>
          <p14:tracePt t="137005" x="6548438" y="1985963"/>
          <p14:tracePt t="137006" x="6542088" y="1992313"/>
          <p14:tracePt t="137007" x="6537325" y="1997075"/>
          <p14:tracePt t="137008" x="6530975" y="1997075"/>
          <p14:tracePt t="137009" x="6524625" y="2003425"/>
          <p14:tracePt t="137010" x="6518275" y="2009775"/>
          <p14:tracePt t="137011" x="6511925" y="2009775"/>
          <p14:tracePt t="137012" x="6507163" y="2016125"/>
          <p14:tracePt t="137013" x="6500813" y="2020888"/>
          <p14:tracePt t="137014" x="6494463" y="2020888"/>
          <p14:tracePt t="137015" x="6488113" y="2027238"/>
          <p14:tracePt t="137016" x="6488113" y="2033588"/>
          <p14:tracePt t="137017" x="6483350" y="2033588"/>
          <p14:tracePt t="137018" x="6477000" y="2039938"/>
          <p14:tracePt t="137019" x="6470650" y="2044700"/>
          <p14:tracePt t="137020" x="6464300" y="2051050"/>
          <p14:tracePt t="137021" x="6459538" y="2051050"/>
          <p14:tracePt t="137022" x="6459538" y="2057400"/>
          <p14:tracePt t="137023" x="6453188" y="2063750"/>
          <p14:tracePt t="137024" x="6446838" y="2070100"/>
          <p14:tracePt t="137025" x="6440488" y="2070100"/>
          <p14:tracePt t="137026" x="6440488" y="2074863"/>
          <p14:tracePt t="137027" x="6434138" y="2081213"/>
          <p14:tracePt t="137029" x="6429375" y="2087563"/>
          <p14:tracePt t="137030" x="6423025" y="2093913"/>
          <p14:tracePt t="137031" x="6423025" y="2098675"/>
          <p14:tracePt t="137032" x="6416675" y="2098675"/>
          <p14:tracePt t="137033" x="6410325" y="2105025"/>
          <p14:tracePt t="137034" x="6410325" y="2111375"/>
          <p14:tracePt t="137035" x="6410325" y="2117725"/>
          <p14:tracePt t="137036" x="6405563" y="2122488"/>
          <p14:tracePt t="137037" x="6399213" y="2122488"/>
          <p14:tracePt t="137038" x="6399213" y="2128838"/>
          <p14:tracePt t="137039" x="6392863" y="2135188"/>
          <p14:tracePt t="137041" x="6392863" y="2147888"/>
          <p14:tracePt t="137042" x="6386513" y="2147888"/>
          <p14:tracePt t="137043" x="6386513" y="2152650"/>
          <p14:tracePt t="137045" x="6381750" y="2159000"/>
          <p14:tracePt t="137046" x="6381750" y="2165350"/>
          <p14:tracePt t="137048" x="6375400" y="2171700"/>
          <p14:tracePt t="137049" x="6375400" y="2176463"/>
          <p14:tracePt t="137050" x="6375400" y="2182813"/>
          <p14:tracePt t="137052" x="6369050" y="2189163"/>
          <p14:tracePt t="137054" x="6369050" y="2195513"/>
          <p14:tracePt t="137055" x="6369050" y="2200275"/>
          <p14:tracePt t="137057" x="6369050" y="2206625"/>
          <p14:tracePt t="137058" x="6369050" y="2212975"/>
          <p14:tracePt t="137060" x="6369050" y="2219325"/>
          <p14:tracePt t="137062" x="6369050" y="2224088"/>
          <p14:tracePt t="137064" x="6369050" y="2230438"/>
          <p14:tracePt t="137065" x="6369050" y="2236788"/>
          <p14:tracePt t="137067" x="6369050" y="2243138"/>
          <p14:tracePt t="137069" x="6369050" y="2249488"/>
          <p14:tracePt t="137070" x="6375400" y="2249488"/>
          <p14:tracePt t="137071" x="6375400" y="2254250"/>
          <p14:tracePt t="137073" x="6375400" y="2260600"/>
          <p14:tracePt t="137074" x="6381750" y="2266950"/>
          <p14:tracePt t="137077" x="6381750" y="2273300"/>
          <p14:tracePt t="137078" x="6386513" y="2278063"/>
          <p14:tracePt t="137080" x="6392863" y="2278063"/>
          <p14:tracePt t="137081" x="6392863" y="2284413"/>
          <p14:tracePt t="137082" x="6399213" y="2290763"/>
          <p14:tracePt t="137084" x="6405563" y="2297113"/>
          <p14:tracePt t="137086" x="6405563" y="2301875"/>
          <p14:tracePt t="137087" x="6410325" y="2301875"/>
          <p14:tracePt t="137088" x="6416675" y="2308225"/>
          <p14:tracePt t="137090" x="6423025" y="2314575"/>
          <p14:tracePt t="137091" x="6429375" y="2314575"/>
          <p14:tracePt t="137092" x="6429375" y="2320925"/>
          <p14:tracePt t="137093" x="6434138" y="2320925"/>
          <p14:tracePt t="137094" x="6434138" y="2327275"/>
          <p14:tracePt t="137095" x="6440488" y="2327275"/>
          <p14:tracePt t="137096" x="6446838" y="2332038"/>
          <p14:tracePt t="137100" x="6459538" y="2338388"/>
          <p14:tracePt t="137100" x="6464300" y="2338388"/>
          <p14:tracePt t="137101" x="6464300" y="2344738"/>
          <p14:tracePt t="137102" x="6470650" y="2344738"/>
          <p14:tracePt t="137103" x="6477000" y="2344738"/>
          <p14:tracePt t="137104" x="6483350" y="2344738"/>
          <p14:tracePt t="137105" x="6488113" y="2351088"/>
          <p14:tracePt t="137106" x="6494463" y="2351088"/>
          <p14:tracePt t="137107" x="6500813" y="2351088"/>
          <p14:tracePt t="137108" x="6507163" y="2351088"/>
          <p14:tracePt t="137109" x="6507163" y="2355850"/>
          <p14:tracePt t="137110" x="6511925" y="2355850"/>
          <p14:tracePt t="137111" x="6518275" y="2355850"/>
          <p14:tracePt t="137112" x="6530975" y="2355850"/>
          <p14:tracePt t="137113" x="6537325" y="2355850"/>
          <p14:tracePt t="137114" x="6542088" y="2355850"/>
          <p14:tracePt t="137115" x="6542088" y="2362200"/>
          <p14:tracePt t="137116" x="6548438" y="2362200"/>
          <p14:tracePt t="137117" x="6554788" y="2362200"/>
          <p14:tracePt t="137118" x="6561138" y="2362200"/>
          <p14:tracePt t="137119" x="6565900" y="2362200"/>
          <p14:tracePt t="137120" x="6572250" y="2362200"/>
          <p14:tracePt t="137121" x="6578600" y="2362200"/>
          <p14:tracePt t="137122" x="6589713" y="2362200"/>
          <p14:tracePt t="137123" x="6602413" y="2362200"/>
          <p14:tracePt t="137124" x="6608763" y="2362200"/>
          <p14:tracePt t="137125" x="6613525" y="2362200"/>
          <p14:tracePt t="137126" x="6619875" y="2362200"/>
          <p14:tracePt t="137127" x="6626225" y="2362200"/>
          <p14:tracePt t="137128" x="6632575" y="2362200"/>
          <p14:tracePt t="137129" x="6638925" y="2362200"/>
          <p14:tracePt t="137130" x="6643688" y="2362200"/>
          <p14:tracePt t="137131" x="6650038" y="2362200"/>
          <p14:tracePt t="137132" x="6656388" y="2362200"/>
          <p14:tracePt t="137133" x="6662738" y="2362200"/>
          <p14:tracePt t="137134" x="6667500" y="2362200"/>
          <p14:tracePt t="137135" x="6673850" y="2362200"/>
          <p14:tracePt t="137136" x="6680200" y="2362200"/>
          <p14:tracePt t="137137" x="6686550" y="2362200"/>
          <p14:tracePt t="137139" x="6691313" y="2362200"/>
          <p14:tracePt t="137140" x="6697663" y="2362200"/>
          <p14:tracePt t="137141" x="6704013" y="2362200"/>
          <p14:tracePt t="137142" x="6710363" y="2362200"/>
          <p14:tracePt t="137143" x="6716713" y="2362200"/>
          <p14:tracePt t="137144" x="6716713" y="2355850"/>
          <p14:tracePt t="137145" x="6721475" y="2355850"/>
          <p14:tracePt t="137146" x="6727825" y="2355850"/>
          <p14:tracePt t="137148" x="6734175" y="2355850"/>
          <p14:tracePt t="137149" x="6740525" y="2355850"/>
          <p14:tracePt t="137151" x="6745288" y="2355850"/>
          <p14:tracePt t="137152" x="6745288" y="2351088"/>
          <p14:tracePt t="137153" x="6751638" y="2351088"/>
          <p14:tracePt t="137155" x="6757988" y="2351088"/>
          <p14:tracePt t="137157" x="6764338" y="2344738"/>
          <p14:tracePt t="137161" x="6769100" y="2344738"/>
          <p14:tracePt t="137163" x="6769100" y="2338388"/>
          <p14:tracePt t="137164" x="6775450" y="2338388"/>
          <p14:tracePt t="137169" x="6781800" y="2332038"/>
          <p14:tracePt t="137172" x="6781800" y="2327275"/>
          <p14:tracePt t="137173" x="6788150" y="2327275"/>
          <p14:tracePt t="137177" x="6788150" y="2320925"/>
          <p14:tracePt t="137180" x="6794500" y="2320925"/>
          <p14:tracePt t="137181" x="6794500" y="2314575"/>
          <p14:tracePt t="137184" x="6794500" y="2308225"/>
          <p14:tracePt t="137187" x="6794500" y="2301875"/>
          <p14:tracePt t="137189" x="6799263" y="2297113"/>
          <p14:tracePt t="137192" x="6799263" y="2290763"/>
          <p14:tracePt t="137194" x="6799263" y="2284413"/>
          <p14:tracePt t="137197" x="6799263" y="2278063"/>
          <p14:tracePt t="137198" x="6799263" y="2273300"/>
          <p14:tracePt t="137201" x="6799263" y="2266950"/>
          <p14:tracePt t="137202" x="6799263" y="2260600"/>
          <p14:tracePt t="137204" x="6799263" y="2254250"/>
          <p14:tracePt t="137206" x="6799263" y="2249488"/>
          <p14:tracePt t="137208" x="6799263" y="2243138"/>
          <p14:tracePt t="137210" x="6799263" y="2236788"/>
          <p14:tracePt t="137211" x="6799263" y="2230438"/>
          <p14:tracePt t="137214" x="6799263" y="2224088"/>
          <p14:tracePt t="137215" x="6799263" y="2219325"/>
          <p14:tracePt t="137217" x="6799263" y="2212975"/>
          <p14:tracePt t="137218" x="6794500" y="2206625"/>
          <p14:tracePt t="137220" x="6794500" y="2200275"/>
          <p14:tracePt t="137221" x="6794500" y="2195513"/>
          <p14:tracePt t="137222" x="6794500" y="2189163"/>
          <p14:tracePt t="137224" x="6794500" y="2182813"/>
          <p14:tracePt t="137225" x="6788150" y="2176463"/>
          <p14:tracePt t="137227" x="6788150" y="2171700"/>
          <p14:tracePt t="137228" x="6781800" y="2165350"/>
          <p14:tracePt t="137229" x="6781800" y="2159000"/>
          <p14:tracePt t="137230" x="6781800" y="2152650"/>
          <p14:tracePt t="137231" x="6781800" y="2147888"/>
          <p14:tracePt t="137233" x="6775450" y="2141538"/>
          <p14:tracePt t="137234" x="6775450" y="2135188"/>
          <p14:tracePt t="137235" x="6769100" y="2128838"/>
          <p14:tracePt t="137237" x="6769100" y="2122488"/>
          <p14:tracePt t="137237" x="6769100" y="2117725"/>
          <p14:tracePt t="137238" x="6769100" y="2111375"/>
          <p14:tracePt t="137239" x="6769100" y="2105025"/>
          <p14:tracePt t="137240" x="6764338" y="2098675"/>
          <p14:tracePt t="137242" x="6757988" y="2087563"/>
          <p14:tracePt t="137243" x="6757988" y="2081213"/>
          <p14:tracePt t="137245" x="6757988" y="2074863"/>
          <p14:tracePt t="137245" x="6751638" y="2070100"/>
          <p14:tracePt t="137246" x="6751638" y="2063750"/>
          <p14:tracePt t="137247" x="6751638" y="2057400"/>
          <p14:tracePt t="137248" x="6745288" y="2051050"/>
          <p14:tracePt t="137249" x="6745288" y="2044700"/>
          <p14:tracePt t="137250" x="6745288" y="2039938"/>
          <p14:tracePt t="137251" x="6745288" y="2033588"/>
          <p14:tracePt t="137252" x="6740525" y="2027238"/>
          <p14:tracePt t="137254" x="6734175" y="2020888"/>
          <p14:tracePt t="137255" x="6734175" y="2016125"/>
          <p14:tracePt t="137258" x="6734175" y="2009775"/>
          <p14:tracePt t="137260" x="6734175" y="2003425"/>
          <p14:tracePt t="137261" x="6727825" y="2003425"/>
          <p14:tracePt t="137261" x="6727825" y="1997075"/>
          <p14:tracePt t="137267" x="6727825" y="1992313"/>
          <p14:tracePt t="137271" x="6721475" y="1992313"/>
          <p14:tracePt t="137343" x="6721475" y="1997075"/>
          <p14:tracePt t="137344" x="6716713" y="1997075"/>
          <p14:tracePt t="137349" x="6710363" y="2003425"/>
          <p14:tracePt t="137354" x="6704013" y="2003425"/>
          <p14:tracePt t="137356" x="6704013" y="2009775"/>
          <p14:tracePt t="137358" x="6697663" y="2009775"/>
          <p14:tracePt t="137360" x="6697663" y="2016125"/>
          <p14:tracePt t="137363" x="6691313" y="2016125"/>
          <p14:tracePt t="137367" x="6686550" y="2020888"/>
          <p14:tracePt t="137371" x="6680200" y="2020888"/>
          <p14:tracePt t="137374" x="6680200" y="2027238"/>
          <p14:tracePt t="137378" x="6673850" y="2027238"/>
          <p14:tracePt t="137381" x="6673850" y="2033588"/>
          <p14:tracePt t="137383" x="6667500" y="2033588"/>
          <p14:tracePt t="147936" x="6673850" y="2033588"/>
          <p14:tracePt t="147940" x="6680200" y="2033588"/>
          <p14:tracePt t="147941" x="6686550" y="2027238"/>
          <p14:tracePt t="147945" x="6691313" y="2027238"/>
          <p14:tracePt t="147946" x="6691313" y="2020888"/>
          <p14:tracePt t="147947" x="6697663" y="2020888"/>
          <p14:tracePt t="147949" x="6704013" y="2020888"/>
          <p14:tracePt t="147950" x="6704013" y="2016125"/>
          <p14:tracePt t="147952" x="6710363" y="2016125"/>
          <p14:tracePt t="147953" x="6716713" y="2009775"/>
          <p14:tracePt t="147955" x="6721475" y="2009775"/>
          <p14:tracePt t="147957" x="6727825" y="2003425"/>
          <p14:tracePt t="147959" x="6734175" y="1997075"/>
          <p14:tracePt t="147961" x="6740525" y="1997075"/>
          <p14:tracePt t="147962" x="6740525" y="1992313"/>
          <p14:tracePt t="147963" x="6745288" y="1992313"/>
          <p14:tracePt t="147965" x="6751638" y="1985963"/>
          <p14:tracePt t="147967" x="6757988" y="1985963"/>
          <p14:tracePt t="147968" x="6757988" y="1979613"/>
          <p14:tracePt t="147969" x="6764338" y="1979613"/>
          <p14:tracePt t="147970" x="6769100" y="1973263"/>
          <p14:tracePt t="147973" x="6775450" y="1966913"/>
          <p14:tracePt t="147975" x="6781800" y="1962150"/>
          <p14:tracePt t="147978" x="6788150" y="1955800"/>
          <p14:tracePt t="147981" x="6794500" y="1949450"/>
          <p14:tracePt t="147983" x="6799263" y="1949450"/>
          <p14:tracePt t="147984" x="6799263" y="1943100"/>
          <p14:tracePt t="147987" x="6805613" y="1943100"/>
          <p14:tracePt t="147988" x="6805613" y="1938338"/>
          <p14:tracePt t="147992" x="6805613" y="1931988"/>
          <p14:tracePt t="147993" x="6811963" y="1931988"/>
          <p14:tracePt t="148067" x="6805613" y="1931988"/>
          <p14:tracePt t="148073" x="6799263" y="1931988"/>
          <p14:tracePt t="148075" x="6799263" y="1925638"/>
          <p14:tracePt t="148077" x="6794500" y="1925638"/>
          <p14:tracePt t="148081" x="6788150" y="1925638"/>
          <p14:tracePt t="148086" x="6781800" y="1925638"/>
          <p14:tracePt t="148090" x="6775450" y="1919288"/>
          <p14:tracePt t="148093" x="6769100" y="1919288"/>
          <p14:tracePt t="148097" x="6764338" y="1919288"/>
          <p14:tracePt t="148100" x="6757988" y="1919288"/>
          <p14:tracePt t="148103" x="6751638" y="1919288"/>
          <p14:tracePt t="148106" x="6745288" y="1919288"/>
          <p14:tracePt t="148109" x="6740525" y="1919288"/>
          <p14:tracePt t="148112" x="6734175" y="1919288"/>
          <p14:tracePt t="148115" x="6727825" y="1919288"/>
          <p14:tracePt t="148116" x="6727825" y="1914525"/>
          <p14:tracePt t="148118" x="6721475" y="1914525"/>
          <p14:tracePt t="148121" x="6716713" y="1914525"/>
          <p14:tracePt t="148125" x="6710363" y="1914525"/>
          <p14:tracePt t="148128" x="6704013" y="1908175"/>
          <p14:tracePt t="148131" x="6697663" y="1908175"/>
          <p14:tracePt t="148135" x="6691313" y="1908175"/>
          <p14:tracePt t="148138" x="6686550" y="1908175"/>
          <p14:tracePt t="148142" x="6680200" y="1908175"/>
          <p14:tracePt t="148146" x="6673850" y="1908175"/>
          <p14:tracePt t="148150" x="6667500" y="1908175"/>
          <p14:tracePt t="148155" x="6662738" y="1908175"/>
          <p14:tracePt t="148160" x="6656388" y="1908175"/>
          <p14:tracePt t="148166" x="6650038" y="1908175"/>
          <p14:tracePt t="148171" x="6643688" y="1908175"/>
          <p14:tracePt t="148175" x="6638925" y="1908175"/>
          <p14:tracePt t="148179" x="6638925" y="1914525"/>
          <p14:tracePt t="148180" x="6632575" y="1914525"/>
          <p14:tracePt t="148185" x="6626225" y="1914525"/>
          <p14:tracePt t="148190" x="6619875" y="1914525"/>
          <p14:tracePt t="148191" x="6619875" y="1919288"/>
          <p14:tracePt t="148195" x="6613525" y="1919288"/>
          <p14:tracePt t="148199" x="6613525" y="1925638"/>
          <p14:tracePt t="148200" x="6608763" y="1925638"/>
          <p14:tracePt t="148204" x="6602413" y="1925638"/>
          <p14:tracePt t="148207" x="6596063" y="1925638"/>
          <p14:tracePt t="148208" x="6596063" y="1931988"/>
          <p14:tracePt t="148211" x="6589713" y="1931988"/>
          <p14:tracePt t="148214" x="6584950" y="1931988"/>
          <p14:tracePt t="148215" x="6584950" y="1938338"/>
          <p14:tracePt t="148218" x="6578600" y="1938338"/>
          <p14:tracePt t="148221" x="6572250" y="1938338"/>
          <p14:tracePt t="148222" x="6572250" y="1943100"/>
          <p14:tracePt t="148223" x="6565900" y="1943100"/>
          <p14:tracePt t="148226" x="6565900" y="1949450"/>
          <p14:tracePt t="148227" x="6561138" y="1949450"/>
          <p14:tracePt t="148230" x="6554788" y="1949450"/>
          <p14:tracePt t="148232" x="6554788" y="1955800"/>
          <p14:tracePt t="148234" x="6548438" y="1955800"/>
          <p14:tracePt t="148238" x="6542088" y="1962150"/>
          <p14:tracePt t="148243" x="6537325" y="1966913"/>
          <p14:tracePt t="148248" x="6530975" y="1966913"/>
          <p14:tracePt t="148251" x="6530975" y="1973263"/>
          <p14:tracePt t="148255" x="6524625" y="1979613"/>
          <p14:tracePt t="148267" x="6524625" y="1985963"/>
          <p14:tracePt t="148274" x="6524625" y="1992313"/>
          <p14:tracePt t="148278" x="6518275" y="1992313"/>
          <p14:tracePt t="148283" x="6518275" y="1997075"/>
          <p14:tracePt t="148287" x="6518275" y="2003425"/>
          <p14:tracePt t="148289" x="6518275" y="2009775"/>
          <p14:tracePt t="148293" x="6518275" y="2016125"/>
          <p14:tracePt t="148295" x="6518275" y="2020888"/>
          <p14:tracePt t="148298" x="6524625" y="2027238"/>
          <p14:tracePt t="148300" x="6524625" y="2033588"/>
          <p14:tracePt t="148303" x="6524625" y="2039938"/>
          <p14:tracePt t="148304" x="6530975" y="2039938"/>
          <p14:tracePt t="148305" x="6530975" y="2044700"/>
          <p14:tracePt t="148308" x="6537325" y="2051050"/>
          <p14:tracePt t="148310" x="6537325" y="2057400"/>
          <p14:tracePt t="148313" x="6537325" y="2063750"/>
          <p14:tracePt t="148314" x="6542088" y="2063750"/>
          <p14:tracePt t="148316" x="6542088" y="2070100"/>
          <p14:tracePt t="148318" x="6548438" y="2070100"/>
          <p14:tracePt t="148318" x="6548438" y="2074863"/>
          <p14:tracePt t="148322" x="6554788" y="2074863"/>
          <p14:tracePt t="148324" x="6554788" y="2081213"/>
          <p14:tracePt t="148324" x="6561138" y="2081213"/>
          <p14:tracePt t="148326" x="6561138" y="2087563"/>
          <p14:tracePt t="148328" x="6565900" y="2087563"/>
          <p14:tracePt t="148331" x="6572250" y="2087563"/>
          <p14:tracePt t="148334" x="6578600" y="2093913"/>
          <p14:tracePt t="148337" x="6584950" y="2093913"/>
          <p14:tracePt t="148340" x="6589713" y="2098675"/>
          <p14:tracePt t="148343" x="6596063" y="2098675"/>
          <p14:tracePt t="148346" x="6602413" y="2105025"/>
          <p14:tracePt t="148349" x="6608763" y="2105025"/>
          <p14:tracePt t="148351" x="6613525" y="2105025"/>
          <p14:tracePt t="148354" x="6613525" y="2111375"/>
          <p14:tracePt t="148355" x="6619875" y="2111375"/>
          <p14:tracePt t="148357" x="6626225" y="2111375"/>
          <p14:tracePt t="148361" x="6632575" y="2111375"/>
          <p14:tracePt t="148362" x="6632575" y="2117725"/>
          <p14:tracePt t="148364" x="6638925" y="2117725"/>
          <p14:tracePt t="148370" x="6643688" y="2117725"/>
          <p14:tracePt t="148374" x="6650038" y="2117725"/>
          <p14:tracePt t="148382" x="6656388" y="2117725"/>
          <p14:tracePt t="148388" x="6662738" y="2117725"/>
          <p14:tracePt t="148395" x="6667500" y="2117725"/>
          <p14:tracePt t="148399" x="6673850" y="2117725"/>
          <p14:tracePt t="148405" x="6680200" y="2117725"/>
          <p14:tracePt t="148410" x="6686550" y="2117725"/>
          <p14:tracePt t="148412" x="6686550" y="2111375"/>
          <p14:tracePt t="148414" x="6691313" y="2111375"/>
          <p14:tracePt t="148417" x="6691313" y="2105025"/>
          <p14:tracePt t="148418" x="6697663" y="2105025"/>
          <p14:tracePt t="148421" x="6697663" y="2098675"/>
          <p14:tracePt t="148423" x="6704013" y="2098675"/>
          <p14:tracePt t="148424" x="6704013" y="2093913"/>
          <p14:tracePt t="148426" x="6710363" y="2093913"/>
          <p14:tracePt t="148427" x="6710363" y="2087563"/>
          <p14:tracePt t="148429" x="6710363" y="2081213"/>
          <p14:tracePt t="148430" x="6716713" y="2081213"/>
          <p14:tracePt t="148432" x="6716713" y="2074863"/>
          <p14:tracePt t="148434" x="6716713" y="2070100"/>
          <p14:tracePt t="148436" x="6721475" y="2063750"/>
          <p14:tracePt t="148438" x="6721475" y="2057400"/>
          <p14:tracePt t="148439" x="6721475" y="2051050"/>
          <p14:tracePt t="148441" x="6721475" y="2044700"/>
          <p14:tracePt t="148442" x="6721475" y="2033588"/>
          <p14:tracePt t="148444" x="6721475" y="2027238"/>
          <p14:tracePt t="148445" x="6721475" y="2020888"/>
          <p14:tracePt t="148446" x="6721475" y="2016125"/>
          <p14:tracePt t="148447" x="6721475" y="2009775"/>
          <p14:tracePt t="148449" x="6721475" y="2003425"/>
          <p14:tracePt t="148450" x="6721475" y="1992313"/>
          <p14:tracePt t="148452" x="6721475" y="1979613"/>
          <p14:tracePt t="148454" x="6721475" y="1973263"/>
          <p14:tracePt t="148455" x="6721475" y="1966913"/>
          <p14:tracePt t="148456" x="6721475" y="1962150"/>
          <p14:tracePt t="148457" x="6721475" y="1955800"/>
          <p14:tracePt t="148458" x="6721475" y="1949450"/>
          <p14:tracePt t="148459" x="6716713" y="1938338"/>
          <p14:tracePt t="148460" x="6716713" y="1931988"/>
          <p14:tracePt t="148461" x="6716713" y="1925638"/>
          <p14:tracePt t="148462" x="6716713" y="1919288"/>
          <p14:tracePt t="148463" x="6710363" y="1914525"/>
          <p14:tracePt t="148464" x="6710363" y="1908175"/>
          <p14:tracePt t="148465" x="6704013" y="1901825"/>
          <p14:tracePt t="148466" x="6704013" y="1895475"/>
          <p14:tracePt t="148467" x="6704013" y="1890713"/>
          <p14:tracePt t="148468" x="6697663" y="1884363"/>
          <p14:tracePt t="148469" x="6697663" y="1878013"/>
          <p14:tracePt t="148470" x="6691313" y="1871663"/>
          <p14:tracePt t="148472" x="6686550" y="1865313"/>
          <p14:tracePt t="148473" x="6686550" y="1860550"/>
          <p14:tracePt t="148474" x="6680200" y="1854200"/>
          <p14:tracePt t="148475" x="6680200" y="1847850"/>
          <p14:tracePt t="148476" x="6673850" y="1841500"/>
          <p14:tracePt t="148478" x="6667500" y="1836738"/>
          <p14:tracePt t="148479" x="6667500" y="1830388"/>
          <p14:tracePt t="148481" x="6662738" y="1824038"/>
          <p14:tracePt t="148482" x="6662738" y="1817688"/>
          <p14:tracePt t="148483" x="6656388" y="1817688"/>
          <p14:tracePt t="148484" x="6656388" y="1812925"/>
          <p14:tracePt t="148485" x="6650038" y="1812925"/>
          <p14:tracePt t="148486" x="6650038" y="1806575"/>
          <p14:tracePt t="148487" x="6643688" y="1806575"/>
          <p14:tracePt t="148488" x="6643688" y="1800225"/>
          <p14:tracePt t="148489" x="6638925" y="1800225"/>
          <p14:tracePt t="148490" x="6638925" y="1793875"/>
          <p14:tracePt t="148491" x="6632575" y="1793875"/>
          <p14:tracePt t="148492" x="6632575" y="1787525"/>
          <p14:tracePt t="148493" x="6626225" y="1787525"/>
          <p14:tracePt t="148495" x="6619875" y="1782763"/>
          <p14:tracePt t="148497" x="6613525" y="1776413"/>
          <p14:tracePt t="148498" x="6608763" y="1776413"/>
          <p14:tracePt t="148500" x="6602413" y="1776413"/>
          <p14:tracePt t="148501" x="6602413" y="1770063"/>
          <p14:tracePt t="148502" x="6596063" y="1770063"/>
          <p14:tracePt t="148504" x="6596063" y="1763713"/>
          <p14:tracePt t="148505" x="6589713" y="1763713"/>
          <p14:tracePt t="148506" x="6584950" y="1763713"/>
          <p14:tracePt t="148509" x="6578600" y="1758950"/>
          <p14:tracePt t="148512" x="6572250" y="1758950"/>
          <p14:tracePt t="148513" x="6565900" y="1752600"/>
          <p14:tracePt t="148517" x="6561138" y="1752600"/>
          <p14:tracePt t="148522" x="6554788" y="1752600"/>
          <p14:tracePt t="148572" x="6554788" y="1758950"/>
          <p14:tracePt t="148574" x="6554788" y="1763713"/>
          <p14:tracePt t="148576" x="6548438" y="1770063"/>
          <p14:tracePt t="148578" x="6548438" y="1776413"/>
          <p14:tracePt t="148579" x="6548438" y="1782763"/>
          <p14:tracePt t="148581" x="6548438" y="1787525"/>
          <p14:tracePt t="148582" x="6548438" y="1793875"/>
          <p14:tracePt t="148584" x="6548438" y="1800225"/>
          <p14:tracePt t="148585" x="6548438" y="1806575"/>
          <p14:tracePt t="148586" x="6548438" y="1812925"/>
          <p14:tracePt t="148587" x="6548438" y="1817688"/>
          <p14:tracePt t="148588" x="6548438" y="1824038"/>
          <p14:tracePt t="148589" x="6548438" y="1830388"/>
          <p14:tracePt t="148590" x="6548438" y="1836738"/>
          <p14:tracePt t="148591" x="6548438" y="1841500"/>
          <p14:tracePt t="148592" x="6548438" y="1847850"/>
          <p14:tracePt t="148593" x="6548438" y="1854200"/>
          <p14:tracePt t="148594" x="6548438" y="1860550"/>
          <p14:tracePt t="148595" x="6548438" y="1865313"/>
          <p14:tracePt t="148596" x="6548438" y="1871663"/>
          <p14:tracePt t="148597" x="6548438" y="1884363"/>
          <p14:tracePt t="148598" x="6548438" y="1890713"/>
          <p14:tracePt t="148599" x="6548438" y="1895475"/>
          <p14:tracePt t="148600" x="6548438" y="1908175"/>
          <p14:tracePt t="148601" x="6548438" y="1914525"/>
          <p14:tracePt t="148602" x="6548438" y="1919288"/>
          <p14:tracePt t="148603" x="6548438" y="1925638"/>
          <p14:tracePt t="148604" x="6548438" y="1931988"/>
          <p14:tracePt t="148605" x="6548438" y="1943100"/>
          <p14:tracePt t="148606" x="6554788" y="1949450"/>
          <p14:tracePt t="148607" x="6554788" y="1955800"/>
          <p14:tracePt t="148608" x="6554788" y="1962150"/>
          <p14:tracePt t="148609" x="6554788" y="1966913"/>
          <p14:tracePt t="148610" x="6554788" y="1973263"/>
          <p14:tracePt t="148611" x="6554788" y="1979613"/>
          <p14:tracePt t="148613" x="6554788" y="1985963"/>
          <p14:tracePt t="148614" x="6561138" y="1992313"/>
          <p14:tracePt t="148615" x="6561138" y="1997075"/>
          <p14:tracePt t="148616" x="6561138" y="2003425"/>
          <p14:tracePt t="148617" x="6561138" y="2009775"/>
          <p14:tracePt t="148618" x="6561138" y="2016125"/>
          <p14:tracePt t="148620" x="6565900" y="2020888"/>
          <p14:tracePt t="148621" x="6565900" y="2027238"/>
          <p14:tracePt t="148622" x="6565900" y="2033588"/>
          <p14:tracePt t="148624" x="6565900" y="2039938"/>
          <p14:tracePt t="148625" x="6565900" y="2044700"/>
          <p14:tracePt t="148626" x="6572250" y="2044700"/>
          <p14:tracePt t="148627" x="6572250" y="2051050"/>
          <p14:tracePt t="148628" x="6572250" y="2057400"/>
          <p14:tracePt t="148632" x="6578600" y="2063750"/>
          <p14:tracePt t="148632" x="6578600" y="2070100"/>
          <p14:tracePt t="148635" x="6584950" y="2070100"/>
          <p14:tracePt t="148636" x="6584950" y="2074863"/>
          <p14:tracePt t="148638" x="6584950" y="2081213"/>
          <p14:tracePt t="148640" x="6589713" y="2081213"/>
          <p14:tracePt t="148643" x="6589713" y="2087563"/>
          <p14:tracePt t="148645" x="6596063" y="2087563"/>
          <p14:tracePt t="148650" x="6596063" y="2093913"/>
          <p14:tracePt t="148653" x="6602413" y="2093913"/>
          <p14:tracePt t="148722" x="6602413" y="2087563"/>
          <p14:tracePt t="148727" x="6608763" y="2087563"/>
          <p14:tracePt t="148728" x="6608763" y="2081213"/>
          <p14:tracePt t="148732" x="6608763" y="2074863"/>
          <p14:tracePt t="148735" x="6608763" y="2070100"/>
          <p14:tracePt t="148737" x="6608763" y="2063750"/>
          <p14:tracePt t="148739" x="6608763" y="2057400"/>
          <p14:tracePt t="148741" x="6608763" y="2051050"/>
          <p14:tracePt t="148743" x="6608763" y="2044700"/>
          <p14:tracePt t="148745" x="6608763" y="2039938"/>
          <p14:tracePt t="148746" x="6608763" y="2033588"/>
          <p14:tracePt t="148748" x="6608763" y="2027238"/>
          <p14:tracePt t="148749" x="6608763" y="2020888"/>
          <p14:tracePt t="148750" x="6602413" y="2020888"/>
          <p14:tracePt t="148751" x="6602413" y="2016125"/>
          <p14:tracePt t="148753" x="6602413" y="2009775"/>
          <p14:tracePt t="148754" x="6596063" y="2003425"/>
          <p14:tracePt t="148756" x="6596063" y="1997075"/>
          <p14:tracePt t="148757" x="6596063" y="1992313"/>
          <p14:tracePt t="148758" x="6589713" y="1992313"/>
          <p14:tracePt t="148759" x="6589713" y="1985963"/>
          <p14:tracePt t="148760" x="6589713" y="1979613"/>
          <p14:tracePt t="148761" x="6584950" y="1979613"/>
          <p14:tracePt t="148762" x="6584950" y="1973263"/>
          <p14:tracePt t="148764" x="6584950" y="1966913"/>
          <p14:tracePt t="148765" x="6578600" y="1962150"/>
          <p14:tracePt t="148767" x="6578600" y="1955800"/>
          <p14:tracePt t="148768" x="6572250" y="1955800"/>
          <p14:tracePt t="148769" x="6572250" y="1949450"/>
          <p14:tracePt t="148771" x="6565900" y="1943100"/>
          <p14:tracePt t="148773" x="6565900" y="1938338"/>
          <p14:tracePt t="148774" x="6561138" y="1938338"/>
          <p14:tracePt t="148775" x="6561138" y="1931988"/>
          <p14:tracePt t="148777" x="6554788" y="1931988"/>
          <p14:tracePt t="148778" x="6554788" y="1925638"/>
          <p14:tracePt t="148780" x="6548438" y="1925638"/>
          <p14:tracePt t="148781" x="6548438" y="1919288"/>
          <p14:tracePt t="148783" x="6542088" y="1919288"/>
          <p14:tracePt t="148785" x="6542088" y="1914525"/>
          <p14:tracePt t="148787" x="6537325" y="1914525"/>
          <p14:tracePt t="148791" x="6530975" y="1914525"/>
          <p14:tracePt t="148793" x="6530975" y="1908175"/>
          <p14:tracePt t="148798" x="6524625" y="1908175"/>
          <p14:tracePt t="148805" x="6518275" y="1908175"/>
          <p14:tracePt t="148815" x="6511925" y="1908175"/>
          <p14:tracePt t="148821" x="6507163" y="1908175"/>
          <p14:tracePt t="148829" x="6500813" y="1908175"/>
          <p14:tracePt t="148835" x="6494463" y="1908175"/>
          <p14:tracePt t="148840" x="6488113" y="1908175"/>
          <p14:tracePt t="148847" x="6483350" y="1908175"/>
          <p14:tracePt t="148854" x="6483350" y="1914525"/>
          <p14:tracePt t="148855" x="6477000" y="1914525"/>
          <p14:tracePt t="148978" x="6477000" y="1908175"/>
          <p14:tracePt t="148981" x="6483350" y="1908175"/>
          <p14:tracePt t="148983" x="6483350" y="1901825"/>
          <p14:tracePt t="148986" x="6488113" y="1895475"/>
          <p14:tracePt t="148989" x="6494463" y="1890713"/>
          <p14:tracePt t="148991" x="6494463" y="1884363"/>
          <p14:tracePt t="148992" x="6500813" y="1884363"/>
          <p14:tracePt t="148994" x="6507163" y="1871663"/>
          <p14:tracePt t="148996" x="6511925" y="1871663"/>
          <p14:tracePt t="148998" x="6518275" y="1865313"/>
          <p14:tracePt t="149000" x="6524625" y="1865313"/>
          <p14:tracePt t="149001" x="6524625" y="1860550"/>
          <p14:tracePt t="149002" x="6530975" y="1860550"/>
          <p14:tracePt t="149004" x="6537325" y="1860550"/>
          <p14:tracePt t="149005" x="6537325" y="1854200"/>
          <p14:tracePt t="149006" x="6542088" y="1854200"/>
          <p14:tracePt t="149007" x="6548438" y="1854200"/>
          <p14:tracePt t="149009" x="6554788" y="1847850"/>
          <p14:tracePt t="149010" x="6561138" y="1847850"/>
          <p14:tracePt t="149012" x="6565900" y="1847850"/>
          <p14:tracePt t="149013" x="6572250" y="1847850"/>
          <p14:tracePt t="149015" x="6578600" y="1847850"/>
          <p14:tracePt t="149016" x="6584950" y="1841500"/>
          <p14:tracePt t="149018" x="6589713" y="1841500"/>
          <p14:tracePt t="149019" x="6596063" y="1841500"/>
          <p14:tracePt t="149020" x="6602413" y="1841500"/>
          <p14:tracePt t="149022" x="6608763" y="1841500"/>
          <p14:tracePt t="149023" x="6613525" y="1841500"/>
          <p14:tracePt t="149024" x="6619875" y="1841500"/>
          <p14:tracePt t="149025" x="6626225" y="1841500"/>
          <p14:tracePt t="149026" x="6626225" y="1836738"/>
          <p14:tracePt t="149027" x="6632575" y="1836738"/>
          <p14:tracePt t="149028" x="6638925" y="1836738"/>
          <p14:tracePt t="149029" x="6643688" y="1836738"/>
          <p14:tracePt t="149030" x="6650038" y="1836738"/>
          <p14:tracePt t="149031" x="6656388" y="1836738"/>
          <p14:tracePt t="149032" x="6662738" y="1830388"/>
          <p14:tracePt t="149034" x="6673850" y="1830388"/>
          <p14:tracePt t="149036" x="6680200" y="1830388"/>
          <p14:tracePt t="149037" x="6686550" y="1830388"/>
          <p14:tracePt t="149038" x="6691313" y="1824038"/>
          <p14:tracePt t="149039" x="6697663" y="1824038"/>
          <p14:tracePt t="149040" x="6704013" y="1824038"/>
          <p14:tracePt t="149041" x="6704013" y="1817688"/>
          <p14:tracePt t="149042" x="6710363" y="1817688"/>
          <p14:tracePt t="149043" x="6716713" y="1817688"/>
          <p14:tracePt t="149044" x="6721475" y="1812925"/>
          <p14:tracePt t="149045" x="6727825" y="1812925"/>
          <p14:tracePt t="149047" x="6734175" y="1812925"/>
          <p14:tracePt t="149048" x="6740525" y="1806575"/>
          <p14:tracePt t="149050" x="6745288" y="1800225"/>
          <p14:tracePt t="149051" x="6751638" y="1800225"/>
          <p14:tracePt t="149052" x="6757988" y="1800225"/>
          <p14:tracePt t="149054" x="6764338" y="1793875"/>
          <p14:tracePt t="149056" x="6769100" y="1793875"/>
          <p14:tracePt t="149059" x="6775450" y="1793875"/>
          <p14:tracePt t="151132" x="6769100" y="1793875"/>
          <p14:tracePt t="151140" x="6764338" y="1793875"/>
          <p14:tracePt t="151145" x="6764338" y="1800225"/>
          <p14:tracePt t="151147" x="6757988" y="1800225"/>
          <p14:tracePt t="151152" x="6757988" y="1806575"/>
          <p14:tracePt t="151153" x="6751638" y="1806575"/>
          <p14:tracePt t="151160" x="6745288" y="1806575"/>
          <p14:tracePt t="151161" x="6745288" y="1812925"/>
          <p14:tracePt t="151165" x="6740525" y="1812925"/>
          <p14:tracePt t="151167" x="6740525" y="1817688"/>
          <p14:tracePt t="151172" x="6734175" y="1817688"/>
          <p14:tracePt t="151174" x="6734175" y="1824038"/>
          <p14:tracePt t="151178" x="6727825" y="1824038"/>
          <p14:tracePt t="151180" x="6727825" y="1830388"/>
          <p14:tracePt t="151184" x="6721475" y="1836738"/>
          <p14:tracePt t="151188" x="6721475" y="1841500"/>
          <p14:tracePt t="151189" x="6716713" y="1841500"/>
          <p14:tracePt t="151192" x="6716713" y="1847850"/>
          <p14:tracePt t="151195" x="6710363" y="1847850"/>
          <p14:tracePt t="151197" x="6710363" y="1854200"/>
          <p14:tracePt t="151200" x="6704013" y="1854200"/>
          <p14:tracePt t="151201" x="6704013" y="1860550"/>
          <p14:tracePt t="151205" x="6704013" y="1865313"/>
          <p14:tracePt t="151206" x="6697663" y="1865313"/>
          <p14:tracePt t="151210" x="6697663" y="1871663"/>
          <p14:tracePt t="151211" x="6691313" y="1871663"/>
          <p14:tracePt t="151214" x="6691313" y="1878013"/>
          <p14:tracePt t="151215" x="6686550" y="1878013"/>
          <p14:tracePt t="151218" x="6686550" y="1884363"/>
          <p14:tracePt t="151219" x="6680200" y="1884363"/>
          <p14:tracePt t="151221" x="6673850" y="1884363"/>
          <p14:tracePt t="151222" x="6673850" y="1890713"/>
          <p14:tracePt t="151225" x="6667500" y="1890713"/>
          <p14:tracePt t="151226" x="6667500" y="1895475"/>
          <p14:tracePt t="151228" x="6662738" y="1895475"/>
          <p14:tracePt t="151229" x="6662738" y="1901825"/>
          <p14:tracePt t="151230" x="6656388" y="1901825"/>
          <p14:tracePt t="151232" x="6656388" y="1908175"/>
          <p14:tracePt t="151233" x="6650038" y="1908175"/>
          <p14:tracePt t="151235" x="6643688" y="1908175"/>
          <p14:tracePt t="151236" x="6643688" y="1914525"/>
          <p14:tracePt t="151237" x="6638925" y="1914525"/>
          <p14:tracePt t="151239" x="6638925" y="1919288"/>
          <p14:tracePt t="151240" x="6632575" y="1919288"/>
          <p14:tracePt t="151242" x="6626225" y="1925638"/>
          <p14:tracePt t="151244" x="6619875" y="1925638"/>
          <p14:tracePt t="151245" x="6619875" y="1931988"/>
          <p14:tracePt t="151246" x="6613525" y="1931988"/>
          <p14:tracePt t="151248" x="6608763" y="1931988"/>
          <p14:tracePt t="151249" x="6608763" y="1938338"/>
          <p14:tracePt t="151251" x="6602413" y="1943100"/>
          <p14:tracePt t="151252" x="6596063" y="1943100"/>
          <p14:tracePt t="151256" x="6589713" y="1949450"/>
          <p14:tracePt t="151256" x="6584950" y="1949450"/>
          <p14:tracePt t="151257" x="6584950" y="1955800"/>
          <p14:tracePt t="151259" x="6578600" y="1955800"/>
          <p14:tracePt t="151260" x="6572250" y="1962150"/>
          <p14:tracePt t="151263" x="6565900" y="1962150"/>
          <p14:tracePt t="151264" x="6565900" y="1966913"/>
          <p14:tracePt t="151265" x="6561138" y="1966913"/>
          <p14:tracePt t="151267" x="6554788" y="1973263"/>
          <p14:tracePt t="151269" x="6548438" y="1973263"/>
          <p14:tracePt t="151270" x="6548438" y="1979613"/>
          <p14:tracePt t="151272" x="6542088" y="1979613"/>
          <p14:tracePt t="151273" x="6542088" y="1985963"/>
          <p14:tracePt t="151274" x="6537325" y="1985963"/>
          <p14:tracePt t="151276" x="6530975" y="1985963"/>
          <p14:tracePt t="151277" x="6530975" y="1992313"/>
          <p14:tracePt t="151279" x="6524625" y="1992313"/>
          <p14:tracePt t="151280" x="6524625" y="1997075"/>
          <p14:tracePt t="151282" x="6518275" y="1997075"/>
          <p14:tracePt t="151285" x="6511925" y="2003425"/>
          <p14:tracePt t="151288" x="6507163" y="2009775"/>
          <p14:tracePt t="151291" x="6500813" y="2009775"/>
          <p14:tracePt t="151294" x="6500813" y="2016125"/>
          <p14:tracePt t="151296" x="6494463" y="2016125"/>
          <p14:tracePt t="151300" x="6494463" y="2020888"/>
          <p14:tracePt t="151301" x="6488113" y="2020888"/>
          <p14:tracePt t="151307" x="6488113" y="2027238"/>
          <p14:tracePt t="151365" x="6488113" y="2033588"/>
          <p14:tracePt t="151370" x="6488113" y="2039938"/>
          <p14:tracePt t="151375" x="6494463" y="2044700"/>
          <p14:tracePt t="151378" x="6494463" y="2051050"/>
          <p14:tracePt t="151380" x="6500813" y="2051050"/>
          <p14:tracePt t="151381" x="6500813" y="2057400"/>
          <p14:tracePt t="151384" x="6507163" y="2057400"/>
          <p14:tracePt t="151385" x="6507163" y="2063750"/>
          <p14:tracePt t="151388" x="6507163" y="2070100"/>
          <p14:tracePt t="151389" x="6511925" y="2070100"/>
          <p14:tracePt t="151391" x="6511925" y="2074863"/>
          <p14:tracePt t="151393" x="6518275" y="2074863"/>
          <p14:tracePt t="151395" x="6518275" y="2081213"/>
          <p14:tracePt t="151398" x="6524625" y="2087563"/>
          <p14:tracePt t="151402" x="6524625" y="2093913"/>
          <p14:tracePt t="151403" x="6530975" y="2093913"/>
          <p14:tracePt t="151405" x="6530975" y="2098675"/>
          <p14:tracePt t="151407" x="6537325" y="2098675"/>
          <p14:tracePt t="151410" x="6537325" y="2105025"/>
          <p14:tracePt t="151413" x="6542088" y="2105025"/>
          <p14:tracePt t="151415" x="6542088" y="2111375"/>
          <p14:tracePt t="151419" x="6548438" y="2111375"/>
          <p14:tracePt t="151424" x="6548438" y="2117725"/>
          <p14:tracePt t="151428" x="6554788" y="2117725"/>
          <p14:tracePt t="151431" x="6554788" y="2122488"/>
          <p14:tracePt t="151433" x="6561138" y="2122488"/>
          <p14:tracePt t="151442" x="6565900" y="2128838"/>
          <p14:tracePt t="151446" x="6572250" y="2128838"/>
          <p14:tracePt t="151453" x="6578600" y="2128838"/>
          <p14:tracePt t="151454" x="6578600" y="2135188"/>
          <p14:tracePt t="151457" x="6584950" y="2135188"/>
          <p14:tracePt t="151462" x="6584950" y="2141538"/>
          <p14:tracePt t="151465" x="6589713" y="2141538"/>
          <p14:tracePt t="151470" x="6596063" y="2141538"/>
          <p14:tracePt t="151475" x="6596063" y="2147888"/>
          <p14:tracePt t="151477" x="6602413" y="2147888"/>
          <p14:tracePt t="151481" x="6608763" y="2152650"/>
          <p14:tracePt t="151486" x="6613525" y="2152650"/>
          <p14:tracePt t="151490" x="6619875" y="2152650"/>
          <p14:tracePt t="151491" x="6619875" y="2159000"/>
          <p14:tracePt t="151496" x="6626225" y="2159000"/>
          <p14:tracePt t="151499" x="6626225" y="2165350"/>
          <p14:tracePt t="151500" x="6632575" y="2165350"/>
          <p14:tracePt t="151506" x="6638925" y="2165350"/>
          <p14:tracePt t="151507" x="6638925" y="2171700"/>
          <p14:tracePt t="151513" x="6643688" y="2171700"/>
          <p14:tracePt t="151521" x="6650038" y="2171700"/>
          <p14:tracePt t="151524" x="6650038" y="2176463"/>
          <p14:tracePt t="151658" x="6643688" y="2176463"/>
          <p14:tracePt t="151671" x="6638925" y="2176463"/>
          <p14:tracePt t="151756" x="6632575" y="2176463"/>
          <p14:tracePt t="151763" x="6626225" y="2176463"/>
          <p14:tracePt t="151767" x="6626225" y="2182813"/>
          <p14:tracePt t="151771" x="6619875" y="2182813"/>
          <p14:tracePt t="151777" x="6613525" y="2182813"/>
          <p14:tracePt t="151781" x="6613525" y="2189163"/>
          <p14:tracePt t="151787" x="6608763" y="2189163"/>
          <p14:tracePt t="151794" x="6602413" y="2189163"/>
          <p14:tracePt t="151798" x="6602413" y="2195513"/>
          <p14:tracePt t="151822" x="6602413" y="2200275"/>
          <p14:tracePt t="151829" x="6602413" y="2206625"/>
          <p14:tracePt t="151835" x="6602413" y="2212975"/>
          <p14:tracePt t="151838" x="6602413" y="2219325"/>
          <p14:tracePt t="151839" x="6608763" y="2219325"/>
          <p14:tracePt t="151841" x="6608763" y="2224088"/>
          <p14:tracePt t="151845" x="6613525" y="2230438"/>
          <p14:tracePt t="151848" x="6619875" y="2236788"/>
          <p14:tracePt t="151851" x="6626225" y="2243138"/>
          <p14:tracePt t="151853" x="6626225" y="2249488"/>
          <p14:tracePt t="151855" x="6632575" y="2249488"/>
          <p14:tracePt t="151856" x="6632575" y="2254250"/>
          <p14:tracePt t="151857" x="6638925" y="2254250"/>
          <p14:tracePt t="151859" x="6638925" y="2260600"/>
          <p14:tracePt t="151860" x="6643688" y="2260600"/>
          <p14:tracePt t="151861" x="6643688" y="2266950"/>
          <p14:tracePt t="151862" x="6650038" y="2266950"/>
          <p14:tracePt t="151863" x="6650038" y="2273300"/>
          <p14:tracePt t="151864" x="6656388" y="2273300"/>
          <p14:tracePt t="151865" x="6656388" y="2278063"/>
          <p14:tracePt t="151866" x="6662738" y="2278063"/>
          <p14:tracePt t="151868" x="6667500" y="2284413"/>
          <p14:tracePt t="151870" x="6673850" y="2290763"/>
          <p14:tracePt t="151871" x="6680200" y="2290763"/>
          <p14:tracePt t="151873" x="6686550" y="2297113"/>
          <p14:tracePt t="151875" x="6691313" y="2301875"/>
          <p14:tracePt t="151876" x="6697663" y="2301875"/>
          <p14:tracePt t="151877" x="6697663" y="2308225"/>
          <p14:tracePt t="151878" x="6710363" y="2308225"/>
          <p14:tracePt t="151879" x="6710363" y="2314575"/>
          <p14:tracePt t="151880" x="6716713" y="2314575"/>
          <p14:tracePt t="151881" x="6721475" y="2314575"/>
          <p14:tracePt t="151882" x="6721475" y="2320925"/>
          <p14:tracePt t="151883" x="6727825" y="2320925"/>
          <p14:tracePt t="151884" x="6734175" y="2327275"/>
          <p14:tracePt t="151886" x="6740525" y="2327275"/>
          <p14:tracePt t="151887" x="6745288" y="2332038"/>
          <p14:tracePt t="151888" x="6751638" y="2338388"/>
          <p14:tracePt t="151889" x="6757988" y="2338388"/>
          <p14:tracePt t="151891" x="6764338" y="2338388"/>
          <p14:tracePt t="151892" x="6769100" y="2344738"/>
          <p14:tracePt t="151893" x="6775450" y="2351088"/>
          <p14:tracePt t="151894" x="6781800" y="2351088"/>
          <p14:tracePt t="151902" x="6823075" y="2368550"/>
          <p14:tracePt t="151904" x="6829425" y="2374900"/>
          <p14:tracePt t="151905" x="6835775" y="2374900"/>
          <p14:tracePt t="151906" x="6842125" y="2374900"/>
          <p14:tracePt t="151907" x="6846888" y="2374900"/>
          <p14:tracePt t="151908" x="6853238" y="2379663"/>
          <p14:tracePt t="151909" x="6859588" y="2379663"/>
          <p14:tracePt t="151911" x="6865938" y="2386013"/>
          <p14:tracePt t="151912" x="6870700" y="2386013"/>
          <p14:tracePt t="151913" x="6877050" y="2386013"/>
          <p14:tracePt t="151914" x="6883400" y="2386013"/>
          <p14:tracePt t="151915" x="6889750" y="2392363"/>
          <p14:tracePt t="151917" x="6896100" y="2392363"/>
          <p14:tracePt t="151918" x="6900863" y="2398713"/>
          <p14:tracePt t="151919" x="6907213" y="2398713"/>
          <p14:tracePt t="151920" x="6913563" y="2398713"/>
          <p14:tracePt t="151922" x="6919913" y="2398713"/>
          <p14:tracePt t="151923" x="6924675" y="2405063"/>
          <p14:tracePt t="151925" x="6931025" y="2405063"/>
          <p14:tracePt t="151926" x="6937375" y="2405063"/>
          <p14:tracePt t="151927" x="6943725" y="2409825"/>
          <p14:tracePt t="151928" x="6948488" y="2409825"/>
          <p14:tracePt t="151931" x="6954838" y="2409825"/>
          <p14:tracePt t="151932" x="6961188" y="2409825"/>
          <p14:tracePt t="151934" x="6967538" y="2416175"/>
          <p14:tracePt t="151935" x="6973888" y="2416175"/>
          <p14:tracePt t="151937" x="6978650" y="2416175"/>
          <p14:tracePt t="151940" x="6985000" y="2416175"/>
          <p14:tracePt t="151943" x="6991350" y="2416175"/>
          <p14:tracePt t="151945" x="6991350" y="2422525"/>
          <p14:tracePt t="151948" x="6997700" y="2422525"/>
          <p14:tracePt t="152066" x="7002463" y="2422525"/>
          <p14:tracePt t="152070" x="7008813" y="2428875"/>
          <p14:tracePt t="152072" x="7015163" y="2428875"/>
          <p14:tracePt t="152075" x="7021513" y="2433638"/>
          <p14:tracePt t="152076" x="7026275" y="2433638"/>
          <p14:tracePt t="152077" x="7032625" y="2433638"/>
          <p14:tracePt t="152079" x="7038975" y="2439988"/>
          <p14:tracePt t="152080" x="7045325" y="2439988"/>
          <p14:tracePt t="152081" x="7050088" y="2446338"/>
          <p14:tracePt t="152082" x="7056438" y="2446338"/>
          <p14:tracePt t="152083" x="7062788" y="2446338"/>
          <p14:tracePt t="152084" x="7069138" y="2446338"/>
          <p14:tracePt t="152085" x="7075488" y="2452688"/>
          <p14:tracePt t="152086" x="7086600" y="2457450"/>
          <p14:tracePt t="152087" x="7092950" y="2457450"/>
          <p14:tracePt t="152088" x="7099300" y="2457450"/>
          <p14:tracePt t="152089" x="7110413" y="2463800"/>
          <p14:tracePt t="152090" x="7123113" y="2463800"/>
          <p14:tracePt t="152091" x="7127875" y="2470150"/>
          <p14:tracePt t="152092" x="7140575" y="2470150"/>
          <p14:tracePt t="152093" x="7140575" y="2476500"/>
          <p14:tracePt t="152094" x="7158038" y="2476500"/>
          <p14:tracePt t="152095" x="7170738" y="2481263"/>
          <p14:tracePt t="152096" x="7181850" y="2481263"/>
          <p14:tracePt t="152097" x="7194550" y="2487613"/>
          <p14:tracePt t="152098" x="7205663" y="2493963"/>
          <p14:tracePt t="152099" x="7224713" y="2493963"/>
          <p14:tracePt t="152100" x="7235825" y="2500313"/>
          <p14:tracePt t="152101" x="7248525" y="2500313"/>
          <p14:tracePt t="152102" x="7259638" y="2506663"/>
          <p14:tracePt t="152103" x="7278688" y="2511425"/>
          <p14:tracePt t="152104" x="7296150" y="2511425"/>
          <p14:tracePt t="152105" x="7307263" y="2517775"/>
          <p14:tracePt t="152106" x="7326313" y="2517775"/>
          <p14:tracePt t="152107" x="7343775" y="2524125"/>
          <p14:tracePt t="152108" x="7373938" y="2530475"/>
          <p14:tracePt t="152109" x="7391400" y="2535238"/>
          <p14:tracePt t="152110" x="7410450" y="2535238"/>
          <p14:tracePt t="152111" x="7427913" y="2541588"/>
          <p14:tracePt t="152112" x="7445375" y="2541588"/>
          <p14:tracePt t="152113" x="7462838" y="2547938"/>
          <p14:tracePt t="152114" x="7481888" y="2554288"/>
          <p14:tracePt t="152115" x="7505700" y="2554288"/>
          <p14:tracePt t="152116" x="7512050" y="2559050"/>
          <p14:tracePt t="152117" x="7535863" y="2559050"/>
          <p14:tracePt t="152118" x="7553325" y="2565400"/>
          <p14:tracePt t="152119" x="7577138" y="2565400"/>
          <p14:tracePt t="152120" x="7594600" y="2571750"/>
          <p14:tracePt t="152121" x="7637463" y="2578100"/>
          <p14:tracePt t="152122" x="7654925" y="2584450"/>
          <p14:tracePt t="152123" x="7678738" y="2584450"/>
          <p14:tracePt t="152124" x="7702550" y="2589213"/>
          <p14:tracePt t="152125" x="7726363" y="2595563"/>
          <p14:tracePt t="152126" x="7739063" y="2595563"/>
          <p14:tracePt t="152127" x="7756525" y="2595563"/>
          <p14:tracePt t="152128" x="7780338" y="2601913"/>
          <p14:tracePt t="152129" x="7804150" y="2608263"/>
          <p14:tracePt t="152130" x="7827963" y="2608263"/>
          <p14:tracePt t="152131" x="7851775" y="2613025"/>
          <p14:tracePt t="152132" x="7875588" y="2613025"/>
          <p14:tracePt t="152133" x="7894638" y="2619375"/>
          <p14:tracePt t="152134" x="7929563" y="2625725"/>
          <p14:tracePt t="152135" x="7953375" y="2625725"/>
          <p14:tracePt t="152136" x="7977188" y="2632075"/>
          <p14:tracePt t="152137" x="8001000" y="2632075"/>
          <p14:tracePt t="152138" x="8026400" y="2636838"/>
          <p14:tracePt t="152139" x="8050213" y="2636838"/>
          <p14:tracePt t="152140" x="8074025" y="2643188"/>
          <p14:tracePt t="152141" x="8097838" y="2643188"/>
          <p14:tracePt t="152142" x="8132763" y="2649538"/>
          <p14:tracePt t="152143" x="8156575" y="2655888"/>
          <p14:tracePt t="152144" x="8180388" y="2655888"/>
          <p14:tracePt t="152145" x="8205788" y="2662238"/>
          <p14:tracePt t="152146" x="8229600" y="2662238"/>
          <p14:tracePt t="152147" x="8253413" y="2667000"/>
          <p14:tracePt t="152148" x="8277225" y="2667000"/>
          <p14:tracePt t="152149" x="8301038" y="2673350"/>
          <p14:tracePt t="152150" x="8324850" y="2673350"/>
          <p14:tracePt t="152151" x="8331200" y="2673350"/>
          <p14:tracePt t="152152" x="8361363" y="2679700"/>
          <p14:tracePt t="152153" x="8385175" y="2679700"/>
          <p14:tracePt t="152154" x="8408988" y="2686050"/>
          <p14:tracePt t="152155" x="8432800" y="2686050"/>
          <p14:tracePt t="152156" x="8456613" y="2690813"/>
          <p14:tracePt t="152157" x="8480425" y="2690813"/>
          <p14:tracePt t="152158" x="8504238" y="2697163"/>
          <p14:tracePt t="152159" x="8534400" y="2703513"/>
          <p14:tracePt t="152160" x="8558213" y="2703513"/>
          <p14:tracePt t="152161" x="8582025" y="2709863"/>
          <p14:tracePt t="152162" x="8605838" y="2709863"/>
          <p14:tracePt t="152163" x="8629650" y="2714625"/>
          <p14:tracePt t="152164" x="8653463" y="2714625"/>
          <p14:tracePt t="152165" x="8677275" y="2720975"/>
          <p14:tracePt t="152166" x="8701088" y="2720975"/>
          <p14:tracePt t="152167" x="8737600" y="2727325"/>
          <p14:tracePt t="152168" x="8761413" y="2733675"/>
          <p14:tracePt t="152169" x="8785225" y="2733675"/>
          <p14:tracePt t="152170" x="8809038" y="2738438"/>
          <p14:tracePt t="152171" x="8832850" y="2738438"/>
          <p14:tracePt t="152172" x="8856663" y="2744788"/>
          <p14:tracePt t="152173" x="8874125" y="2744788"/>
          <p14:tracePt t="152174" x="8899525" y="2751138"/>
          <p14:tracePt t="152175" x="8934450" y="2757488"/>
          <p14:tracePt t="152176" x="8958263" y="2757488"/>
          <p14:tracePt t="152177" x="8982075" y="2763838"/>
          <p14:tracePt t="152178" x="9005888" y="2768600"/>
          <p14:tracePt t="152179" x="9029700" y="2768600"/>
          <p14:tracePt t="152180" x="9053513" y="2774950"/>
          <p14:tracePt t="152181" x="9072563" y="2774950"/>
          <p14:tracePt t="152182" x="9096375" y="2781300"/>
          <p14:tracePt t="152183" x="9120188" y="2781300"/>
          <p14:tracePt t="152184" x="9131300" y="2787650"/>
          <p14:tracePt t="152504" x="9113838" y="1495425"/>
          <p14:tracePt t="152504" x="9090025" y="1489075"/>
          <p14:tracePt t="152505" x="9053513" y="1477963"/>
          <p14:tracePt t="152506" x="9029700" y="1477963"/>
          <p14:tracePt t="152507" x="9001125" y="1471613"/>
          <p14:tracePt t="152508" x="8970963" y="1458913"/>
          <p14:tracePt t="152509" x="8934450" y="1452563"/>
          <p14:tracePt t="152510" x="8904288" y="1447800"/>
          <p14:tracePt t="152511" x="8874125" y="1441450"/>
          <p14:tracePt t="152512" x="8850313" y="1441450"/>
          <p14:tracePt t="152513" x="8821738" y="1435100"/>
          <p14:tracePt t="152514" x="8791575" y="1428750"/>
          <p14:tracePt t="152515" x="8761413" y="1423988"/>
          <p14:tracePt t="152516" x="8724900" y="1417638"/>
          <p14:tracePt t="152517" x="8701088" y="1411288"/>
          <p14:tracePt t="152518" x="8670925" y="1404938"/>
          <p14:tracePt t="152519" x="8636000" y="1404938"/>
          <p14:tracePt t="152520" x="8612188" y="1400175"/>
          <p14:tracePt t="152521" x="8575675" y="1393825"/>
          <p14:tracePt t="152522" x="8515350" y="1387475"/>
          <p14:tracePt t="152523" x="8486775" y="1387475"/>
          <p14:tracePt t="152524" x="8450263" y="1381125"/>
          <p14:tracePt t="152525" x="8420100" y="1376363"/>
          <p14:tracePt t="152526" x="8389938" y="1376363"/>
          <p14:tracePt t="152527" x="8355013" y="1370013"/>
          <p14:tracePt t="152528" x="8331200" y="1370013"/>
          <p14:tracePt t="152529" x="8294688" y="1363663"/>
          <p14:tracePt t="152530" x="8234363" y="1357313"/>
          <p14:tracePt t="152531" x="8199438" y="1357313"/>
          <p14:tracePt t="152532" x="8156575" y="1350963"/>
          <p14:tracePt t="152533" x="8139113" y="1350963"/>
          <p14:tracePt t="152534" x="8104188" y="1346200"/>
          <p14:tracePt t="152535" x="8043863" y="1346200"/>
          <p14:tracePt t="152536" x="8007350" y="1346200"/>
          <p14:tracePt t="152537" x="7972425" y="1339850"/>
          <p14:tracePt t="152538" x="7953375" y="1339850"/>
          <p14:tracePt t="152539" x="7918450" y="1339850"/>
          <p14:tracePt t="152540" x="7851775" y="1333500"/>
          <p14:tracePt t="152541" x="7816850" y="1333500"/>
          <p14:tracePt t="152542" x="7773988" y="1333500"/>
          <p14:tracePt t="152543" x="7762875" y="1333500"/>
          <p14:tracePt t="152544" x="7726363" y="1333500"/>
          <p14:tracePt t="152545" x="7661275" y="1327150"/>
          <p14:tracePt t="152546" x="7624763" y="1327150"/>
          <p14:tracePt t="152547" x="7583488" y="1327150"/>
          <p14:tracePt t="152548" x="7570788" y="1327150"/>
          <p14:tracePt t="152549" x="7535863" y="1327150"/>
          <p14:tracePt t="152550" x="7469188" y="1327150"/>
          <p14:tracePt t="152551" x="7434263" y="1327150"/>
          <p14:tracePt t="152552" x="7391400" y="1327150"/>
          <p14:tracePt t="152553" x="7380288" y="1327150"/>
          <p14:tracePt t="152554" x="7343775" y="1327150"/>
          <p14:tracePt t="152555" x="7278688" y="1327150"/>
          <p14:tracePt t="152556" x="7242175" y="1327150"/>
          <p14:tracePt t="152557" x="7205663" y="1327150"/>
          <p14:tracePt t="152558" x="7188200" y="1327150"/>
          <p14:tracePt t="152559" x="7153275" y="1327150"/>
          <p14:tracePt t="152560" x="7092950" y="1327150"/>
          <p14:tracePt t="152561" x="7050088" y="1327150"/>
          <p14:tracePt t="152562" x="7015163" y="1327150"/>
          <p14:tracePt t="152563" x="7002463" y="1327150"/>
          <p14:tracePt t="152564" x="6967538" y="1327150"/>
          <p14:tracePt t="152565" x="6900863" y="1327150"/>
          <p14:tracePt t="152566" x="6865938" y="1327150"/>
          <p14:tracePt t="152567" x="6829425" y="1327150"/>
          <p14:tracePt t="152568" x="6811963" y="1327150"/>
          <p14:tracePt t="152569" x="6775450" y="1327150"/>
          <p14:tracePt t="152570" x="6740525" y="1327150"/>
          <p14:tracePt t="152571" x="6697663" y="1327150"/>
          <p14:tracePt t="152572" x="6662738" y="1327150"/>
          <p14:tracePt t="152573" x="6626225" y="1327150"/>
          <p14:tracePt t="152574" x="6602413" y="1333500"/>
          <p14:tracePt t="152575" x="6565900" y="1333500"/>
          <p14:tracePt t="152576" x="6511925" y="1333500"/>
          <p14:tracePt t="152577" x="6477000" y="1333500"/>
          <p14:tracePt t="152578" x="6446838" y="1333500"/>
          <p14:tracePt t="152579" x="6416675" y="1339850"/>
          <p14:tracePt t="152580" x="6381750" y="1339850"/>
          <p14:tracePt t="152581" x="6351588" y="1339850"/>
          <p14:tracePt t="152582" x="6327775" y="1339850"/>
          <p14:tracePt t="152583" x="6291263" y="1339850"/>
          <p14:tracePt t="152584" x="6261100" y="1346200"/>
          <p14:tracePt t="152585" x="6230938" y="1346200"/>
          <p14:tracePt t="152586" x="6202363" y="1346200"/>
          <p14:tracePt t="152587" x="6172200" y="1346200"/>
          <p14:tracePt t="152588" x="6142038" y="1346200"/>
          <p14:tracePt t="152589" x="6111875" y="1346200"/>
          <p14:tracePt t="152590" x="6081713" y="1350963"/>
          <p14:tracePt t="152591" x="6034088" y="1350963"/>
          <p14:tracePt t="152592" x="6010275" y="1350963"/>
          <p14:tracePt t="152593" x="5980113" y="1350963"/>
          <p14:tracePt t="152594" x="5956300" y="1350963"/>
          <p14:tracePt t="152595" x="5926138" y="1350963"/>
          <p14:tracePt t="152596" x="5895975" y="1357313"/>
          <p14:tracePt t="152597" x="5891213" y="1357313"/>
          <p14:tracePt t="152598" x="5861050" y="1357313"/>
          <p14:tracePt t="152599" x="5837238" y="1357313"/>
          <p14:tracePt t="152600" x="5807075" y="1357313"/>
          <p14:tracePt t="152601" x="5776913" y="1357313"/>
          <p14:tracePt t="152602" x="5746750" y="1357313"/>
          <p14:tracePt t="152603" x="5722938" y="1357313"/>
          <p14:tracePt t="152604" x="5699125" y="1357313"/>
          <p14:tracePt t="152605" x="5681663" y="1357313"/>
          <p14:tracePt t="152606" x="5634038" y="1357313"/>
          <p14:tracePt t="152607" x="5610225" y="1363663"/>
          <p14:tracePt t="152608" x="5586413" y="1363663"/>
          <p14:tracePt t="152609" x="5573713" y="1363663"/>
          <p14:tracePt t="152610" x="5549900" y="1363663"/>
          <p14:tracePt t="152611" x="5526088" y="1363663"/>
          <p14:tracePt t="152612" x="5508625" y="1363663"/>
          <p14:tracePt t="152613" x="5472113" y="1363663"/>
          <p14:tracePt t="152614" x="5454650" y="1363663"/>
          <p14:tracePt t="152615" x="5430838" y="1363663"/>
          <p14:tracePt t="152616" x="5411788" y="1363663"/>
          <p14:tracePt t="152617" x="5387975" y="1363663"/>
          <p14:tracePt t="152618" x="5370513" y="1363663"/>
          <p14:tracePt t="152619" x="5353050" y="1363663"/>
          <p14:tracePt t="152620" x="5334000" y="1363663"/>
          <p14:tracePt t="152621" x="5316538" y="1363663"/>
          <p14:tracePt t="152622" x="5292725" y="1363663"/>
          <p14:tracePt t="152623" x="5280025" y="1363663"/>
          <p14:tracePt t="152624" x="5256213" y="1363663"/>
          <p14:tracePt t="152625" x="5251450" y="1363663"/>
          <p14:tracePt t="152626" x="5232400" y="1363663"/>
          <p14:tracePt t="152627" x="5214938" y="1363663"/>
          <p14:tracePt t="152628" x="5197475" y="1363663"/>
          <p14:tracePt t="152629" x="5173663" y="1363663"/>
          <p14:tracePt t="152630" x="5154613" y="1363663"/>
          <p14:tracePt t="152631" x="5143500" y="1363663"/>
          <p14:tracePt t="152632" x="5124450" y="1370013"/>
          <p14:tracePt t="152633" x="5113338" y="1370013"/>
          <p14:tracePt t="152634" x="5095875" y="1370013"/>
          <p14:tracePt t="152635" x="5083175" y="1370013"/>
          <p14:tracePt t="152636" x="5072063" y="1370013"/>
          <p14:tracePt t="152637" x="5059363" y="1370013"/>
          <p14:tracePt t="152638" x="5046663" y="1370013"/>
          <p14:tracePt t="152639" x="5035550" y="1370013"/>
          <p14:tracePt t="152640" x="5022850" y="1370013"/>
          <p14:tracePt t="152641" x="5011738" y="1370013"/>
          <p14:tracePt t="152642" x="4994275" y="1370013"/>
          <p14:tracePt t="152643" x="4987925" y="1370013"/>
          <p14:tracePt t="152644" x="4975225" y="1370013"/>
          <p14:tracePt t="152645" x="4964113" y="1370013"/>
          <p14:tracePt t="152646" x="4957763" y="1370013"/>
          <p14:tracePt t="152647" x="4951413" y="1370013"/>
          <p14:tracePt t="152648" x="4940300" y="1370013"/>
          <p14:tracePt t="152649" x="4933950" y="1370013"/>
          <p14:tracePt t="152650" x="4916488" y="1370013"/>
          <p14:tracePt t="152651" x="4910138" y="1370013"/>
          <p14:tracePt t="152652" x="4897438" y="1370013"/>
          <p14:tracePt t="152654" x="4892675" y="1370013"/>
          <p14:tracePt t="152654" x="4886325" y="1370013"/>
          <p14:tracePt t="152655" x="4879975" y="1370013"/>
          <p14:tracePt t="152656" x="4873625" y="1370013"/>
          <p14:tracePt t="152657" x="4867275" y="1370013"/>
          <p14:tracePt t="152658" x="4862513" y="1370013"/>
          <p14:tracePt t="152659" x="4856163" y="1370013"/>
          <p14:tracePt t="152660" x="4849813" y="1370013"/>
          <p14:tracePt t="152661" x="4843463" y="1370013"/>
          <p14:tracePt t="152663" x="4838700" y="1370013"/>
          <p14:tracePt t="152664" x="4832350" y="1370013"/>
          <p14:tracePt t="152667" x="4819650" y="1363663"/>
          <p14:tracePt t="152670" x="4814888" y="1363663"/>
          <p14:tracePt t="152673" x="4808538" y="1363663"/>
          <p14:tracePt t="152676" x="4802188" y="1363663"/>
          <p14:tracePt t="152682" x="4795838" y="1363663"/>
          <p14:tracePt t="152727" x="4795838" y="1357313"/>
          <p14:tracePt t="152733" x="4791075" y="1357313"/>
          <p14:tracePt t="152740" x="4784725" y="1357313"/>
          <p14:tracePt t="152744" x="4784725" y="1350963"/>
          <p14:tracePt t="152746" x="4778375" y="1350963"/>
          <p14:tracePt t="152750" x="4772025" y="1350963"/>
          <p14:tracePt t="152752" x="4772025" y="1346200"/>
          <p14:tracePt t="152754" x="4765675" y="1346200"/>
          <p14:tracePt t="152757" x="4760913" y="1346200"/>
          <p14:tracePt t="152759" x="4760913" y="1339850"/>
          <p14:tracePt t="152760" x="4754563" y="1339850"/>
          <p14:tracePt t="152763" x="4748213" y="1339850"/>
          <p14:tracePt t="152764" x="4748213" y="1333500"/>
          <p14:tracePt t="152765" x="4741863" y="1333500"/>
          <p14:tracePt t="152768" x="4737100" y="1333500"/>
          <p14:tracePt t="152769" x="4737100" y="1327150"/>
          <p14:tracePt t="152770" x="4730750" y="1327150"/>
          <p14:tracePt t="152771" x="4724400" y="1327150"/>
          <p14:tracePt t="152772" x="4724400" y="1322388"/>
          <p14:tracePt t="152773" x="4718050" y="1322388"/>
          <p14:tracePt t="152775" x="4713288" y="1316038"/>
          <p14:tracePt t="152777" x="4706938" y="1316038"/>
          <p14:tracePt t="152778" x="4700588" y="1316038"/>
          <p14:tracePt t="152779" x="4700588" y="1309688"/>
          <p14:tracePt t="152780" x="4694238" y="1309688"/>
          <p14:tracePt t="152781" x="4687888" y="1309688"/>
          <p14:tracePt t="152782" x="4683125" y="1303338"/>
          <p14:tracePt t="152784" x="4676775" y="1303338"/>
          <p14:tracePt t="152785" x="4670425" y="1298575"/>
          <p14:tracePt t="152786" x="4664075" y="1298575"/>
          <p14:tracePt t="152787" x="4659313" y="1292225"/>
          <p14:tracePt t="152789" x="4652963" y="1292225"/>
          <p14:tracePt t="152790" x="4646613" y="1285875"/>
          <p14:tracePt t="152791" x="4640263" y="1285875"/>
          <p14:tracePt t="152792" x="4635500" y="1279525"/>
          <p14:tracePt t="152793" x="4622800" y="1279525"/>
          <p14:tracePt t="152794" x="4616450" y="1273175"/>
          <p14:tracePt t="152795" x="4610100" y="1273175"/>
          <p14:tracePt t="152796" x="4605338" y="1273175"/>
          <p14:tracePt t="152797" x="4598988" y="1268413"/>
          <p14:tracePt t="152798" x="4586288" y="1268413"/>
          <p14:tracePt t="152799" x="4581525" y="1262063"/>
          <p14:tracePt t="152800" x="4575175" y="1262063"/>
          <p14:tracePt t="152801" x="4562475" y="1255713"/>
          <p14:tracePt t="152802" x="4557713" y="1255713"/>
          <p14:tracePt t="152803" x="4551363" y="1249363"/>
          <p14:tracePt t="152804" x="4538663" y="1249363"/>
          <p14:tracePt t="152805" x="4533900" y="1249363"/>
          <p14:tracePt t="152806" x="4527550" y="1244600"/>
          <p14:tracePt t="152807" x="4521200" y="1244600"/>
          <p14:tracePt t="152808" x="4503738" y="1238250"/>
          <p14:tracePt t="152809" x="4497388" y="1231900"/>
          <p14:tracePt t="152810" x="4484688" y="1231900"/>
          <p14:tracePt t="152811" x="4479925" y="1231900"/>
          <p14:tracePt t="152812" x="4473575" y="1231900"/>
          <p14:tracePt t="152813" x="4467225" y="1225550"/>
          <p14:tracePt t="152814" x="4456113" y="1225550"/>
          <p14:tracePt t="152815" x="4449763" y="1220788"/>
          <p14:tracePt t="152817" x="4437063" y="1220788"/>
          <p14:tracePt t="152818" x="4430713" y="1214438"/>
          <p14:tracePt t="152819" x="4425950" y="1214438"/>
          <p14:tracePt t="152820" x="4419600" y="1214438"/>
          <p14:tracePt t="152821" x="4413250" y="1208088"/>
          <p14:tracePt t="152822" x="4406900" y="1208088"/>
          <p14:tracePt t="152823" x="4402138" y="1208088"/>
          <p14:tracePt t="152824" x="4395788" y="1208088"/>
          <p14:tracePt t="152825" x="4389438" y="1201738"/>
          <p14:tracePt t="152826" x="4383088" y="1201738"/>
          <p14:tracePt t="152827" x="4378325" y="1201738"/>
          <p14:tracePt t="152829" x="4371975" y="1195388"/>
          <p14:tracePt t="152830" x="4365625" y="1195388"/>
          <p14:tracePt t="152832" x="4359275" y="1195388"/>
          <p14:tracePt t="152833" x="4352925" y="1190625"/>
          <p14:tracePt t="152835" x="4348163" y="1190625"/>
          <p14:tracePt t="152836" x="4341813" y="1190625"/>
          <p14:tracePt t="152838" x="4335463" y="1184275"/>
          <p14:tracePt t="152839" x="4329113" y="1184275"/>
          <p14:tracePt t="152842" x="4324350" y="1177925"/>
          <p14:tracePt t="152843" x="4318000" y="1177925"/>
          <p14:tracePt t="152845" x="4311650" y="1177925"/>
          <p14:tracePt t="152847" x="4305300" y="1171575"/>
          <p14:tracePt t="152849" x="4300538" y="1171575"/>
          <p14:tracePt t="152850" x="4300538" y="1166813"/>
          <p14:tracePt t="152851" x="4294188" y="1166813"/>
          <p14:tracePt t="152853" x="4287838" y="1166813"/>
          <p14:tracePt t="152855" x="4281488" y="1160463"/>
          <p14:tracePt t="152857" x="4276725" y="1160463"/>
          <p14:tracePt t="152859" x="4270375" y="1154113"/>
          <p14:tracePt t="152860" x="4264025" y="1154113"/>
          <p14:tracePt t="152862" x="4257675" y="1147763"/>
          <p14:tracePt t="152863" x="4251325" y="1147763"/>
          <p14:tracePt t="152865" x="4246563" y="1143000"/>
          <p14:tracePt t="152866" x="4240213" y="1143000"/>
          <p14:tracePt t="152868" x="4233863" y="1143000"/>
          <p14:tracePt t="152869" x="4233863" y="1136650"/>
          <p14:tracePt t="152870" x="4227513" y="1136650"/>
          <p14:tracePt t="152871" x="4222750" y="1130300"/>
          <p14:tracePt t="152872" x="4216400" y="1130300"/>
          <p14:tracePt t="152874" x="4210050" y="1123950"/>
          <p14:tracePt t="152875" x="4203700" y="1123950"/>
          <p14:tracePt t="152876" x="4198938" y="1119188"/>
          <p14:tracePt t="152877" x="4186238" y="1112838"/>
          <p14:tracePt t="152879" x="4179888" y="1106488"/>
          <p14:tracePt t="152880" x="4173538" y="1106488"/>
          <p14:tracePt t="152881" x="4168775" y="1100138"/>
          <p14:tracePt t="152882" x="4162425" y="1100138"/>
          <p14:tracePt t="152883" x="4156075" y="1093788"/>
          <p14:tracePt t="152884" x="4149725" y="1093788"/>
          <p14:tracePt t="152885" x="4149725" y="1089025"/>
          <p14:tracePt t="152886" x="4144963" y="1089025"/>
          <p14:tracePt t="152887" x="4138613" y="1082675"/>
          <p14:tracePt t="152888" x="4132263" y="1082675"/>
          <p14:tracePt t="152889" x="4125913" y="1076325"/>
          <p14:tracePt t="152890" x="4121150" y="1076325"/>
          <p14:tracePt t="152891" x="4114800" y="1069975"/>
          <p14:tracePt t="152892" x="4108450" y="1069975"/>
          <p14:tracePt t="152893" x="4102100" y="1065213"/>
          <p14:tracePt t="152894" x="4097338" y="1058863"/>
          <p14:tracePt t="152896" x="4090988" y="1052513"/>
          <p14:tracePt t="152897" x="4084638" y="1052513"/>
          <p14:tracePt t="152898" x="4078288" y="1046163"/>
          <p14:tracePt t="152899" x="4071938" y="1046163"/>
          <p14:tracePt t="152900" x="4067175" y="1041400"/>
          <p14:tracePt t="152901" x="4060825" y="1035050"/>
          <p14:tracePt t="152902" x="4054475" y="1035050"/>
          <p14:tracePt t="152903" x="4048125" y="1035050"/>
          <p14:tracePt t="152904" x="4043363" y="1028700"/>
          <p14:tracePt t="152905" x="4043363" y="1022350"/>
          <p14:tracePt t="152906" x="4037013" y="1022350"/>
          <p14:tracePt t="152907" x="4030663" y="1022350"/>
          <p14:tracePt t="152908" x="4024313" y="1022350"/>
          <p14:tracePt t="152909" x="4019550" y="1016000"/>
          <p14:tracePt t="152910" x="4013200" y="1016000"/>
          <p14:tracePt t="152911" x="4006850" y="1011238"/>
          <p14:tracePt t="152913" x="4000500" y="1011238"/>
          <p14:tracePt t="152914" x="3994150" y="1004888"/>
          <p14:tracePt t="152915" x="3989388" y="1004888"/>
          <p14:tracePt t="152916" x="3983038" y="998538"/>
          <p14:tracePt t="152918" x="3976688" y="992188"/>
          <p14:tracePt t="152919" x="3970338" y="992188"/>
          <p14:tracePt t="152921" x="3965575" y="987425"/>
          <p14:tracePt t="152922" x="3959225" y="987425"/>
          <p14:tracePt t="152923" x="3952875" y="981075"/>
          <p14:tracePt t="152924" x="3946525" y="981075"/>
          <p14:tracePt t="152926" x="3941763" y="974725"/>
          <p14:tracePt t="152927" x="3935413" y="974725"/>
          <p14:tracePt t="152928" x="3929063" y="968375"/>
          <p14:tracePt t="152929" x="3922713" y="968375"/>
          <p14:tracePt t="152930" x="3916363" y="963613"/>
          <p14:tracePt t="152931" x="3911600" y="963613"/>
          <p14:tracePt t="152932" x="3911600" y="957263"/>
          <p14:tracePt t="152933" x="3905250" y="957263"/>
          <p14:tracePt t="152934" x="3898900" y="950913"/>
          <p14:tracePt t="152935" x="3892550" y="950913"/>
          <p14:tracePt t="152936" x="3887788" y="944563"/>
          <p14:tracePt t="152937" x="3881438" y="938213"/>
          <p14:tracePt t="152938" x="3875088" y="938213"/>
          <p14:tracePt t="152939" x="3868738" y="933450"/>
          <p14:tracePt t="152940" x="3863975" y="933450"/>
          <p14:tracePt t="152941" x="3857625" y="927100"/>
          <p14:tracePt t="152942" x="3851275" y="927100"/>
          <p14:tracePt t="152943" x="3844925" y="920750"/>
          <p14:tracePt t="152944" x="3840163" y="914400"/>
          <p14:tracePt t="152945" x="3827463" y="914400"/>
          <p14:tracePt t="152946" x="3821113" y="909638"/>
          <p14:tracePt t="152947" x="3814763" y="903288"/>
          <p14:tracePt t="152948" x="3803650" y="903288"/>
          <p14:tracePt t="152949" x="3797300" y="896938"/>
          <p14:tracePt t="152950" x="3790950" y="890588"/>
          <p14:tracePt t="152951" x="3779838" y="890588"/>
          <p14:tracePt t="152952" x="3773488" y="885825"/>
          <p14:tracePt t="152953" x="3767138" y="879475"/>
          <p14:tracePt t="152954" x="3756025" y="879475"/>
          <p14:tracePt t="152955" x="3743325" y="873125"/>
          <p14:tracePt t="152956" x="3736975" y="866775"/>
          <p14:tracePt t="152957" x="3725863" y="866775"/>
          <p14:tracePt t="152958" x="3719513" y="862013"/>
          <p14:tracePt t="152959" x="3713163" y="862013"/>
          <p14:tracePt t="152960" x="3702050" y="855663"/>
          <p14:tracePt t="152961" x="3695700" y="855663"/>
          <p14:tracePt t="152962" x="3684588" y="849313"/>
          <p14:tracePt t="152963" x="3671888" y="842963"/>
          <p14:tracePt t="152964" x="3660775" y="842963"/>
          <p14:tracePt t="152965" x="3654425" y="836613"/>
          <p14:tracePt t="152966" x="3641725" y="836613"/>
          <p14:tracePt t="152967" x="3630613" y="831850"/>
          <p14:tracePt t="152968" x="3611563" y="825500"/>
          <p14:tracePt t="152969" x="3600450" y="825500"/>
          <p14:tracePt t="152970" x="3587750" y="819150"/>
          <p14:tracePt t="152971" x="3576638" y="812800"/>
          <p14:tracePt t="152972" x="3570288" y="812800"/>
          <p14:tracePt t="152973" x="3557588" y="808038"/>
          <p14:tracePt t="152974" x="3546475" y="808038"/>
          <p14:tracePt t="152975" x="3533775" y="801688"/>
          <p14:tracePt t="152976" x="3522663" y="801688"/>
          <p14:tracePt t="152977" x="3505200" y="795338"/>
          <p14:tracePt t="152978" x="3492500" y="788988"/>
          <p14:tracePt t="152979" x="3479800" y="788988"/>
          <p14:tracePt t="152980" x="3468688" y="784225"/>
          <p14:tracePt t="152981" x="3455988" y="784225"/>
          <p14:tracePt t="152982" x="3444875" y="784225"/>
          <p14:tracePt t="152983" x="3432175" y="777875"/>
          <p14:tracePt t="152984" x="3414713" y="777875"/>
          <p14:tracePt t="152985" x="3403600" y="771525"/>
          <p14:tracePt t="152986" x="3397250" y="771525"/>
          <p14:tracePt t="152987" x="3378200" y="765175"/>
          <p14:tracePt t="152988" x="3367088" y="765175"/>
          <p14:tracePt t="152989" x="3354388" y="765175"/>
          <p14:tracePt t="152990" x="3343275" y="758825"/>
          <p14:tracePt t="152991" x="3330575" y="758825"/>
          <p14:tracePt t="152992" x="3319463" y="754063"/>
          <p14:tracePt t="152993" x="3306763" y="754063"/>
          <p14:tracePt t="152994" x="3295650" y="754063"/>
          <p14:tracePt t="152995" x="3289300" y="754063"/>
          <p14:tracePt t="152996" x="3282950" y="747713"/>
          <p14:tracePt t="152997" x="3259138" y="747713"/>
          <p14:tracePt t="152998" x="3248025" y="741363"/>
          <p14:tracePt t="152999" x="3235325" y="741363"/>
          <p14:tracePt t="153000" x="3224213" y="741363"/>
          <p14:tracePt t="153001" x="3211513" y="735013"/>
          <p14:tracePt t="153002" x="3205163" y="735013"/>
          <p14:tracePt t="153003" x="3194050" y="735013"/>
          <p14:tracePt t="153004" x="3181350" y="735013"/>
          <p14:tracePt t="153005" x="3170238" y="730250"/>
          <p14:tracePt t="153006" x="3163888" y="730250"/>
          <p14:tracePt t="153007" x="3151188" y="730250"/>
          <p14:tracePt t="153008" x="3146425" y="730250"/>
          <p14:tracePt t="153009" x="3133725" y="723900"/>
          <p14:tracePt t="153010" x="3127375" y="723900"/>
          <p14:tracePt t="153011" x="3116263" y="723900"/>
          <p14:tracePt t="153012" x="3109913" y="723900"/>
          <p14:tracePt t="153013" x="3103563" y="717550"/>
          <p14:tracePt t="153014" x="3092450" y="717550"/>
          <p14:tracePt t="153015" x="3086100" y="717550"/>
          <p14:tracePt t="153016" x="3079750" y="717550"/>
          <p14:tracePt t="153017" x="3068638" y="711200"/>
          <p14:tracePt t="153019" x="3055938" y="711200"/>
          <p14:tracePt t="153020" x="3049588" y="711200"/>
          <p14:tracePt t="153021" x="3043238" y="711200"/>
          <p14:tracePt t="153022" x="3038475" y="706438"/>
          <p14:tracePt t="153023" x="3032125" y="706438"/>
          <p14:tracePt t="153024" x="3025775" y="706438"/>
          <p14:tracePt t="153025" x="3019425" y="706438"/>
          <p14:tracePt t="153026" x="3014663" y="700088"/>
          <p14:tracePt t="153027" x="3008313" y="700088"/>
          <p14:tracePt t="153028" x="3001963" y="700088"/>
          <p14:tracePt t="153030" x="2990850" y="693738"/>
          <p14:tracePt t="153032" x="2984500" y="693738"/>
          <p14:tracePt t="153033" x="2978150" y="693738"/>
          <p14:tracePt t="153034" x="2971800" y="687388"/>
          <p14:tracePt t="153035" x="2967038" y="687388"/>
          <p14:tracePt t="153038" x="2960688" y="681038"/>
          <p14:tracePt t="153039" x="2954338" y="681038"/>
          <p14:tracePt t="153041" x="2947988" y="681038"/>
          <p14:tracePt t="153042" x="2941638" y="676275"/>
          <p14:tracePt t="153044" x="2936875" y="676275"/>
          <p14:tracePt t="153045" x="2930525" y="676275"/>
          <p14:tracePt t="153046" x="2930525" y="669925"/>
          <p14:tracePt t="153047" x="2924175" y="669925"/>
          <p14:tracePt t="153049" x="2917825" y="663575"/>
          <p14:tracePt t="153051" x="2913063" y="663575"/>
          <p14:tracePt t="153052" x="2906713" y="663575"/>
          <p14:tracePt t="153053" x="2906713" y="657225"/>
          <p14:tracePt t="153054" x="2900363" y="657225"/>
          <p14:tracePt t="153056" x="2894013" y="652463"/>
          <p14:tracePt t="153057" x="2889250" y="652463"/>
          <p14:tracePt t="153059" x="2882900" y="646113"/>
          <p14:tracePt t="153060" x="2876550" y="646113"/>
          <p14:tracePt t="153062" x="2870200" y="646113"/>
          <p14:tracePt t="153063" x="2863850" y="639763"/>
          <p14:tracePt t="153065" x="2859088" y="633413"/>
          <p14:tracePt t="153066" x="2852738" y="633413"/>
          <p14:tracePt t="153067" x="2852738" y="628650"/>
          <p14:tracePt t="153068" x="2846388" y="628650"/>
          <p14:tracePt t="153069" x="2840038" y="628650"/>
          <p14:tracePt t="153070" x="2835275" y="622300"/>
          <p14:tracePt t="153072" x="2828925" y="622300"/>
          <p14:tracePt t="153073" x="2822575" y="615950"/>
          <p14:tracePt t="153075" x="2816225" y="609600"/>
          <p14:tracePt t="153076" x="2811463" y="609600"/>
          <p14:tracePt t="153077" x="2805113" y="609600"/>
          <p14:tracePt t="153078" x="2805113" y="604838"/>
          <p14:tracePt t="153079" x="2798763" y="604838"/>
          <p14:tracePt t="153080" x="2792413" y="604838"/>
          <p14:tracePt t="153081" x="2787650" y="598488"/>
          <p14:tracePt t="153082" x="2781300" y="592138"/>
          <p14:tracePt t="153084" x="2774950" y="592138"/>
          <p14:tracePt t="153085" x="2768600" y="585788"/>
          <p14:tracePt t="153086" x="2762250" y="585788"/>
          <p14:tracePt t="153087" x="2757488" y="579438"/>
          <p14:tracePt t="153088" x="2751138" y="579438"/>
          <p14:tracePt t="153089" x="2744788" y="574675"/>
          <p14:tracePt t="153090" x="2738438" y="574675"/>
          <p14:tracePt t="153091" x="2733675" y="568325"/>
          <p14:tracePt t="153092" x="2727325" y="568325"/>
          <p14:tracePt t="153094" x="2720975" y="561975"/>
          <p14:tracePt t="153095" x="2714625" y="561975"/>
          <p14:tracePt t="153096" x="2709863" y="555625"/>
          <p14:tracePt t="153097" x="2703513" y="555625"/>
          <p14:tracePt t="153098" x="2697163" y="555625"/>
          <p14:tracePt t="153099" x="2690813" y="550863"/>
          <p14:tracePt t="153100" x="2684463" y="550863"/>
          <p14:tracePt t="153101" x="2679700" y="544513"/>
          <p14:tracePt t="153102" x="2673350" y="544513"/>
          <p14:tracePt t="153103" x="2673350" y="538163"/>
          <p14:tracePt t="153105" x="2660650" y="538163"/>
          <p14:tracePt t="153112" x="2619375" y="520700"/>
          <p14:tracePt t="153113" x="2613025" y="520700"/>
          <p14:tracePt t="153114" x="2606675" y="514350"/>
          <p14:tracePt t="153115" x="2601913" y="514350"/>
          <p14:tracePt t="153116" x="2589213" y="508000"/>
          <p14:tracePt t="153117" x="2582863" y="508000"/>
          <p14:tracePt t="153118" x="2578100" y="501650"/>
          <p14:tracePt t="153119" x="2565400" y="496888"/>
          <p14:tracePt t="153120" x="2559050" y="496888"/>
          <p14:tracePt t="153121" x="2554288" y="496888"/>
          <p14:tracePt t="153122" x="2547938" y="490538"/>
          <p14:tracePt t="153123" x="2541588" y="490538"/>
          <p14:tracePt t="153124" x="2535238" y="484188"/>
          <p14:tracePt t="153125" x="2530475" y="484188"/>
          <p14:tracePt t="153126" x="2517775" y="477838"/>
          <p14:tracePt t="153127" x="2511425" y="477838"/>
          <p14:tracePt t="153128" x="2505075" y="477838"/>
          <p14:tracePt t="153129" x="2500313" y="473075"/>
          <p14:tracePt t="153130" x="2487613" y="473075"/>
          <p14:tracePt t="153131" x="2481263" y="466725"/>
          <p14:tracePt t="153132" x="2476500" y="466725"/>
          <p14:tracePt t="153133" x="2470150" y="460375"/>
          <p14:tracePt t="153134" x="2463800" y="460375"/>
          <p14:tracePt t="153135" x="2457450" y="460375"/>
          <p14:tracePt t="153136" x="2452688" y="454025"/>
          <p14:tracePt t="153137" x="2446338" y="454025"/>
          <p14:tracePt t="153138" x="2433638" y="449263"/>
          <p14:tracePt t="153139" x="2427288" y="449263"/>
          <p14:tracePt t="153140" x="2422525" y="449263"/>
          <p14:tracePt t="153141" x="2416175" y="442913"/>
          <p14:tracePt t="153142" x="2409825" y="442913"/>
          <p14:tracePt t="153143" x="2398713" y="436563"/>
          <p14:tracePt t="153144" x="2392363" y="436563"/>
          <p14:tracePt t="153145" x="2386013" y="436563"/>
          <p14:tracePt t="153146" x="2379663" y="430213"/>
          <p14:tracePt t="153147" x="2374900" y="430213"/>
          <p14:tracePt t="153148" x="2362200" y="423863"/>
          <p14:tracePt t="153149" x="2355850" y="423863"/>
          <p14:tracePt t="153150" x="2349500" y="423863"/>
          <p14:tracePt t="153151" x="2344738" y="419100"/>
          <p14:tracePt t="153152" x="2332038" y="419100"/>
          <p14:tracePt t="153153" x="2320925" y="412750"/>
          <p14:tracePt t="153154" x="2314575" y="412750"/>
          <p14:tracePt t="153155" x="2308225" y="406400"/>
          <p14:tracePt t="153156" x="2297113" y="406400"/>
          <p14:tracePt t="153157" x="2290763" y="400050"/>
          <p14:tracePt t="153158" x="2284413" y="400050"/>
          <p14:tracePt t="153159" x="2273300" y="400050"/>
          <p14:tracePt t="153160" x="2266950" y="395288"/>
          <p14:tracePt t="153161" x="2260600" y="395288"/>
          <p14:tracePt t="153162" x="2247900" y="388938"/>
          <p14:tracePt t="153163" x="2236788" y="388938"/>
          <p14:tracePt t="153164" x="2230438" y="382588"/>
          <p14:tracePt t="153165" x="2219325" y="382588"/>
          <p14:tracePt t="153166" x="2212975" y="376238"/>
          <p14:tracePt t="153167" x="2206625" y="376238"/>
          <p14:tracePt t="153168" x="2195513" y="371475"/>
          <p14:tracePt t="153169" x="2182813" y="371475"/>
          <p14:tracePt t="153170" x="2176463" y="365125"/>
          <p14:tracePt t="153171" x="2165350" y="365125"/>
          <p14:tracePt t="153172" x="2159000" y="358775"/>
          <p14:tracePt t="153173" x="2146300" y="352425"/>
          <p14:tracePt t="153174" x="2141538" y="352425"/>
          <p14:tracePt t="153175" x="2128838" y="352425"/>
          <p14:tracePt t="153176" x="2117725" y="347663"/>
          <p14:tracePt t="153177" x="2111375" y="347663"/>
          <p14:tracePt t="153178" x="2098675" y="341313"/>
          <p14:tracePt t="153179" x="2093913" y="341313"/>
          <p14:tracePt t="153180" x="2081213" y="334963"/>
          <p14:tracePt t="153181" x="2068513" y="334963"/>
          <p14:tracePt t="153182" x="2057400" y="328613"/>
          <p14:tracePt t="153183" x="2044700" y="328613"/>
          <p14:tracePt t="153184" x="2027238" y="322263"/>
          <p14:tracePt t="153185" x="2016125" y="317500"/>
          <p14:tracePt t="153186" x="2009775" y="317500"/>
          <p14:tracePt t="153187" x="1997075" y="311150"/>
          <p14:tracePt t="153188" x="1985963" y="311150"/>
          <p14:tracePt t="153189" x="1973263" y="304800"/>
          <p14:tracePt t="153190" x="1962150" y="298450"/>
          <p14:tracePt t="153191" x="1949450" y="298450"/>
          <p14:tracePt t="153192" x="1938338" y="293688"/>
          <p14:tracePt t="153193" x="1925638" y="293688"/>
          <p14:tracePt t="153194" x="1912938" y="287338"/>
          <p14:tracePt t="153195" x="1901825" y="287338"/>
          <p14:tracePt t="153196" x="1889125" y="280988"/>
          <p14:tracePt t="153197" x="1871663" y="280988"/>
          <p14:tracePt t="153198" x="1865313" y="274638"/>
          <p14:tracePt t="153199" x="1847850" y="274638"/>
          <p14:tracePt t="153200" x="1836738" y="269875"/>
          <p14:tracePt t="153201" x="1824038" y="263525"/>
          <p14:tracePt t="153202" x="1811338" y="263525"/>
          <p14:tracePt t="153203" x="1800225" y="263525"/>
          <p14:tracePt t="153204" x="1787525" y="257175"/>
          <p14:tracePt t="153205" x="1776413" y="250825"/>
          <p14:tracePt t="153206" x="1763713" y="250825"/>
          <p14:tracePt t="153207" x="1752600" y="250825"/>
          <p14:tracePt t="153208" x="1739900" y="244475"/>
          <p14:tracePt t="153209" x="1728788" y="239713"/>
          <p14:tracePt t="153210" x="1716088" y="239713"/>
          <p14:tracePt t="153211" x="1698625" y="233363"/>
          <p14:tracePt t="153212" x="1685925" y="233363"/>
          <p14:tracePt t="153213" x="1674813" y="227013"/>
          <p14:tracePt t="153214" x="1662113" y="227013"/>
          <p14:tracePt t="153215" x="1651000" y="220663"/>
          <p14:tracePt t="153216" x="1638300" y="220663"/>
          <p14:tracePt t="153217" x="1627188" y="220663"/>
          <p14:tracePt t="153218" x="1620838" y="215900"/>
          <p14:tracePt t="153219" x="1608138" y="215900"/>
          <p14:tracePt t="153220" x="1603375" y="209550"/>
          <p14:tracePt t="153221" x="1590675" y="209550"/>
          <p14:tracePt t="153222" x="1579563" y="209550"/>
          <p14:tracePt t="153223" x="1573213" y="203200"/>
          <p14:tracePt t="153224" x="1560513" y="203200"/>
          <p14:tracePt t="153225" x="1554163" y="196850"/>
          <p14:tracePt t="153226" x="1543050" y="196850"/>
          <p14:tracePt t="153227" x="1536700" y="192088"/>
          <p14:tracePt t="153228" x="1525588" y="192088"/>
          <p14:tracePt t="153229" x="1519238" y="192088"/>
          <p14:tracePt t="153230" x="1512888" y="192088"/>
          <p14:tracePt t="153231" x="1501775" y="185738"/>
          <p14:tracePt t="153232" x="1495425" y="185738"/>
          <p14:tracePt t="153233" x="1489075" y="179388"/>
          <p14:tracePt t="153234" x="1482725" y="179388"/>
          <p14:tracePt t="153235" x="1476375" y="179388"/>
          <p14:tracePt t="153236" x="1471613" y="173038"/>
          <p14:tracePt t="153237" x="1465263" y="173038"/>
          <p14:tracePt t="153238" x="1458913" y="173038"/>
          <p14:tracePt t="153239" x="1458913" y="166688"/>
          <p14:tracePt t="153240" x="1447800" y="166688"/>
          <p14:tracePt t="153243" x="1441450" y="166688"/>
          <p14:tracePt t="153244" x="1435100" y="161925"/>
          <p14:tracePt t="153250" x="1428750" y="161925"/>
          <p14:tracePt t="153281" x="1428750" y="155575"/>
          <p14:tracePt t="153285" x="1435100" y="155575"/>
          <p14:tracePt t="153287" x="1441450" y="155575"/>
          <p14:tracePt t="153290" x="1447800" y="155575"/>
          <p14:tracePt t="153292" x="1452563" y="155575"/>
          <p14:tracePt t="153293" x="1452563" y="149225"/>
          <p14:tracePt t="153294" x="1458913" y="149225"/>
          <p14:tracePt t="153295" x="1465263" y="149225"/>
          <p14:tracePt t="153297" x="1471613" y="149225"/>
          <p14:tracePt t="153298" x="1476375" y="149225"/>
          <p14:tracePt t="153299" x="1482725" y="149225"/>
          <p14:tracePt t="153300" x="1489075" y="149225"/>
          <p14:tracePt t="153301" x="1495425" y="149225"/>
          <p14:tracePt t="153302" x="1501775" y="149225"/>
          <p14:tracePt t="153303" x="1506538" y="142875"/>
          <p14:tracePt t="153304" x="1512888" y="142875"/>
          <p14:tracePt t="153305" x="1519238" y="142875"/>
          <p14:tracePt t="153306" x="1530350" y="142875"/>
          <p14:tracePt t="153307" x="1536700" y="142875"/>
          <p14:tracePt t="153308" x="1549400" y="142875"/>
          <p14:tracePt t="153309" x="1554163" y="142875"/>
          <p14:tracePt t="153310" x="1566863" y="142875"/>
          <p14:tracePt t="153311" x="1579563" y="142875"/>
          <p14:tracePt t="153312" x="1590675" y="142875"/>
          <p14:tracePt t="153313" x="1603375" y="142875"/>
          <p14:tracePt t="153314" x="1614488" y="142875"/>
          <p14:tracePt t="153315" x="1627188" y="142875"/>
          <p14:tracePt t="153316" x="1638300" y="142875"/>
          <p14:tracePt t="153317" x="1662113" y="142875"/>
          <p14:tracePt t="153318" x="1681163" y="142875"/>
          <p14:tracePt t="153319" x="1692275" y="142875"/>
          <p14:tracePt t="153320" x="1709738" y="142875"/>
          <p14:tracePt t="153321" x="1728788" y="142875"/>
          <p14:tracePt t="153322" x="1739900" y="142875"/>
          <p14:tracePt t="153323" x="1758950" y="142875"/>
          <p14:tracePt t="153324" x="1776413" y="142875"/>
          <p14:tracePt t="153325" x="1787525" y="142875"/>
          <p14:tracePt t="153326" x="1806575" y="142875"/>
          <p14:tracePt t="153327" x="1830388" y="142875"/>
          <p14:tracePt t="153328" x="1847850" y="142875"/>
          <p14:tracePt t="153329" x="1865313" y="142875"/>
          <p14:tracePt t="153330" x="1895475" y="142875"/>
          <p14:tracePt t="153331" x="1901825" y="142875"/>
          <p14:tracePt t="153332" x="1949450" y="142875"/>
          <p14:tracePt t="153333" x="1973263" y="142875"/>
          <p14:tracePt t="153334" x="1997075" y="142875"/>
          <p14:tracePt t="153335" x="2020888" y="142875"/>
          <p14:tracePt t="153337" x="2033588" y="142875"/>
          <p14:tracePt t="153338" x="2098675" y="142875"/>
          <p14:tracePt t="153339" x="2128838" y="142875"/>
          <p14:tracePt t="153340" x="2159000" y="142875"/>
          <p14:tracePt t="153341" x="2182813" y="149225"/>
          <p14:tracePt t="153342" x="2212975" y="149225"/>
          <p14:tracePt t="153343" x="2243138" y="149225"/>
          <p14:tracePt t="153344" x="2273300" y="149225"/>
          <p14:tracePt t="153346" x="2308225" y="149225"/>
          <p14:tracePt t="153347" x="2355850" y="149225"/>
          <p14:tracePt t="153348" x="2409825" y="155575"/>
          <p14:tracePt t="153349" x="2446338" y="155575"/>
          <p14:tracePt t="153350" x="2481263" y="155575"/>
          <p14:tracePt t="153351" x="2511425" y="155575"/>
          <p14:tracePt t="153352" x="2547938" y="155575"/>
          <p14:tracePt t="153353" x="2582863" y="161925"/>
          <p14:tracePt t="153355" x="2636838" y="161925"/>
          <p14:tracePt t="153356" x="2703513" y="161925"/>
          <p14:tracePt t="153357" x="2738438" y="161925"/>
          <p14:tracePt t="153358" x="2787650" y="161925"/>
          <p14:tracePt t="153359" x="2805113" y="161925"/>
          <p14:tracePt t="153360" x="2846388" y="166688"/>
          <p14:tracePt t="153361" x="2913063" y="166688"/>
          <p14:tracePt t="153362" x="2954338" y="166688"/>
          <p14:tracePt t="153363" x="3001963" y="166688"/>
          <p14:tracePt t="153364" x="3043238" y="166688"/>
          <p14:tracePt t="153365" x="3062288" y="166688"/>
          <p14:tracePt t="153366" x="3127375" y="173038"/>
          <p14:tracePt t="153367" x="3151188" y="173038"/>
          <p14:tracePt t="153368" x="3198813" y="173038"/>
          <p14:tracePt t="153369" x="3259138" y="173038"/>
          <p14:tracePt t="153370" x="3300413" y="173038"/>
          <p14:tracePt t="153371" x="3349625" y="179388"/>
          <p14:tracePt t="153429" x="6291263" y="196850"/>
          <p14:tracePt t="153430" x="6338888" y="196850"/>
          <p14:tracePt t="153431" x="6369050" y="196850"/>
          <p14:tracePt t="153432" x="6440488" y="196850"/>
          <p14:tracePt t="153433" x="6494463" y="196850"/>
          <p14:tracePt t="153434" x="6518275" y="196850"/>
          <p14:tracePt t="153435" x="6596063" y="196850"/>
          <p14:tracePt t="153436" x="6643688" y="196850"/>
          <p14:tracePt t="153437" x="6673850" y="196850"/>
          <p14:tracePt t="153438" x="6745288" y="196850"/>
          <p14:tracePt t="153439" x="6799263" y="196850"/>
          <p14:tracePt t="153440" x="6823075" y="196850"/>
          <p14:tracePt t="153441" x="6900863" y="203200"/>
          <p14:tracePt t="153442" x="6948488" y="203200"/>
          <p14:tracePt t="153443" x="6978650" y="203200"/>
          <p14:tracePt t="153444" x="7050088" y="203200"/>
          <p14:tracePt t="153445" x="7104063" y="203200"/>
          <p14:tracePt t="153446" x="7127875" y="203200"/>
          <p14:tracePt t="153447" x="7205663" y="209550"/>
          <p14:tracePt t="153448" x="7254875" y="209550"/>
          <p14:tracePt t="153449" x="7283450" y="209550"/>
          <p14:tracePt t="153450" x="7356475" y="209550"/>
          <p14:tracePt t="153451" x="7410450" y="209550"/>
          <p14:tracePt t="153452" x="7434263" y="209550"/>
          <p14:tracePt t="153453" x="7512050" y="215900"/>
          <p14:tracePt t="153455" x="7559675" y="215900"/>
          <p14:tracePt t="153455" x="7589838" y="215900"/>
          <p14:tracePt t="153456" x="7661275" y="215900"/>
          <p14:tracePt t="153457" x="7715250" y="220663"/>
          <p14:tracePt t="153458" x="7739063" y="220663"/>
          <p14:tracePt t="153459" x="7816850" y="220663"/>
          <p14:tracePt t="153460" x="7864475" y="220663"/>
          <p14:tracePt t="153461" x="7894638" y="227013"/>
          <p14:tracePt t="153462" x="7942263" y="227013"/>
          <p14:tracePt t="153463" x="7966075" y="227013"/>
          <p14:tracePt t="153464" x="8043863" y="233363"/>
          <p14:tracePt t="153465" x="8091488" y="233363"/>
          <p14:tracePt t="153466" x="8121650" y="233363"/>
          <p14:tracePt t="153467" x="8193088" y="239713"/>
          <p14:tracePt t="153468" x="8240713" y="239713"/>
          <p14:tracePt t="153469" x="8277225" y="239713"/>
          <p14:tracePt t="153470" x="8318500" y="244475"/>
          <p14:tracePt t="153471" x="8348663" y="244475"/>
          <p14:tracePt t="153472" x="8426450" y="244475"/>
          <p14:tracePt t="153473" x="8467725" y="250825"/>
          <p14:tracePt t="153474" x="8497888" y="250825"/>
          <p14:tracePt t="153475" x="8540750" y="250825"/>
          <p14:tracePt t="153476" x="8582025" y="250825"/>
          <p14:tracePt t="153477" x="8623300" y="257175"/>
          <p14:tracePt t="153478" x="8647113" y="257175"/>
          <p14:tracePt t="153479" x="8731250" y="263525"/>
          <p14:tracePt t="153480" x="8772525" y="263525"/>
          <p14:tracePt t="153481" x="8802688" y="263525"/>
          <p14:tracePt t="153482" x="8845550" y="269875"/>
          <p14:tracePt t="153483" x="8886825" y="269875"/>
          <p14:tracePt t="153484" x="8899525" y="269875"/>
          <p14:tracePt t="153485" x="8934450" y="269875"/>
          <p14:tracePt t="153486" x="8994775" y="274638"/>
          <p14:tracePt t="153487" x="9029700" y="274638"/>
          <p14:tracePt t="153488" x="9048750" y="274638"/>
          <p14:tracePt t="153489" x="9083675" y="280988"/>
          <p14:tracePt t="153490" x="9126538" y="280988"/>
          <p14:tracePt t="153955" x="9126538" y="1614488"/>
          <p14:tracePt t="153956" x="9120188" y="1620838"/>
          <p14:tracePt t="153957" x="9107488" y="1627188"/>
          <p14:tracePt t="153958" x="9107488" y="1633538"/>
          <p14:tracePt t="153959" x="9102725" y="1638300"/>
          <p14:tracePt t="153960" x="9096375" y="1644650"/>
          <p14:tracePt t="153961" x="9090025" y="1651000"/>
          <p14:tracePt t="153962" x="9083675" y="1657350"/>
          <p14:tracePt t="153963" x="9078913" y="1662113"/>
          <p14:tracePt t="153964" x="9072563" y="1668463"/>
          <p14:tracePt t="153965" x="9072563" y="1674813"/>
          <p14:tracePt t="153966" x="9066213" y="1681163"/>
          <p14:tracePt t="153967" x="9066213" y="1685925"/>
          <p14:tracePt t="153968" x="9059863" y="1692275"/>
          <p14:tracePt t="153969" x="9059863" y="1698625"/>
          <p14:tracePt t="153970" x="9053513" y="1704975"/>
          <p14:tracePt t="153972" x="9048750" y="1709738"/>
          <p14:tracePt t="153973" x="9048750" y="1716088"/>
          <p14:tracePt t="153974" x="9048750" y="1722438"/>
          <p14:tracePt t="153976" x="9042400" y="1728788"/>
          <p14:tracePt t="153977" x="9042400" y="1735138"/>
          <p14:tracePt t="153979" x="9036050" y="1739900"/>
          <p14:tracePt t="153981" x="9036050" y="1746250"/>
          <p14:tracePt t="153983" x="9036050" y="1752600"/>
          <p14:tracePt t="153986" x="9029700" y="1758950"/>
          <p14:tracePt t="153989" x="9029700" y="1763713"/>
          <p14:tracePt t="154023" x="9024938" y="1763713"/>
          <p14:tracePt t="154042" x="9018588" y="1763713"/>
          <p14:tracePt t="154044" x="9012238" y="1763713"/>
          <p14:tracePt t="154047" x="9005888" y="1763713"/>
          <p14:tracePt t="154048" x="9001125" y="1763713"/>
          <p14:tracePt t="154051" x="8988425" y="1763713"/>
          <p14:tracePt t="154053" x="8982075" y="1763713"/>
          <p14:tracePt t="154054" x="8977313" y="1763713"/>
          <p14:tracePt t="154055" x="8970963" y="1763713"/>
          <p14:tracePt t="154056" x="8964613" y="1763713"/>
          <p14:tracePt t="154057" x="8958263" y="1763713"/>
          <p14:tracePt t="154058" x="8947150" y="1763713"/>
          <p14:tracePt t="154059" x="8940800" y="1763713"/>
          <p14:tracePt t="154060" x="8928100" y="1758950"/>
          <p14:tracePt t="154061" x="8923338" y="1758950"/>
          <p14:tracePt t="154062" x="8910638" y="1758950"/>
          <p14:tracePt t="154063" x="8899525" y="1758950"/>
          <p14:tracePt t="154064" x="8886825" y="1758950"/>
          <p14:tracePt t="154065" x="8874125" y="1758950"/>
          <p14:tracePt t="154066" x="8863013" y="1752600"/>
          <p14:tracePt t="154067" x="8850313" y="1752600"/>
          <p14:tracePt t="154068" x="8839200" y="1746250"/>
          <p14:tracePt t="154069" x="8821738" y="1746250"/>
          <p14:tracePt t="154070" x="8809038" y="1746250"/>
          <p14:tracePt t="154071" x="8797925" y="1746250"/>
          <p14:tracePt t="154072" x="8778875" y="1739900"/>
          <p14:tracePt t="154073" x="8761413" y="1735138"/>
          <p14:tracePt t="154074" x="8755063" y="1735138"/>
          <p14:tracePt t="154075" x="8737600" y="1735138"/>
          <p14:tracePt t="154076" x="8720138" y="1728788"/>
          <p14:tracePt t="154077" x="8707438" y="1722438"/>
          <p14:tracePt t="154078" x="8670925" y="1722438"/>
          <p14:tracePt t="154079" x="8653463" y="1716088"/>
          <p14:tracePt t="154080" x="8636000" y="1709738"/>
          <p14:tracePt t="154081" x="8616950" y="1709738"/>
          <p14:tracePt t="154082" x="8612188" y="1704975"/>
          <p14:tracePt t="154083" x="8588375" y="1704975"/>
          <p14:tracePt t="154084" x="8569325" y="1698625"/>
          <p14:tracePt t="154089" x="8474075" y="1674813"/>
          <p14:tracePt t="154090" x="8456613" y="1668463"/>
          <p14:tracePt t="154090" x="8443913" y="1668463"/>
          <p14:tracePt t="154091" x="8402638" y="1657350"/>
          <p14:tracePt t="154092" x="8378825" y="1651000"/>
          <p14:tracePt t="154093" x="8355013" y="1644650"/>
          <p14:tracePt t="154094" x="8348663" y="1644650"/>
          <p14:tracePt t="154095" x="8324850" y="1638300"/>
          <p14:tracePt t="154096" x="8288338" y="1633538"/>
          <p14:tracePt t="154097" x="8253413" y="1620838"/>
          <p14:tracePt t="154098" x="8223250" y="1614488"/>
          <p14:tracePt t="154099" x="8199438" y="1603375"/>
          <p14:tracePt t="154100" x="8169275" y="1597025"/>
          <p14:tracePt t="154101" x="8139113" y="1590675"/>
          <p14:tracePt t="154102" x="8108950" y="1579563"/>
          <p14:tracePt t="154103" x="8078788" y="1573213"/>
          <p14:tracePt t="154104" x="8050213" y="1566863"/>
          <p14:tracePt t="154105" x="8020050" y="1555750"/>
          <p14:tracePt t="154106" x="7989888" y="1549400"/>
          <p14:tracePt t="154107" x="7966075" y="1543050"/>
          <p14:tracePt t="154108" x="7929563" y="1530350"/>
          <p14:tracePt t="154109" x="7899400" y="1519238"/>
          <p14:tracePt t="154110" x="7870825" y="1512888"/>
          <p14:tracePt t="154111" x="7840663" y="1506538"/>
          <p14:tracePt t="154112" x="7780338" y="1489075"/>
          <p14:tracePt t="154113" x="7743825" y="1477963"/>
          <p14:tracePt t="154114" x="7708900" y="1471613"/>
          <p14:tracePt t="154115" x="7691438" y="1465263"/>
          <p14:tracePt t="154116" x="7654925" y="1452563"/>
          <p14:tracePt t="154117" x="7594600" y="1435100"/>
          <p14:tracePt t="154118" x="7559675" y="1428750"/>
          <p14:tracePt t="154119" x="7540625" y="1423988"/>
          <p14:tracePt t="154120" x="7499350" y="1411288"/>
          <p14:tracePt t="154121" x="7462838" y="1400175"/>
          <p14:tracePt t="154122" x="7410450" y="1387475"/>
          <p14:tracePt t="154123" x="7373938" y="1376363"/>
          <p14:tracePt t="154124" x="7313613" y="1357313"/>
          <p14:tracePt t="154125" x="7272338" y="1346200"/>
          <p14:tracePt t="154126" x="7224713" y="1333500"/>
          <p14:tracePt t="154127" x="7194550" y="1322388"/>
          <p14:tracePt t="154128" x="7153275" y="1316038"/>
          <p14:tracePt t="154129" x="7123113" y="1309688"/>
          <p14:tracePt t="154130" x="7080250" y="1298575"/>
          <p14:tracePt t="154131" x="7045325" y="1285875"/>
          <p14:tracePt t="154132" x="7002463" y="1273175"/>
          <p14:tracePt t="154133" x="6937375" y="1255713"/>
          <p14:tracePt t="154134" x="6889750" y="1249363"/>
          <p14:tracePt t="154135" x="6853238" y="1238250"/>
          <p14:tracePt t="154136" x="6811963" y="1225550"/>
          <p14:tracePt t="154137" x="6740525" y="1208088"/>
          <p14:tracePt t="154138" x="6697663" y="1201738"/>
          <p14:tracePt t="154139" x="6662738" y="1190625"/>
          <p14:tracePt t="154140" x="6613525" y="1177925"/>
          <p14:tracePt t="154141" x="6572250" y="1171575"/>
          <p14:tracePt t="154142" x="6548438" y="1166813"/>
          <p14:tracePt t="154143" x="6500813" y="1154113"/>
          <p14:tracePt t="154144" x="6446838" y="1143000"/>
          <p14:tracePt t="154145" x="6410325" y="1136650"/>
          <p14:tracePt t="154146" x="6351588" y="1119188"/>
          <p14:tracePt t="154147" x="6308725" y="1112838"/>
          <p14:tracePt t="154148" x="6261100" y="1100138"/>
          <p14:tracePt t="154149" x="6219825" y="1093788"/>
          <p14:tracePt t="154150" x="6183313" y="1089025"/>
          <p14:tracePt t="154151" x="6159500" y="1082675"/>
          <p14:tracePt t="154152" x="6118225" y="1076325"/>
          <p14:tracePt t="154153" x="6070600" y="1065213"/>
          <p14:tracePt t="154154" x="6027738" y="1058863"/>
          <p14:tracePt t="154155" x="5980113" y="1046163"/>
          <p14:tracePt t="154156" x="5969000" y="1046163"/>
          <p14:tracePt t="154157" x="5926138" y="1041400"/>
          <p14:tracePt t="154158" x="5878513" y="1028700"/>
          <p14:tracePt t="154159" x="5843588" y="1028700"/>
          <p14:tracePt t="154160" x="5807075" y="1022350"/>
          <p14:tracePt t="154161" x="5776913" y="1016000"/>
          <p14:tracePt t="154162" x="5740400" y="1011238"/>
          <p14:tracePt t="154163" x="5688013" y="998538"/>
          <p14:tracePt t="154164" x="5651500" y="998538"/>
          <p14:tracePt t="154165" x="5621338" y="992188"/>
          <p14:tracePt t="154166" x="5591175" y="987425"/>
          <p14:tracePt t="154167" x="5556250" y="981075"/>
          <p14:tracePt t="154168" x="5526088" y="974725"/>
          <p14:tracePt t="154169" x="5502275" y="974725"/>
          <p14:tracePt t="154170" x="5472113" y="968375"/>
          <p14:tracePt t="154171" x="5435600" y="963613"/>
          <p14:tracePt t="154172" x="5407025" y="957263"/>
          <p14:tracePt t="154173" x="5376863" y="957263"/>
          <p14:tracePt t="154174" x="5346700" y="950913"/>
          <p14:tracePt t="154175" x="5316538" y="944563"/>
          <p14:tracePt t="154176" x="5286375" y="938213"/>
          <p14:tracePt t="154177" x="5256213" y="938213"/>
          <p14:tracePt t="154178" x="5221288" y="927100"/>
          <p14:tracePt t="154179" x="5197475" y="927100"/>
          <p14:tracePt t="154180" x="5167313" y="920750"/>
          <p14:tracePt t="154181" x="5130800" y="914400"/>
          <p14:tracePt t="154182" x="5100638" y="909638"/>
          <p14:tracePt t="154183" x="5076825" y="903288"/>
          <p14:tracePt t="154184" x="5046663" y="903288"/>
          <p14:tracePt t="154185" x="5018088" y="890588"/>
          <p14:tracePt t="154186" x="5005388" y="890588"/>
          <p14:tracePt t="154187" x="4975225" y="885825"/>
          <p14:tracePt t="154188" x="4951413" y="885825"/>
          <p14:tracePt t="154189" x="4921250" y="879475"/>
          <p14:tracePt t="154190" x="4903788" y="873125"/>
          <p14:tracePt t="154191" x="4879975" y="866775"/>
          <p14:tracePt t="154192" x="4856163" y="866775"/>
          <p14:tracePt t="154193" x="4832350" y="862013"/>
          <p14:tracePt t="154194" x="4802188" y="855663"/>
          <p14:tracePt t="154195" x="4778375" y="849313"/>
          <p14:tracePt t="154196" x="4754563" y="842963"/>
          <p14:tracePt t="154197" x="4737100" y="836613"/>
          <p14:tracePt t="154198" x="4700588" y="831850"/>
          <p14:tracePt t="154199" x="4683125" y="825500"/>
          <p14:tracePt t="154200" x="4659313" y="819150"/>
          <p14:tracePt t="154201" x="4640263" y="812800"/>
          <p14:tracePt t="154202" x="4622800" y="808038"/>
          <p14:tracePt t="154203" x="4598988" y="801688"/>
          <p14:tracePt t="154204" x="4586288" y="801688"/>
          <p14:tracePt t="154205" x="4562475" y="795338"/>
          <p14:tracePt t="154206" x="4551363" y="788988"/>
          <p14:tracePt t="154207" x="4527550" y="784225"/>
          <p14:tracePt t="154208" x="4508500" y="777875"/>
          <p14:tracePt t="154209" x="4491038" y="771525"/>
          <p14:tracePt t="154210" x="4473575" y="765175"/>
          <p14:tracePt t="154211" x="4456113" y="758825"/>
          <p14:tracePt t="154212" x="4437063" y="754063"/>
          <p14:tracePt t="154213" x="4419600" y="747713"/>
          <p14:tracePt t="154214" x="4406900" y="741363"/>
          <p14:tracePt t="154215" x="4389438" y="735013"/>
          <p14:tracePt t="154216" x="4378325" y="735013"/>
          <p14:tracePt t="154217" x="4365625" y="730250"/>
          <p14:tracePt t="154218" x="4352925" y="723900"/>
          <p14:tracePt t="154219" x="4335463" y="717550"/>
          <p14:tracePt t="154220" x="4324350" y="711200"/>
          <p14:tracePt t="154221" x="4294188" y="700088"/>
          <p14:tracePt t="154222" x="4281488" y="700088"/>
          <p14:tracePt t="154223" x="4270375" y="687388"/>
          <p14:tracePt t="154224" x="4257675" y="681038"/>
          <p14:tracePt t="154225" x="4246563" y="676275"/>
          <p14:tracePt t="154226" x="4233863" y="669925"/>
          <p14:tracePt t="154227" x="4216400" y="663575"/>
          <p14:tracePt t="154228" x="4203700" y="657225"/>
          <p14:tracePt t="154229" x="4192588" y="657225"/>
          <p14:tracePt t="154231" x="4173538" y="646113"/>
          <p14:tracePt t="154231" x="4168775" y="639763"/>
          <p14:tracePt t="154232" x="4156075" y="633413"/>
          <p14:tracePt t="154233" x="4144963" y="628650"/>
          <p14:tracePt t="154234" x="4132263" y="622300"/>
          <p14:tracePt t="154235" x="4121150" y="615950"/>
          <p14:tracePt t="154236" x="4108450" y="609600"/>
          <p14:tracePt t="154237" x="4102100" y="604838"/>
          <p14:tracePt t="154238" x="4097338" y="604838"/>
          <p14:tracePt t="154239" x="4084638" y="592138"/>
          <p14:tracePt t="154240" x="4071938" y="592138"/>
          <p14:tracePt t="154241" x="4067175" y="579438"/>
          <p14:tracePt t="154242" x="4054475" y="579438"/>
          <p14:tracePt t="154243" x="4048125" y="574675"/>
          <p14:tracePt t="154244" x="4037013" y="568325"/>
          <p14:tracePt t="154245" x="4030663" y="561975"/>
          <p14:tracePt t="154246" x="4019550" y="555625"/>
          <p14:tracePt t="154247" x="4013200" y="550863"/>
          <p14:tracePt t="154248" x="4000500" y="544513"/>
          <p14:tracePt t="154249" x="3994150" y="538163"/>
          <p14:tracePt t="154250" x="3983038" y="531813"/>
          <p14:tracePt t="154251" x="3976688" y="527050"/>
          <p14:tracePt t="154252" x="3965575" y="520700"/>
          <p14:tracePt t="154253" x="3959225" y="514350"/>
          <p14:tracePt t="154254" x="3952875" y="508000"/>
          <p14:tracePt t="154255" x="3946525" y="501650"/>
          <p14:tracePt t="154256" x="3935413" y="496888"/>
          <p14:tracePt t="154257" x="3929063" y="490538"/>
          <p14:tracePt t="154258" x="3922713" y="484188"/>
          <p14:tracePt t="154259" x="3916363" y="477838"/>
          <p14:tracePt t="154260" x="3911600" y="477838"/>
          <p14:tracePt t="154261" x="3898900" y="473075"/>
          <p14:tracePt t="154262" x="3892550" y="466725"/>
          <p14:tracePt t="154263" x="3887788" y="460375"/>
          <p14:tracePt t="154264" x="3881438" y="454025"/>
          <p14:tracePt t="154265" x="3875088" y="449263"/>
          <p14:tracePt t="154266" x="3863975" y="449263"/>
          <p14:tracePt t="154267" x="3857625" y="442913"/>
          <p14:tracePt t="154268" x="3851275" y="436563"/>
          <p14:tracePt t="154269" x="3844925" y="430213"/>
          <p14:tracePt t="154270" x="3840163" y="423863"/>
          <p14:tracePt t="154271" x="3833813" y="423863"/>
          <p14:tracePt t="154272" x="3821113" y="412750"/>
          <p14:tracePt t="154273" x="3814763" y="412750"/>
          <p14:tracePt t="154274" x="3810000" y="406400"/>
          <p14:tracePt t="154275" x="3803650" y="400050"/>
          <p14:tracePt t="154276" x="3797300" y="395288"/>
          <p14:tracePt t="154277" x="3790950" y="395288"/>
          <p14:tracePt t="154278" x="3786188" y="388938"/>
          <p14:tracePt t="154279" x="3773488" y="382588"/>
          <p14:tracePt t="154280" x="3767138" y="376238"/>
          <p14:tracePt t="154281" x="3762375" y="371475"/>
          <p14:tracePt t="154282" x="3756025" y="365125"/>
          <p14:tracePt t="154283" x="3749675" y="365125"/>
          <p14:tracePt t="154284" x="3743325" y="358775"/>
          <p14:tracePt t="154285" x="3736975" y="352425"/>
          <p14:tracePt t="154286" x="3725863" y="347663"/>
          <p14:tracePt t="154287" x="3713163" y="341313"/>
          <p14:tracePt t="154288" x="3708400" y="334963"/>
          <p14:tracePt t="154289" x="3702050" y="334963"/>
          <p14:tracePt t="154290" x="3695700" y="328613"/>
          <p14:tracePt t="154291" x="3684588" y="322263"/>
          <p14:tracePt t="154292" x="3678238" y="317500"/>
          <p14:tracePt t="154293" x="3671888" y="311150"/>
          <p14:tracePt t="154294" x="3665538" y="311150"/>
          <p14:tracePt t="154295" x="3654425" y="304800"/>
          <p14:tracePt t="154296" x="3648075" y="298450"/>
          <p14:tracePt t="154297" x="3641725" y="293688"/>
          <p14:tracePt t="154298" x="3630613" y="293688"/>
          <p14:tracePt t="154299" x="3624263" y="287338"/>
          <p14:tracePt t="154300" x="3611563" y="280988"/>
          <p14:tracePt t="154301" x="3606800" y="274638"/>
          <p14:tracePt t="154302" x="3600450" y="269875"/>
          <p14:tracePt t="154303" x="3587750" y="269875"/>
          <p14:tracePt t="154328" x="3336925" y="155575"/>
          <p14:tracePt t="154329" x="3325813" y="149225"/>
          <p14:tracePt t="154330" x="3313113" y="142875"/>
          <p14:tracePt t="154331" x="3300413" y="138113"/>
          <p14:tracePt t="154332" x="3289300" y="138113"/>
          <p14:tracePt t="154333" x="3276600" y="131763"/>
          <p14:tracePt t="154334" x="3265488" y="125413"/>
          <p14:tracePt t="154335" x="3252788" y="119063"/>
          <p14:tracePt t="154337" x="3241675" y="114300"/>
          <p14:tracePt t="154337" x="3228975" y="114300"/>
          <p14:tracePt t="154339" x="3205163" y="101600"/>
          <p14:tracePt t="154341" x="3170238" y="90488"/>
          <p14:tracePt t="154342" x="3157538" y="84138"/>
          <p14:tracePt t="154343" x="3140075" y="77788"/>
          <p14:tracePt t="154344" x="3121025" y="71438"/>
          <p14:tracePt t="154345" x="3109913" y="65088"/>
          <p14:tracePt t="154346" x="3092450" y="60325"/>
          <p14:tracePt t="154347" x="3079750" y="53975"/>
          <p14:tracePt t="154348" x="3062288" y="47625"/>
          <p14:tracePt t="154349" x="3049588" y="47625"/>
          <p14:tracePt t="154350" x="3032125" y="41275"/>
          <p14:tracePt t="154352" x="3014663" y="36513"/>
          <p14:tracePt t="154352" x="3001963" y="30163"/>
          <p14:tracePt t="154354" x="2990850" y="23813"/>
          <p14:tracePt t="154355" x="2960688" y="12700"/>
          <p14:tracePt t="154357" x="2941638" y="6350"/>
          <p14:tracePt t="155226" x="423863" y="0"/>
          <p14:tracePt t="155226" x="454025" y="12700"/>
          <p14:tracePt t="155226" x="477838" y="17463"/>
          <p14:tracePt t="155226" x="496888" y="23813"/>
          <p14:tracePt t="155226" x="527050" y="30163"/>
          <p14:tracePt t="155226" x="544513" y="41275"/>
          <p14:tracePt t="155226" x="555625" y="41275"/>
          <p14:tracePt t="155226" x="579438" y="47625"/>
          <p14:tracePt t="155226" x="603250" y="60325"/>
          <p14:tracePt t="155226" x="639763" y="65088"/>
          <p14:tracePt t="155226" x="657225" y="77788"/>
          <p14:tracePt t="155226" x="681038" y="84138"/>
          <p14:tracePt t="155226" x="706438" y="90488"/>
          <p14:tracePt t="155226" x="723900" y="95250"/>
          <p14:tracePt t="155226" x="747713" y="101600"/>
          <p14:tracePt t="155226" x="771525" y="107950"/>
          <p14:tracePt t="155226" x="795338" y="114300"/>
          <p14:tracePt t="155226" x="819150" y="125413"/>
          <p14:tracePt t="155226" x="842963" y="131763"/>
          <p14:tracePt t="155226" x="860425" y="138113"/>
          <p14:tracePt t="155226" x="885825" y="142875"/>
          <p14:tracePt t="155226" x="909638" y="155575"/>
          <p14:tracePt t="155226" x="927100" y="161925"/>
          <p14:tracePt t="155226" x="963613" y="173038"/>
          <p14:tracePt t="155226" x="987425" y="179388"/>
          <p14:tracePt t="155226" x="1004888" y="185738"/>
          <p14:tracePt t="155226" x="1028700" y="192088"/>
          <p14:tracePt t="155226" x="1039813" y="196850"/>
          <p14:tracePt t="155226" x="1065213" y="203200"/>
          <p14:tracePt t="155226" x="1089025" y="215900"/>
          <p14:tracePt t="155226" x="1112838" y="220663"/>
          <p14:tracePt t="155226" x="1130300" y="227013"/>
          <p14:tracePt t="155226" x="1154113" y="233363"/>
          <p14:tracePt t="155226" x="1177925" y="244475"/>
          <p14:tracePt t="155226" x="1201738" y="250825"/>
          <p14:tracePt t="155226" x="1244600" y="269875"/>
          <p14:tracePt t="155226" x="1268413" y="274638"/>
          <p14:tracePt t="155226" x="1292225" y="280988"/>
          <p14:tracePt t="155226" x="1316038" y="293688"/>
          <p14:tracePt t="155226" x="1346200" y="298450"/>
          <p14:tracePt t="155226" x="1370013" y="311150"/>
          <p14:tracePt t="155226" x="1393825" y="317500"/>
          <p14:tracePt t="155226" x="1417638" y="322263"/>
          <p14:tracePt t="155226" x="1441450" y="334963"/>
          <p14:tracePt t="155226" x="1465263" y="341313"/>
          <p14:tracePt t="155226" x="1489075" y="352425"/>
          <p14:tracePt t="155226" x="1512888" y="358775"/>
          <p14:tracePt t="155226" x="1543050" y="365125"/>
          <p14:tracePt t="155226" x="1566863" y="376238"/>
          <p14:tracePt t="155226" x="1590675" y="382588"/>
          <p14:tracePt t="155226" x="1614488" y="395288"/>
          <p14:tracePt t="155226" x="1638300" y="400050"/>
          <p14:tracePt t="155226" x="1668463" y="412750"/>
          <p14:tracePt t="155226" x="1698625" y="423863"/>
          <p14:tracePt t="155226" x="1722438" y="430213"/>
          <p14:tracePt t="155226" x="1752600" y="442913"/>
          <p14:tracePt t="155226" x="1782763" y="454025"/>
          <p14:tracePt t="155226" x="1800225" y="460375"/>
          <p14:tracePt t="155226" x="1830388" y="473075"/>
          <p14:tracePt t="155226" x="1860550" y="477838"/>
          <p14:tracePt t="155226" x="1895475" y="496888"/>
          <p14:tracePt t="155226" x="1925638" y="501650"/>
          <p14:tracePt t="155226" x="1949450" y="514350"/>
          <p14:tracePt t="155226" x="1973263" y="527050"/>
          <p14:tracePt t="155226" x="2003425" y="531813"/>
          <p14:tracePt t="155226" x="2027238" y="544513"/>
          <p14:tracePt t="155226" x="2057400" y="555625"/>
          <p14:tracePt t="155226" x="2105025" y="574675"/>
          <p14:tracePt t="155226" x="2135188" y="585788"/>
          <p14:tracePt t="155226" x="2170113" y="598488"/>
          <p14:tracePt t="155226" x="2200275" y="609600"/>
          <p14:tracePt t="155226" x="2224088" y="615950"/>
          <p14:tracePt t="155226" x="2254250" y="628650"/>
          <p14:tracePt t="155226" x="2284413" y="639763"/>
          <p14:tracePt t="155226" x="2314575" y="652463"/>
          <p14:tracePt t="155226" x="2344738" y="657225"/>
          <p14:tracePt t="155226" x="2374900" y="669925"/>
          <p14:tracePt t="155226" x="2409825" y="687388"/>
          <p14:tracePt t="155226" x="2439988" y="700088"/>
          <p14:tracePt t="155226" x="2476500" y="711200"/>
          <p14:tracePt t="155226" x="2505075" y="723900"/>
          <p14:tracePt t="155226" x="2517775" y="730250"/>
          <p14:tracePt t="155226" x="2547938" y="741363"/>
          <p14:tracePt t="155226" x="2601913" y="758825"/>
          <p14:tracePt t="155226" x="2632075" y="771525"/>
          <p14:tracePt t="155226" x="2667000" y="784225"/>
          <p14:tracePt t="155226" x="2690813" y="795338"/>
          <p14:tracePt t="155226" x="2727325" y="808038"/>
          <p14:tracePt t="155226" x="2757488" y="825500"/>
          <p14:tracePt t="155226" x="2774950" y="831850"/>
          <p14:tracePt t="155226" x="2811463" y="842963"/>
          <p14:tracePt t="155226" x="2870200" y="866775"/>
          <p14:tracePt t="155226" x="2900363" y="879475"/>
          <p14:tracePt t="155226" x="2936875" y="896938"/>
          <p14:tracePt t="155226" x="2967038" y="909638"/>
          <p14:tracePt t="155226" x="2995613" y="920750"/>
          <p14:tracePt t="155226" x="3025775" y="933450"/>
          <p14:tracePt t="155226" x="3043238" y="938213"/>
          <p14:tracePt t="155226" x="3079750" y="950913"/>
          <p14:tracePt t="155226" x="3140075" y="981075"/>
          <p14:tracePt t="155226" x="3170238" y="992188"/>
          <p14:tracePt t="155226" x="3205163" y="1004888"/>
          <p14:tracePt t="155226" x="3224213" y="1011238"/>
          <p14:tracePt t="155226" x="3252788" y="1022350"/>
          <p14:tracePt t="155226" x="3289300" y="1041400"/>
          <p14:tracePt t="155226" x="3313113" y="1052513"/>
          <p14:tracePt t="155226" x="3349625" y="1065213"/>
          <p14:tracePt t="155226" x="3397250" y="1082675"/>
          <p14:tracePt t="155226" x="3432175" y="1100138"/>
          <p14:tracePt t="155226" x="3468688" y="1112838"/>
          <p14:tracePt t="155226" x="3492500" y="1123950"/>
          <p14:tracePt t="155226" x="3529013" y="1136650"/>
          <p14:tracePt t="155226" x="3576638" y="1160463"/>
          <p14:tracePt t="155226" x="3611563" y="1171575"/>
          <p14:tracePt t="155226" x="3648075" y="1190625"/>
          <p14:tracePt t="155226" x="3671888" y="1201738"/>
          <p14:tracePt t="155226" x="3708400" y="1214438"/>
          <p14:tracePt t="155226" x="3756025" y="1231900"/>
          <p14:tracePt t="155226" x="3790950" y="1249363"/>
          <p14:tracePt t="155226" x="3827463" y="1262063"/>
          <p14:tracePt t="155226" x="3851275" y="1273175"/>
          <p14:tracePt t="155226" x="3887788" y="1285875"/>
          <p14:tracePt t="155226" x="3935413" y="1309688"/>
          <p14:tracePt t="155226" x="3970338" y="1322388"/>
          <p14:tracePt t="155226" x="4006850" y="1339850"/>
          <p14:tracePt t="155226" x="4030663" y="1346200"/>
          <p14:tracePt t="155226" x="4067175" y="1363663"/>
          <p14:tracePt t="155226" x="4114800" y="1381125"/>
          <p14:tracePt t="155226" x="4149725" y="1393825"/>
          <p14:tracePt t="155226" x="4186238" y="1411288"/>
          <p14:tracePt t="155226" x="4210050" y="1423988"/>
          <p14:tracePt t="155226" x="4246563" y="1435100"/>
          <p14:tracePt t="155226" x="4294188" y="1458913"/>
          <p14:tracePt t="155226" x="4329113" y="1471613"/>
          <p14:tracePt t="155226" x="4365625" y="1489075"/>
          <p14:tracePt t="155226" x="4389438" y="1495425"/>
          <p14:tracePt t="155226" x="4425950" y="1512888"/>
          <p14:tracePt t="155226" x="4473575" y="1530350"/>
          <p14:tracePt t="155226" x="4508500" y="1543050"/>
          <p14:tracePt t="155226" x="4545013" y="1560513"/>
          <p14:tracePt t="155226" x="4581525" y="1573213"/>
          <p14:tracePt t="155226" x="4616450" y="1584325"/>
          <p14:tracePt t="155226" x="4652963" y="1603375"/>
          <p14:tracePt t="155226" x="4664075" y="1608138"/>
          <p14:tracePt t="155226" x="4700588" y="1620838"/>
          <p14:tracePt t="155226" x="4730750" y="1633538"/>
          <p14:tracePt t="155226" x="4760913" y="1644650"/>
          <p14:tracePt t="155226" x="4795838" y="1657350"/>
          <p14:tracePt t="155226" x="4843463" y="1674813"/>
          <p14:tracePt t="155226" x="4879975" y="1692275"/>
          <p14:tracePt t="155226" x="4910138" y="1704975"/>
          <p14:tracePt t="155226" x="4940300" y="1709738"/>
          <p14:tracePt t="155226" x="4975225" y="1728788"/>
          <p14:tracePt t="155226" x="5022850" y="1746250"/>
          <p14:tracePt t="155226" x="5053013" y="1758950"/>
          <p14:tracePt t="155226" x="5089525" y="1770063"/>
          <p14:tracePt t="155226" x="5119688" y="1782763"/>
          <p14:tracePt t="155226" x="5149850" y="1793875"/>
          <p14:tracePt t="155226" x="5184775" y="1806575"/>
          <p14:tracePt t="155226" x="5202238" y="1812925"/>
          <p14:tracePt t="155226" x="5232400" y="1824038"/>
          <p14:tracePt t="155226" x="5262563" y="1836738"/>
          <p14:tracePt t="155226" x="5299075" y="1847850"/>
          <p14:tracePt t="155226" x="5329238" y="1860550"/>
          <p14:tracePt t="155226" x="5376863" y="1878013"/>
          <p14:tracePt t="155226" x="5407025" y="1890713"/>
          <p14:tracePt t="155226" x="5441950" y="1901825"/>
          <p14:tracePt t="155226" x="5472113" y="1914525"/>
          <p14:tracePt t="155226" x="5489575" y="1914525"/>
          <p14:tracePt t="155226" x="5519738" y="1925638"/>
          <p14:tracePt t="155226" x="5567363" y="1943100"/>
          <p14:tracePt t="155226" x="5591175" y="1949450"/>
          <p14:tracePt t="155226" x="5621338" y="1962150"/>
          <p14:tracePt t="155226" x="5668963" y="1973263"/>
          <p14:tracePt t="155226" x="5692775" y="1985963"/>
          <p14:tracePt t="155226" x="5722938" y="1997075"/>
          <p14:tracePt t="155226" x="5753100" y="2009775"/>
          <p14:tracePt t="155226" x="5776913" y="2016125"/>
          <p14:tracePt t="155226" x="5807075" y="2020888"/>
          <p14:tracePt t="155226" x="5843588" y="2039938"/>
          <p14:tracePt t="155226" x="5872163" y="2044700"/>
          <p14:tracePt t="155226" x="5895975" y="2057400"/>
          <p14:tracePt t="155226" x="5915025" y="2057400"/>
          <p14:tracePt t="155226" x="5938838" y="2070100"/>
          <p14:tracePt t="155226" x="5969000" y="2074863"/>
          <p14:tracePt t="155226" x="6016625" y="2093913"/>
          <p14:tracePt t="155226" x="6027738" y="2093913"/>
          <p14:tracePt t="155226" x="6057900" y="2105025"/>
          <p14:tracePt t="155226" x="6081713" y="2111375"/>
          <p14:tracePt t="155226" x="6118225" y="2122488"/>
          <p14:tracePt t="155226" x="6142038" y="2128838"/>
          <p14:tracePt t="155226" x="6165850" y="2135188"/>
          <p14:tracePt t="155226" x="6196013" y="2147888"/>
          <p14:tracePt t="155226" x="6230938" y="2152650"/>
          <p14:tracePt t="155226" x="6243638" y="2159000"/>
          <p14:tracePt t="155226" x="6267450" y="2165350"/>
          <p14:tracePt t="155226" x="6291263" y="2171700"/>
          <p14:tracePt t="155226" x="6315075" y="2176463"/>
          <p14:tracePt t="155226" x="6338888" y="2189163"/>
          <p14:tracePt t="155226" x="6375400" y="2195513"/>
          <p14:tracePt t="155226" x="6399213" y="2206625"/>
          <p14:tracePt t="155226" x="6423025" y="2212975"/>
          <p14:tracePt t="155226" x="6440488" y="2212975"/>
          <p14:tracePt t="155226" x="6464300" y="2219325"/>
          <p14:tracePt t="155226" x="6483350" y="2224088"/>
          <p14:tracePt t="155226" x="6511925" y="2236788"/>
          <p14:tracePt t="155226" x="6537325" y="2243138"/>
          <p14:tracePt t="155226" x="6554788" y="2243138"/>
          <p14:tracePt t="155226" x="6572250" y="2254250"/>
          <p14:tracePt t="155226" x="6596063" y="2254250"/>
          <p14:tracePt t="155226" x="6613525" y="2266950"/>
          <p14:tracePt t="155226" x="6632575" y="2266950"/>
          <p14:tracePt t="155226" x="6650038" y="2273300"/>
          <p14:tracePt t="155226" x="6667500" y="2278063"/>
          <p14:tracePt t="155226" x="6686550" y="2284413"/>
          <p14:tracePt t="155226" x="6704013" y="2290763"/>
          <p14:tracePt t="155226" x="6721475" y="2290763"/>
          <p14:tracePt t="155226" x="6740525" y="2297113"/>
          <p14:tracePt t="155226" x="6757988" y="2301875"/>
          <p14:tracePt t="155226" x="6775450" y="2301875"/>
          <p14:tracePt t="155226" x="6794500" y="2308225"/>
          <p14:tracePt t="155226" x="6805613" y="2314575"/>
          <p14:tracePt t="155226" x="6823075" y="2320925"/>
          <p14:tracePt t="155226" x="6846888" y="2327275"/>
          <p14:tracePt t="155226" x="6865938" y="2332038"/>
          <p14:tracePt t="155226" x="6877050" y="2332038"/>
          <p14:tracePt t="155226" x="6896100" y="2338388"/>
          <p14:tracePt t="155226" x="6907213" y="2344738"/>
          <p14:tracePt t="155226" x="6924675" y="2344738"/>
          <p14:tracePt t="155226" x="6937375" y="2351088"/>
          <p14:tracePt t="155226" x="6948488" y="2355850"/>
          <p14:tracePt t="155226" x="6967538" y="2355850"/>
          <p14:tracePt t="155226" x="6978650" y="2362200"/>
          <p14:tracePt t="155226" x="6985000" y="2362200"/>
          <p14:tracePt t="155226" x="6997700" y="2368550"/>
          <p14:tracePt t="155226" x="7008813" y="2368550"/>
          <p14:tracePt t="155226" x="7026275" y="2374900"/>
          <p14:tracePt t="155226" x="7038975" y="2374900"/>
          <p14:tracePt t="155226" x="7056438" y="2379663"/>
          <p14:tracePt t="155226" x="7069138" y="2386013"/>
          <p14:tracePt t="155226" x="7080250" y="2386013"/>
          <p14:tracePt t="155226" x="7092950" y="2392363"/>
          <p14:tracePt t="155226" x="7104063" y="2392363"/>
          <p14:tracePt t="155226" x="7116763" y="2398713"/>
          <p14:tracePt t="155226" x="7127875" y="2398713"/>
          <p14:tracePt t="155226" x="7140575" y="2405063"/>
          <p14:tracePt t="155226" x="7153275" y="2405063"/>
          <p14:tracePt t="155226" x="7164388" y="2409825"/>
          <p14:tracePt t="155226" x="7177088" y="2409825"/>
          <p14:tracePt t="155226" x="7188200" y="2416175"/>
          <p14:tracePt t="155226" x="7200900" y="2416175"/>
          <p14:tracePt t="155226" x="7205663" y="2422525"/>
          <p14:tracePt t="155226" x="7218363" y="2422525"/>
          <p14:tracePt t="155226" x="7231063" y="2428875"/>
          <p14:tracePt t="155226" x="7242175" y="2428875"/>
          <p14:tracePt t="155226" x="7254875" y="2433638"/>
          <p14:tracePt t="155226" x="7265988" y="2433638"/>
          <p14:tracePt t="155226" x="7278688" y="2439988"/>
          <p14:tracePt t="155226" x="7289800" y="2439988"/>
          <p14:tracePt t="155226" x="7302500" y="2446338"/>
          <p14:tracePt t="155226" x="7307263" y="2446338"/>
          <p14:tracePt t="155226" x="7319963" y="2446338"/>
          <p14:tracePt t="155226" x="7326313" y="2452688"/>
          <p14:tracePt t="155226" x="7337425" y="2452688"/>
          <p14:tracePt t="155226" x="7350125" y="2457450"/>
          <p14:tracePt t="155226" x="7356475" y="2457450"/>
          <p14:tracePt t="155226" x="7367588" y="2463800"/>
          <p14:tracePt t="155226" x="7380288" y="2463800"/>
          <p14:tracePt t="155226" x="7385050" y="2463800"/>
          <p14:tracePt t="155226" x="7391400" y="2470150"/>
          <p14:tracePt t="155226" x="7404100" y="2470150"/>
          <p14:tracePt t="155226" x="7410450" y="2470150"/>
          <p14:tracePt t="155226" x="7421563" y="2476500"/>
          <p14:tracePt t="155226" x="7427913" y="2476500"/>
          <p14:tracePt t="155226" x="7439025" y="2481263"/>
          <p14:tracePt t="155226" x="7445375" y="2481263"/>
          <p14:tracePt t="155226" x="7451725" y="2481263"/>
          <p14:tracePt t="155226" x="7462838" y="2481263"/>
          <p14:tracePt t="155226" x="7469188" y="2487613"/>
          <p14:tracePt t="155226" x="7481888" y="2487613"/>
          <p14:tracePt t="155226" x="7486650" y="2487613"/>
          <p14:tracePt t="155226" x="7499350" y="2493963"/>
          <p14:tracePt t="155226" x="7505700" y="2493963"/>
          <p14:tracePt t="155226" x="7516813" y="2493963"/>
          <p14:tracePt t="155226" x="7523163" y="2500313"/>
          <p14:tracePt t="155226" x="7529513" y="2500313"/>
          <p14:tracePt t="155226" x="7535863" y="2500313"/>
          <p14:tracePt t="155226" x="7540625" y="2500313"/>
          <p14:tracePt t="155226" x="7546975" y="2500313"/>
          <p14:tracePt t="155226" x="7553325" y="2506663"/>
          <p14:tracePt t="155226" x="7559675" y="2506663"/>
          <p14:tracePt t="155226" x="7564438" y="2506663"/>
          <p14:tracePt t="155226" x="7570788" y="2506663"/>
          <p14:tracePt t="155226" x="7583488" y="2511425"/>
          <p14:tracePt t="155226" x="7589838" y="2511425"/>
          <p14:tracePt t="155226" x="7594600" y="2511425"/>
          <p14:tracePt t="155226" x="7607300" y="2517775"/>
          <p14:tracePt t="155226" x="7613650" y="2517775"/>
          <p14:tracePt t="155226" x="7618413" y="2517775"/>
          <p14:tracePt t="155226" x="7624763" y="2517775"/>
          <p14:tracePt t="155226" x="7631113" y="2517775"/>
          <p14:tracePt t="155226" x="7637463" y="2517775"/>
          <p14:tracePt t="155226" x="7642225" y="2517775"/>
          <p14:tracePt t="155226" x="7648575" y="2517775"/>
          <p14:tracePt t="155226" x="7654925" y="2517775"/>
          <p14:tracePt t="155226" x="7654925" y="2524125"/>
          <p14:tracePt t="155226" x="7661275" y="2524125"/>
          <p14:tracePt t="155226" x="7667625" y="2524125"/>
          <p14:tracePt t="155226" x="7672388" y="2524125"/>
          <p14:tracePt t="155226" x="7678738" y="2524125"/>
          <p14:tracePt t="155226" x="7685088" y="2524125"/>
          <p14:tracePt t="155226" x="7691438" y="2530475"/>
          <p14:tracePt t="155226" x="7696200" y="2530475"/>
          <p14:tracePt t="155226" x="7702550" y="2530475"/>
          <p14:tracePt t="155226" x="7708900" y="2530475"/>
          <p14:tracePt t="155226" x="7715250" y="2530475"/>
          <p14:tracePt t="155226" x="7720013" y="2530475"/>
          <p14:tracePt t="155226" x="7726363" y="2530475"/>
          <p14:tracePt t="155226" x="7732713" y="2530475"/>
          <p14:tracePt t="155226" x="7739063" y="2530475"/>
          <p14:tracePt t="155226" x="7743825" y="2530475"/>
          <p14:tracePt t="155226" x="7750175" y="2530475"/>
          <p14:tracePt t="155226" x="7756525" y="2530475"/>
          <p14:tracePt t="155226" x="7762875" y="2530475"/>
          <p14:tracePt t="155226" x="7769225" y="2530475"/>
          <p14:tracePt t="155226" x="7773988" y="2530475"/>
          <p14:tracePt t="155226" x="7780338" y="2530475"/>
          <p14:tracePt t="155226" x="7780338" y="2535238"/>
          <p14:tracePt t="155226" x="7786688" y="2535238"/>
          <p14:tracePt t="155226" x="7793038" y="2535238"/>
          <p14:tracePt t="155226" x="7797800" y="2535238"/>
          <p14:tracePt t="155226" x="7804150" y="2535238"/>
          <p14:tracePt t="155226" x="7810500" y="2535238"/>
          <p14:tracePt t="155226" x="7816850" y="2541588"/>
          <p14:tracePt t="155226" x="7821613" y="2541588"/>
          <p14:tracePt t="155226" x="7827963" y="2541588"/>
          <p14:tracePt t="155226" x="7834313" y="2541588"/>
          <p14:tracePt t="155226" x="7840663" y="2541588"/>
          <p14:tracePt t="155226" x="7847013" y="2547938"/>
          <p14:tracePt t="155226" x="7851775" y="2547938"/>
          <p14:tracePt t="155226" x="7858125" y="2547938"/>
          <p14:tracePt t="155226" x="7864475" y="2547938"/>
          <p14:tracePt t="155226" x="7870825" y="2547938"/>
          <p14:tracePt t="155226" x="7875588" y="2547938"/>
          <p14:tracePt t="155226" x="7881938" y="2554288"/>
          <p14:tracePt t="155226" x="7888288" y="2554288"/>
          <p14:tracePt t="155226" x="7894638" y="2554288"/>
          <p14:tracePt t="155226" x="7899400" y="2559050"/>
          <p14:tracePt t="155226" x="7905750" y="2559050"/>
          <p14:tracePt t="155226" x="7912100" y="2559050"/>
          <p14:tracePt t="155226" x="7923213" y="2559050"/>
          <p14:tracePt t="155226" x="7929563" y="2559050"/>
          <p14:tracePt t="155226" x="7935913" y="2565400"/>
          <p14:tracePt t="155226" x="7948613" y="2565400"/>
          <p14:tracePt t="155226" x="7953375" y="2571750"/>
          <p14:tracePt t="155226" x="7959725" y="2571750"/>
          <p14:tracePt t="155226" x="7972425" y="2571750"/>
          <p14:tracePt t="155226" x="7983538" y="2571750"/>
          <p14:tracePt t="155226" x="7989888" y="2578100"/>
          <p14:tracePt t="155226" x="8001000" y="2578100"/>
          <p14:tracePt t="155226" x="8007350" y="2578100"/>
          <p14:tracePt t="155226" x="8020050" y="2584450"/>
          <p14:tracePt t="155226" x="8031163" y="2584450"/>
          <p14:tracePt t="155226" x="8037513" y="2584450"/>
          <p14:tracePt t="155226" x="8050213" y="2589213"/>
          <p14:tracePt t="155226" x="8067675" y="2589213"/>
          <p14:tracePt t="155226" x="8074025" y="2589213"/>
          <p14:tracePt t="155226" x="8085138" y="2589213"/>
          <p14:tracePt t="155226" x="8097838" y="2595563"/>
          <p14:tracePt t="155226" x="8108950" y="2595563"/>
          <p14:tracePt t="155226" x="8121650" y="2595563"/>
          <p14:tracePt t="155226" x="8132763" y="2595563"/>
          <p14:tracePt t="155226" x="8139113" y="2601913"/>
          <p14:tracePt t="155226" x="8156575" y="2601913"/>
          <p14:tracePt t="155226" x="8169275" y="2601913"/>
          <p14:tracePt t="155226" x="8180388" y="2601913"/>
          <p14:tracePt t="155226" x="8193088" y="2601913"/>
          <p14:tracePt t="155226" x="8205788" y="2601913"/>
          <p14:tracePt t="155226" x="8216900" y="2601913"/>
          <p14:tracePt t="155226" x="8240713" y="2608263"/>
          <p14:tracePt t="155226" x="8253413" y="2608263"/>
          <p14:tracePt t="155226" x="8270875" y="2608263"/>
          <p14:tracePt t="155226" x="8283575" y="2608263"/>
          <p14:tracePt t="155226" x="8288338" y="2608263"/>
          <p14:tracePt t="155226" x="8301038" y="2608263"/>
          <p14:tracePt t="155226" x="8312150" y="2608263"/>
          <p14:tracePt t="155226" x="8331200" y="2608263"/>
          <p14:tracePt t="155226" x="8342313" y="2608263"/>
          <p14:tracePt t="155226" x="8361363" y="2608263"/>
          <p14:tracePt t="155226" x="8372475" y="2608263"/>
          <p14:tracePt t="155226" x="8389938" y="2608263"/>
          <p14:tracePt t="155226" x="8408988" y="2608263"/>
          <p14:tracePt t="155226" x="8420100" y="2608263"/>
          <p14:tracePt t="155226" x="8443913" y="2608263"/>
          <p14:tracePt t="155226" x="8456613" y="2608263"/>
          <p14:tracePt t="155226" x="8462963" y="2608263"/>
          <p14:tracePt t="155226" x="8486775" y="2608263"/>
          <p14:tracePt t="155226" x="8504238" y="2608263"/>
          <p14:tracePt t="155226" x="8521700" y="2608263"/>
          <p14:tracePt t="155226" x="8534400" y="2608263"/>
          <p14:tracePt t="155226" x="8551863" y="2608263"/>
          <p14:tracePt t="155226" x="8564563" y="2608263"/>
          <p14:tracePt t="155226" x="8575675" y="2608263"/>
          <p14:tracePt t="155226" x="8588375" y="2608263"/>
          <p14:tracePt t="155226" x="8605838" y="2608263"/>
          <p14:tracePt t="155226" x="8623300" y="2608263"/>
          <p14:tracePt t="155226" x="8642350" y="2608263"/>
          <p14:tracePt t="155226" x="8653463" y="2608263"/>
          <p14:tracePt t="155226" x="8670925" y="2608263"/>
          <p14:tracePt t="155226" x="8689975" y="2608263"/>
          <p14:tracePt t="155226" x="8701088" y="2608263"/>
          <p14:tracePt t="155226" x="8720138" y="2608263"/>
          <p14:tracePt t="155226" x="8737600" y="2608263"/>
          <p14:tracePt t="155226" x="8755063" y="2608263"/>
          <p14:tracePt t="155226" x="8767763" y="2608263"/>
          <p14:tracePt t="155226" x="8791575" y="2608263"/>
          <p14:tracePt t="155226" x="8809038" y="2608263"/>
          <p14:tracePt t="155226" x="8826500" y="2608263"/>
          <p14:tracePt t="155226" x="8839200" y="2608263"/>
          <p14:tracePt t="155226" x="8856663" y="2608263"/>
          <p14:tracePt t="155226" x="8874125" y="2608263"/>
          <p14:tracePt t="155226" x="8893175" y="2608263"/>
          <p14:tracePt t="155226" x="8910638" y="2608263"/>
          <p14:tracePt t="155226" x="8923338" y="2608263"/>
          <p14:tracePt t="155226" x="8940800" y="2608263"/>
          <p14:tracePt t="155226" x="8958263" y="2608263"/>
          <p14:tracePt t="155226" x="8977313" y="2608263"/>
          <p14:tracePt t="155226" x="8994775" y="2608263"/>
          <p14:tracePt t="155226" x="9012238" y="2608263"/>
          <p14:tracePt t="155226" x="9024938" y="2608263"/>
          <p14:tracePt t="155226" x="9042400" y="2608263"/>
          <p14:tracePt t="155226" x="9059863" y="2608263"/>
          <p14:tracePt t="155226" x="9078913" y="2608263"/>
          <p14:tracePt t="155226" x="9096375" y="2608263"/>
          <p14:tracePt t="155226" x="9113838" y="2608263"/>
          <p14:tracePt t="155226" x="9126538" y="2608263"/>
          <p14:tracePt t="155226" x="9107488" y="2487613"/>
          <p14:tracePt t="155226" x="9083675" y="2487613"/>
          <p14:tracePt t="155226" x="9042400" y="2481263"/>
          <p14:tracePt t="155226" x="9018588" y="2476500"/>
          <p14:tracePt t="155226" x="8994775" y="2476500"/>
          <p14:tracePt t="155226" x="8977313" y="2476500"/>
          <p14:tracePt t="155226" x="8951913" y="2470150"/>
          <p14:tracePt t="155226" x="8928100" y="2470150"/>
          <p14:tracePt t="155226" x="8904288" y="2463800"/>
          <p14:tracePt t="155226" x="8880475" y="2463800"/>
          <p14:tracePt t="155226" x="8863013" y="2457450"/>
          <p14:tracePt t="155226" x="8839200" y="2457450"/>
          <p14:tracePt t="155226" x="8815388" y="2452688"/>
          <p14:tracePt t="155226" x="8778875" y="2446338"/>
          <p14:tracePt t="155226" x="8748713" y="2446338"/>
          <p14:tracePt t="155226" x="8724900" y="2439988"/>
          <p14:tracePt t="155226" x="8701088" y="2439988"/>
          <p14:tracePt t="155226" x="8659813" y="2433638"/>
          <p14:tracePt t="155226" x="8636000" y="2428875"/>
          <p14:tracePt t="155226" x="8605838" y="2428875"/>
          <p14:tracePt t="155226" x="8575675" y="2422525"/>
          <p14:tracePt t="155226" x="8558213" y="2422525"/>
          <p14:tracePt t="155226" x="8528050" y="2416175"/>
          <p14:tracePt t="155226" x="8504238" y="2409825"/>
          <p14:tracePt t="155226" x="8474075" y="2409825"/>
          <p14:tracePt t="155226" x="8456613" y="2405063"/>
          <p14:tracePt t="155226" x="8426450" y="2398713"/>
          <p14:tracePt t="155226" x="8378825" y="2392363"/>
          <p14:tracePt t="155226" x="8348663" y="2386013"/>
          <p14:tracePt t="155226" x="8318500" y="2386013"/>
          <p14:tracePt t="155226" x="8294688" y="2379663"/>
          <p14:tracePt t="155226" x="8270875" y="2374900"/>
          <p14:tracePt t="155226" x="8240713" y="2374900"/>
          <p14:tracePt t="155226" x="8216900" y="2368550"/>
          <p14:tracePt t="155226" x="8169275" y="2362200"/>
          <p14:tracePt t="155226" x="8139113" y="2362200"/>
          <p14:tracePt t="155226" x="8108950" y="2355850"/>
          <p14:tracePt t="155226" x="8091488" y="2351088"/>
          <p14:tracePt t="155226" x="8061325" y="2344738"/>
          <p14:tracePt t="155226" x="8031163" y="2344738"/>
          <p14:tracePt t="155226" x="8001000" y="2338388"/>
          <p14:tracePt t="155226" x="7959725" y="2332038"/>
          <p14:tracePt t="155226" x="7929563" y="2327275"/>
          <p14:tracePt t="155226" x="7899400" y="2327275"/>
          <p14:tracePt t="155226" x="7870825" y="2320925"/>
          <p14:tracePt t="155226" x="7851775" y="2314575"/>
          <p14:tracePt t="155226" x="7821613" y="2314575"/>
          <p14:tracePt t="155226" x="7793038" y="2308225"/>
          <p14:tracePt t="155226" x="7750175" y="2301875"/>
          <p14:tracePt t="155226" x="7715250" y="2297113"/>
          <p14:tracePt t="155226" x="7685088" y="2290763"/>
          <p14:tracePt t="155226" x="7667625" y="2290763"/>
          <p14:tracePt t="155226" x="7637463" y="2284413"/>
          <p14:tracePt t="155226" x="7607300" y="2278063"/>
          <p14:tracePt t="155226" x="7577138" y="2273300"/>
          <p14:tracePt t="155226" x="7535863" y="2266950"/>
          <p14:tracePt t="155226" x="7505700" y="2260600"/>
          <p14:tracePt t="155226" x="7475538" y="2260600"/>
          <p14:tracePt t="155226" x="7445375" y="2254250"/>
          <p14:tracePt t="155226" x="7421563" y="2249488"/>
          <p14:tracePt t="155226" x="7332663" y="2236788"/>
          <p14:tracePt t="155226" x="7319963" y="2236788"/>
          <p14:tracePt t="155226" x="7289800" y="2230438"/>
          <p14:tracePt t="155226" x="7242175" y="2219325"/>
          <p14:tracePt t="155226" x="7212013" y="2212975"/>
          <p14:tracePt t="155226" x="7181850" y="2212975"/>
          <p14:tracePt t="155226" x="7146925" y="2206625"/>
          <p14:tracePt t="155226" x="7134225" y="2200275"/>
          <p14:tracePt t="155226" x="7104063" y="2200275"/>
          <p14:tracePt t="155226" x="7062788" y="2189163"/>
          <p14:tracePt t="155226" x="7026275" y="2189163"/>
          <p14:tracePt t="155226" x="6997700" y="2182813"/>
          <p14:tracePt t="155226" x="6967538" y="2176463"/>
          <p14:tracePt t="155226" x="6924675" y="2171700"/>
          <p14:tracePt t="155226" x="6889750" y="2165350"/>
          <p14:tracePt t="155226" x="6859588" y="2159000"/>
          <p14:tracePt t="155226" x="6829425" y="2152650"/>
          <p14:tracePt t="155226" x="6818313" y="2152650"/>
          <p14:tracePt t="155226" x="6781800" y="2147888"/>
          <p14:tracePt t="155226" x="6751638" y="2141538"/>
          <p14:tracePt t="155226" x="6710363" y="2135188"/>
          <p14:tracePt t="155226" x="6673850" y="2128838"/>
          <p14:tracePt t="155226" x="6632575" y="2122488"/>
          <p14:tracePt t="155226" x="6602413" y="2117725"/>
          <p14:tracePt t="155226" x="6565900" y="2111375"/>
          <p14:tracePt t="155226" x="6537325" y="2105025"/>
          <p14:tracePt t="155226" x="6524625" y="2105025"/>
          <p14:tracePt t="155226" x="6494463" y="2098675"/>
          <p14:tracePt t="155226" x="6446838" y="2087563"/>
          <p14:tracePt t="155226" x="6416675" y="2081213"/>
          <p14:tracePt t="155226" x="6386513" y="2074863"/>
          <p14:tracePt t="155226" x="6345238" y="2070100"/>
          <p14:tracePt t="155226" x="6308725" y="2063750"/>
          <p14:tracePt t="155226" x="6280150" y="2057400"/>
          <p14:tracePt t="155226" x="6267450" y="2057400"/>
          <p14:tracePt t="155226" x="6230938" y="2051050"/>
          <p14:tracePt t="155226" x="6202363" y="2044700"/>
          <p14:tracePt t="155226" x="6159500" y="2039938"/>
          <p14:tracePt t="155226" x="6129338" y="2033588"/>
          <p14:tracePt t="155226" x="6094413" y="2027238"/>
          <p14:tracePt t="155226" x="6051550" y="2016125"/>
          <p14:tracePt t="155226" x="6022975" y="2009775"/>
          <p14:tracePt t="155226" x="5986463" y="2003425"/>
          <p14:tracePt t="155226" x="5949950" y="1997075"/>
          <p14:tracePt t="155226" x="5945188" y="1997075"/>
          <p14:tracePt t="155226" x="5908675" y="1992313"/>
          <p14:tracePt t="155226" x="5843588" y="1979613"/>
          <p14:tracePt t="155226" x="5837238" y="1979613"/>
          <p14:tracePt t="155226" x="5800725" y="1966913"/>
          <p14:tracePt t="155226" x="5759450" y="1962150"/>
          <p14:tracePt t="155226" x="5722938" y="1955800"/>
          <p14:tracePt t="155226" x="5692775" y="1949450"/>
          <p14:tracePt t="155226" x="5657850" y="1943100"/>
          <p14:tracePt t="155226" x="5614988" y="1931988"/>
          <p14:tracePt t="155226" x="5597525" y="1931988"/>
          <p14:tracePt t="155226" x="5561013" y="1919288"/>
          <p14:tracePt t="155226" x="5508625" y="1914525"/>
          <p14:tracePt t="155226" x="5472113" y="1908175"/>
          <p14:tracePt t="155226" x="5435600" y="1895475"/>
          <p14:tracePt t="155226" x="5411788" y="1895475"/>
          <p14:tracePt t="155226" x="5376863" y="1884363"/>
          <p14:tracePt t="155226" x="5322888" y="1878013"/>
          <p14:tracePt t="155226" x="5286375" y="1865313"/>
          <p14:tracePt t="155226" x="5251450" y="1860550"/>
          <p14:tracePt t="155226" x="5227638" y="1860550"/>
          <p14:tracePt t="155226" x="5191125" y="1847850"/>
          <p14:tracePt t="155226" x="5154613" y="1841500"/>
          <p14:tracePt t="155226" x="5130800" y="1836738"/>
          <p14:tracePt t="155226" x="5095875" y="1830388"/>
          <p14:tracePt t="155226" x="5041900" y="1817688"/>
          <p14:tracePt t="155226" x="5005388" y="1812925"/>
          <p14:tracePt t="155226" x="4970463" y="1806575"/>
          <p14:tracePt t="155226" x="4945063" y="1800225"/>
          <p14:tracePt t="155226" x="4910138" y="1793875"/>
          <p14:tracePt t="155226" x="4873625" y="1787525"/>
          <p14:tracePt t="155226" x="4849813" y="1782763"/>
          <p14:tracePt t="155226" x="4814888" y="1776413"/>
          <p14:tracePt t="155226" x="4760913" y="1763713"/>
          <p14:tracePt t="155226" x="4724400" y="1758950"/>
          <p14:tracePt t="155226" x="4687888" y="1752600"/>
          <p14:tracePt t="155226" x="4664075" y="1746250"/>
          <p14:tracePt t="155226" x="4629150" y="1739900"/>
          <p14:tracePt t="155226" x="4575175" y="1728788"/>
          <p14:tracePt t="155226" x="4538663" y="1722438"/>
          <p14:tracePt t="155226" x="4503738" y="1716088"/>
          <p14:tracePt t="155226" x="4479925" y="1709738"/>
          <p14:tracePt t="155226" x="4443413" y="1704975"/>
          <p14:tracePt t="155226" x="4413250" y="1698625"/>
          <p14:tracePt t="155226" x="4389438" y="1692275"/>
          <p14:tracePt t="155226" x="4352925" y="1685925"/>
          <p14:tracePt t="155226" x="4294188" y="1674813"/>
          <p14:tracePt t="155226" x="4264025" y="1668463"/>
          <p14:tracePt t="155226" x="4227513" y="1662113"/>
          <p14:tracePt t="155226" x="4203700" y="1657350"/>
          <p14:tracePt t="155226" x="4173538" y="1651000"/>
          <p14:tracePt t="155226" x="4138613" y="1644650"/>
          <p14:tracePt t="155226" x="4114800" y="1638300"/>
          <p14:tracePt t="155226" x="4078288" y="1633538"/>
          <p14:tracePt t="155226" x="4048125" y="1627188"/>
          <p14:tracePt t="155226" x="4019550" y="1627188"/>
          <p14:tracePt t="155226" x="3989388" y="1620838"/>
          <p14:tracePt t="155226" x="3929063" y="1608138"/>
          <p14:tracePt t="155226" x="3892550" y="1603375"/>
          <p14:tracePt t="155226" x="3863975" y="1597025"/>
          <p14:tracePt t="155226" x="3840163" y="1590675"/>
          <p14:tracePt t="155226" x="3803650" y="1584325"/>
          <p14:tracePt t="155226" x="3773488" y="1584325"/>
          <p14:tracePt t="155226" x="3743325" y="1579563"/>
          <p14:tracePt t="155226" x="3713163" y="1573213"/>
          <p14:tracePt t="155226" x="3684588" y="1566863"/>
          <p14:tracePt t="155226" x="3654425" y="1560513"/>
          <p14:tracePt t="155226" x="3624263" y="1560513"/>
          <p14:tracePt t="155226" x="3600450" y="1555750"/>
          <p14:tracePt t="155226" x="3563938" y="1549400"/>
          <p14:tracePt t="155226" x="3540125" y="1549400"/>
          <p14:tracePt t="155226" x="3516313" y="1543050"/>
          <p14:tracePt t="155226" x="3486150" y="1536700"/>
          <p14:tracePt t="155226" x="3475038" y="1536700"/>
          <p14:tracePt t="155226" x="3451225" y="1530350"/>
          <p14:tracePt t="155226" x="3421063" y="1525588"/>
          <p14:tracePt t="155226" x="3397250" y="1525588"/>
          <p14:tracePt t="155226" x="3360738" y="1519238"/>
          <p14:tracePt t="155226" x="3336925" y="1512888"/>
          <p14:tracePt t="155226" x="3313113" y="1512888"/>
          <p14:tracePt t="155226" x="3271838" y="1506538"/>
          <p14:tracePt t="155226" x="3248025" y="1501775"/>
          <p14:tracePt t="155226" x="3217863" y="1501775"/>
          <p14:tracePt t="155226" x="3194050" y="1495425"/>
          <p14:tracePt t="155226" x="3170238" y="1489075"/>
          <p14:tracePt t="155226" x="3163888" y="1489075"/>
          <p14:tracePt t="155226" x="3133725" y="1489075"/>
          <p14:tracePt t="155226" x="3116263" y="1482725"/>
          <p14:tracePt t="155226" x="3092450" y="1482725"/>
          <p14:tracePt t="155226" x="3043238" y="1477963"/>
          <p14:tracePt t="155226" x="3025775" y="1471613"/>
          <p14:tracePt t="155226" x="3001963" y="1471613"/>
          <p14:tracePt t="155226" x="2960688" y="1465263"/>
          <p14:tracePt t="155226" x="2941638" y="1458913"/>
          <p14:tracePt t="155226" x="2917825" y="1458913"/>
          <p14:tracePt t="155226" x="2900363" y="1458913"/>
          <p14:tracePt t="155226" x="2876550" y="1452563"/>
          <p14:tracePt t="155226" x="2870200" y="1452563"/>
          <p14:tracePt t="155226" x="2852738" y="1452563"/>
          <p14:tracePt t="155226" x="2828925" y="1447800"/>
          <p14:tracePt t="155226" x="2811463" y="1447800"/>
          <p14:tracePt t="155226" x="2768600" y="1441450"/>
          <p14:tracePt t="155226" x="2751138" y="1435100"/>
          <p14:tracePt t="155226" x="2733675" y="1435100"/>
          <p14:tracePt t="155226" x="2697163" y="1428750"/>
          <p14:tracePt t="155226" x="2679700" y="1428750"/>
          <p14:tracePt t="155226" x="2655888" y="1423988"/>
          <p14:tracePt t="155226" x="2636838" y="1423988"/>
          <p14:tracePt t="155226" x="2619375" y="1423988"/>
          <p14:tracePt t="155226" x="2606675" y="1417638"/>
          <p14:tracePt t="155226" x="2589213" y="1417638"/>
          <p14:tracePt t="155226" x="2578100" y="1417638"/>
          <p14:tracePt t="155226" x="2559050" y="1411288"/>
          <p14:tracePt t="155226" x="2554288" y="1411288"/>
          <p14:tracePt t="155226" x="2541588" y="1411288"/>
          <p14:tracePt t="155226" x="2524125" y="1411288"/>
          <p14:tracePt t="155226" x="2511425" y="1404938"/>
          <p14:tracePt t="155226" x="2500313" y="1404938"/>
          <p14:tracePt t="155226" x="2487613" y="1404938"/>
          <p14:tracePt t="155226" x="2476500" y="1400175"/>
          <p14:tracePt t="155226" x="2463800" y="1400175"/>
          <p14:tracePt t="155226" x="2446338" y="1400175"/>
          <p14:tracePt t="155226" x="2439988" y="1400175"/>
          <p14:tracePt t="155226" x="2427288" y="1393825"/>
          <p14:tracePt t="155226" x="2416175" y="1393825"/>
          <p14:tracePt t="155226" x="2403475" y="1393825"/>
          <p14:tracePt t="155226" x="2398713" y="1387475"/>
          <p14:tracePt t="155226" x="2374900" y="1387475"/>
          <p14:tracePt t="155226" x="2368550" y="1387475"/>
          <p14:tracePt t="155226" x="2355850" y="1381125"/>
          <p14:tracePt t="155226" x="2349500" y="1381125"/>
          <p14:tracePt t="155226" x="2338388" y="1381125"/>
          <p14:tracePt t="155226" x="2332038" y="1376363"/>
          <p14:tracePt t="155226" x="2325688" y="1376363"/>
          <p14:tracePt t="155226" x="2314575" y="1376363"/>
          <p14:tracePt t="155226" x="2308225" y="1376363"/>
          <p14:tracePt t="155226" x="2301875" y="1376363"/>
          <p14:tracePt t="155226" x="2297113" y="1370013"/>
          <p14:tracePt t="155226" x="2290763" y="1370013"/>
          <p14:tracePt t="155226" x="2284413" y="1370013"/>
          <p14:tracePt t="155226" x="2278063" y="1370013"/>
          <p14:tracePt t="155226" x="2273300" y="1363663"/>
          <p14:tracePt t="155226" x="2266950" y="1363663"/>
          <p14:tracePt t="155226" x="2260600" y="1363663"/>
          <p14:tracePt t="155226" x="2254250" y="1363663"/>
          <p14:tracePt t="155226" x="2247900" y="1363663"/>
          <p14:tracePt t="155226" x="2247900" y="1357313"/>
          <p14:tracePt t="155226" x="2243138" y="1357313"/>
          <p14:tracePt t="155226" x="2236788" y="1357313"/>
          <p14:tracePt t="155226" x="2230438" y="1357313"/>
          <p14:tracePt t="155226" x="2230438" y="1350963"/>
          <p14:tracePt t="155226" x="2224088" y="1350963"/>
          <p14:tracePt t="155226" x="2219325" y="1350963"/>
          <p14:tracePt t="155226" x="2212975" y="1350963"/>
          <p14:tracePt t="155226" x="2212975" y="1346200"/>
          <p14:tracePt t="155226" x="2206625" y="1350963"/>
          <p14:tracePt t="155226" x="2200275" y="1350963"/>
          <p14:tracePt t="155226" x="2200275" y="1357313"/>
          <p14:tracePt t="155226" x="2195513" y="1357313"/>
          <p14:tracePt t="155226" x="2189163" y="1357313"/>
          <p14:tracePt t="155226" x="2189163" y="1363663"/>
          <p14:tracePt t="155226" x="2182813" y="1363663"/>
          <p14:tracePt t="155226" x="2176463" y="1363663"/>
          <p14:tracePt t="155226" x="2170113" y="1370013"/>
          <p14:tracePt t="155226" x="2165350" y="1370013"/>
          <p14:tracePt t="155226" x="2159000" y="1370013"/>
          <p14:tracePt t="155226" x="2152650" y="1370013"/>
          <p14:tracePt t="155226" x="2146300" y="1370013"/>
          <p14:tracePt t="155226" x="2141538" y="1376363"/>
          <p14:tracePt t="155226" x="2135188" y="1376363"/>
          <p14:tracePt t="155226" x="2128838" y="1376363"/>
          <p14:tracePt t="155226" x="2122488" y="1376363"/>
          <p14:tracePt t="155226" x="2117725" y="1376363"/>
          <p14:tracePt t="155226" x="2111375" y="1376363"/>
          <p14:tracePt t="155226" x="2098675" y="1376363"/>
          <p14:tracePt t="155226" x="2098675" y="1381125"/>
          <p14:tracePt t="155226" x="2093913" y="1381125"/>
          <p14:tracePt t="155226" x="2087563" y="1381125"/>
          <p14:tracePt t="155226" x="2081213" y="1381125"/>
          <p14:tracePt t="155226" x="2074863" y="1381125"/>
          <p14:tracePt t="155226" x="2068513" y="1381125"/>
          <p14:tracePt t="155226" x="2063750" y="1381125"/>
          <p14:tracePt t="155226" x="2057400" y="1387475"/>
          <p14:tracePt t="155226" x="2044700" y="1387475"/>
          <p14:tracePt t="155226" x="2039938" y="1387475"/>
          <p14:tracePt t="155226" x="2033588" y="1387475"/>
          <p14:tracePt t="155226" x="2020888" y="1387475"/>
          <p14:tracePt t="155226" x="2016125" y="1387475"/>
          <p14:tracePt t="155226" x="2003425" y="1387475"/>
          <p14:tracePt t="155226" x="1997075" y="1387475"/>
          <p14:tracePt t="155226" x="1990725" y="1387475"/>
          <p14:tracePt t="155226" x="1979613" y="1387475"/>
          <p14:tracePt t="155226" x="1973263" y="1387475"/>
          <p14:tracePt t="155226" x="1966913" y="1387475"/>
          <p14:tracePt t="155226" x="1955800" y="1387475"/>
          <p14:tracePt t="155226" x="1949450" y="1387475"/>
          <p14:tracePt t="155226" x="1943100" y="1387475"/>
          <p14:tracePt t="155226" x="1931988" y="1387475"/>
          <p14:tracePt t="155226" x="1925638" y="1387475"/>
          <p14:tracePt t="155226" x="1912938" y="1387475"/>
          <p14:tracePt t="155226" x="1908175" y="1387475"/>
          <p14:tracePt t="155226" x="1901825" y="1387475"/>
          <p14:tracePt t="155226" x="1889125" y="1387475"/>
          <p14:tracePt t="155226" x="1871663" y="1387475"/>
          <p14:tracePt t="155226" x="1865313" y="1387475"/>
          <p14:tracePt t="155226" x="1854200" y="1387475"/>
          <p14:tracePt t="155226" x="1847850" y="1387475"/>
          <p14:tracePt t="155226" x="1836738" y="1387475"/>
          <p14:tracePt t="155226" x="1824038" y="1381125"/>
          <p14:tracePt t="155226" x="1817688" y="1381125"/>
          <p14:tracePt t="155226" x="1806575" y="1381125"/>
          <p14:tracePt t="155226" x="1800225" y="1381125"/>
          <p14:tracePt t="155226" x="1787525" y="1381125"/>
          <p14:tracePt t="155226" x="1776413" y="1381125"/>
          <p14:tracePt t="155226" x="1770063" y="1381125"/>
          <p14:tracePt t="155226" x="1758950" y="1381125"/>
          <p14:tracePt t="155226" x="1746250" y="1376363"/>
          <p14:tracePt t="155226" x="1733550" y="1376363"/>
          <p14:tracePt t="155226" x="1728788" y="1376363"/>
          <p14:tracePt t="155226" x="1716088" y="1370013"/>
          <p14:tracePt t="155226" x="1704975" y="1370013"/>
          <p14:tracePt t="155226" x="1698625" y="1370013"/>
          <p14:tracePt t="155226" x="1685925" y="1370013"/>
          <p14:tracePt t="155226" x="1674813" y="1370013"/>
          <p14:tracePt t="155226" x="1662113" y="1370013"/>
          <p14:tracePt t="155226" x="1657350" y="1363663"/>
          <p14:tracePt t="155226" x="1644650" y="1363663"/>
          <p14:tracePt t="155226" x="1631950" y="1363663"/>
          <p14:tracePt t="155226" x="1620838" y="1357313"/>
          <p14:tracePt t="155226" x="1614488" y="1357313"/>
          <p14:tracePt t="155226" x="1603375" y="1357313"/>
          <p14:tracePt t="155226" x="1590675" y="1357313"/>
          <p14:tracePt t="155226" x="1579563" y="1350963"/>
          <p14:tracePt t="155226" x="1573213" y="1350963"/>
          <p14:tracePt t="155226" x="1560513" y="1350963"/>
          <p14:tracePt t="155226" x="1549400" y="1346200"/>
          <p14:tracePt t="155226" x="1543050" y="1346200"/>
          <p14:tracePt t="155226" x="1530350" y="1346200"/>
          <p14:tracePt t="155226" x="1519238" y="1339850"/>
          <p14:tracePt t="155226" x="1512888" y="1339850"/>
          <p14:tracePt t="155226" x="1501775" y="1339850"/>
          <p14:tracePt t="155226" x="1489075" y="1333500"/>
          <p14:tracePt t="155226" x="1482725" y="1333500"/>
          <p14:tracePt t="155226" x="1471613" y="1327150"/>
          <p14:tracePt t="155226" x="1458913" y="1327150"/>
          <p14:tracePt t="155226" x="1452563" y="1327150"/>
          <p14:tracePt t="155226" x="1441450" y="1322388"/>
          <p14:tracePt t="155226" x="1435100" y="1322388"/>
          <p14:tracePt t="155226" x="1423988" y="1316038"/>
          <p14:tracePt t="155226" x="1411288" y="1316038"/>
          <p14:tracePt t="155226" x="1404938" y="1316038"/>
          <p14:tracePt t="155226" x="1393825" y="1309688"/>
          <p14:tracePt t="155226" x="1381125" y="1309688"/>
          <p14:tracePt t="155226" x="1374775" y="1303338"/>
          <p14:tracePt t="155226" x="1363663" y="1298575"/>
          <p14:tracePt t="155226" x="1350963" y="1298575"/>
          <p14:tracePt t="155226" x="1339850" y="1292225"/>
          <p14:tracePt t="155226" x="1333500" y="1292225"/>
          <p14:tracePt t="155226" x="1327150" y="1285875"/>
          <p14:tracePt t="155226" x="1316038" y="1285875"/>
          <p14:tracePt t="155226" x="1303338" y="1279525"/>
          <p14:tracePt t="155226" x="1296988" y="1279525"/>
          <p14:tracePt t="155226" x="1292225" y="1273175"/>
          <p14:tracePt t="155226" x="1279525" y="1273175"/>
          <p14:tracePt t="155226" x="1273175" y="1268413"/>
          <p14:tracePt t="155226" x="1262063" y="1262063"/>
          <p14:tracePt t="155226" x="1255713" y="1262063"/>
          <p14:tracePt t="155226" x="1249363" y="1262063"/>
          <p14:tracePt t="155226" x="1238250" y="1255713"/>
          <p14:tracePt t="155226" x="1231900" y="1249363"/>
          <p14:tracePt t="155226" x="1225550" y="1249363"/>
          <p14:tracePt t="155226" x="1214438" y="1244600"/>
          <p14:tracePt t="155226" x="1208088" y="1238250"/>
          <p14:tracePt t="155226" x="1195388" y="1238250"/>
          <p14:tracePt t="155226" x="1190625" y="1231900"/>
          <p14:tracePt t="155226" x="1184275" y="1231900"/>
          <p14:tracePt t="155226" x="1177925" y="1225550"/>
          <p14:tracePt t="155226" x="1166813" y="1220788"/>
          <p14:tracePt t="155226" x="1154113" y="1214438"/>
          <p14:tracePt t="155226" x="1147763" y="1214438"/>
          <p14:tracePt t="155226" x="1143000" y="1208088"/>
          <p14:tracePt t="155226" x="1136650" y="1201738"/>
          <p14:tracePt t="155226" x="1123950" y="1201738"/>
          <p14:tracePt t="155226" x="1117600" y="1195388"/>
          <p14:tracePt t="155226" x="1112838" y="1190625"/>
          <p14:tracePt t="155226" x="1100138" y="1184275"/>
          <p14:tracePt t="155226" x="1089025" y="1177925"/>
          <p14:tracePt t="155226" x="1082675" y="1171575"/>
          <p14:tracePt t="155226" x="1076325" y="1166813"/>
          <p14:tracePt t="155226" x="1069975" y="1166813"/>
          <p14:tracePt t="155226" x="1065213" y="1160463"/>
          <p14:tracePt t="155226" x="1058863" y="1154113"/>
          <p14:tracePt t="155226" x="1052513" y="1147763"/>
          <p14:tracePt t="155226" x="1046163" y="1147763"/>
          <p14:tracePt t="155226" x="1035050" y="1143000"/>
          <p14:tracePt t="155226" x="1028700" y="1136650"/>
          <p14:tracePt t="155226" x="1022350" y="1130300"/>
          <p14:tracePt t="155226" x="1016000" y="1123950"/>
          <p14:tracePt t="155226" x="1011238" y="1123950"/>
          <p14:tracePt t="155226" x="1004888" y="1119188"/>
          <p14:tracePt t="155226" x="998538" y="1112838"/>
          <p14:tracePt t="155226" x="992188" y="1106488"/>
          <p14:tracePt t="155226" x="987425" y="1100138"/>
          <p14:tracePt t="155226" x="981075" y="1093788"/>
          <p14:tracePt t="155226" x="968375" y="1089025"/>
          <p14:tracePt t="155226" x="963613" y="1082675"/>
          <p14:tracePt t="155226" x="957263" y="1076325"/>
          <p14:tracePt t="155226" x="950913" y="1076325"/>
          <p14:tracePt t="155226" x="944563" y="1065213"/>
          <p14:tracePt t="155226" x="938213" y="1065213"/>
          <p14:tracePt t="155226" x="933450" y="1058863"/>
          <p14:tracePt t="155226" x="927100" y="1052513"/>
          <p14:tracePt t="155226" x="914400" y="1046163"/>
          <p14:tracePt t="155226" x="914400" y="1041400"/>
          <p14:tracePt t="155226" x="903288" y="1035050"/>
          <p14:tracePt t="155226" x="903288" y="1028700"/>
          <p14:tracePt t="155226" x="890588" y="1022350"/>
          <p14:tracePt t="155226" x="879475" y="1011238"/>
          <p14:tracePt t="155226" x="873125" y="1004888"/>
          <p14:tracePt t="155226" x="866775" y="998538"/>
          <p14:tracePt t="155226" x="860425" y="992188"/>
          <p14:tracePt t="155226" x="855663" y="987425"/>
          <p14:tracePt t="155226" x="849313" y="981075"/>
          <p14:tracePt t="155226" x="842963" y="974725"/>
          <p14:tracePt t="155226" x="836613" y="968375"/>
          <p14:tracePt t="155226" x="831850" y="963613"/>
          <p14:tracePt t="155226" x="825500" y="957263"/>
          <p14:tracePt t="155226" x="819150" y="950913"/>
          <p14:tracePt t="155226" x="812800" y="944563"/>
          <p14:tracePt t="155226" x="808038" y="938213"/>
          <p14:tracePt t="155226" x="801688" y="933450"/>
          <p14:tracePt t="155226" x="795338" y="927100"/>
          <p14:tracePt t="155226" x="788988" y="920750"/>
          <p14:tracePt t="155226" x="782638" y="909638"/>
          <p14:tracePt t="155226" x="777875" y="909638"/>
          <p14:tracePt t="155226" x="771525" y="903288"/>
          <p14:tracePt t="155226" x="765175" y="896938"/>
          <p14:tracePt t="155226" x="758825" y="890588"/>
          <p14:tracePt t="155226" x="754063" y="885825"/>
          <p14:tracePt t="155226" x="747713" y="879475"/>
          <p14:tracePt t="155226" x="741363" y="873125"/>
          <p14:tracePt t="155226" x="735013" y="866775"/>
          <p14:tracePt t="155226" x="730250" y="862013"/>
          <p14:tracePt t="155226" x="723900" y="855663"/>
          <p14:tracePt t="155226" x="717550" y="849313"/>
          <p14:tracePt t="155226" x="711200" y="842963"/>
          <p14:tracePt t="155226" x="706438" y="836613"/>
          <p14:tracePt t="155226" x="706438" y="831850"/>
          <p14:tracePt t="155226" x="700088" y="825500"/>
          <p14:tracePt t="155226" x="693738" y="825500"/>
          <p14:tracePt t="155226" x="687388" y="819150"/>
          <p14:tracePt t="155226" x="681038" y="812800"/>
          <p14:tracePt t="155226" x="676275" y="808038"/>
          <p14:tracePt t="155226" x="669925" y="801688"/>
          <p14:tracePt t="155226" x="663575" y="795338"/>
          <p14:tracePt t="155226" x="657225" y="788988"/>
          <p14:tracePt t="155226" x="652463" y="784225"/>
          <p14:tracePt t="155226" x="646113" y="777875"/>
          <p14:tracePt t="155226" x="639763" y="771525"/>
          <p14:tracePt t="155226" x="633413" y="765175"/>
          <p14:tracePt t="155226" x="628650" y="758825"/>
          <p14:tracePt t="155226" x="622300" y="754063"/>
          <p14:tracePt t="155226" x="615950" y="754063"/>
          <p14:tracePt t="155226" x="609600" y="747713"/>
          <p14:tracePt t="155226" x="603250" y="741363"/>
          <p14:tracePt t="155226" x="598488" y="735013"/>
          <p14:tracePt t="155226" x="592138" y="730250"/>
          <p14:tracePt t="155226" x="585788" y="723900"/>
          <p14:tracePt t="155226" x="585788" y="717550"/>
          <p14:tracePt t="155226" x="574675" y="717550"/>
          <p14:tracePt t="155226" x="574675" y="711200"/>
          <p14:tracePt t="155226" x="561975" y="706438"/>
          <p14:tracePt t="155226" x="561975" y="700088"/>
          <p14:tracePt t="155226" x="555625" y="693738"/>
          <p14:tracePt t="155226" x="550863" y="687388"/>
          <p14:tracePt t="155226" x="544513" y="681038"/>
          <p14:tracePt t="155226" x="538163" y="681038"/>
          <p14:tracePt t="155226" x="531813" y="669925"/>
          <p14:tracePt t="155226" x="527050" y="669925"/>
          <p14:tracePt t="155226" x="520700" y="663575"/>
          <p14:tracePt t="155226" x="514350" y="657225"/>
          <p14:tracePt t="155226" x="508000" y="652463"/>
          <p14:tracePt t="155226" x="501650" y="646113"/>
          <p14:tracePt t="155226" x="496888" y="639763"/>
          <p14:tracePt t="155226" x="490538" y="633413"/>
          <p14:tracePt t="155226" x="490538" y="628650"/>
          <p14:tracePt t="155226" x="484188" y="622300"/>
          <p14:tracePt t="155226" x="473075" y="615950"/>
          <p14:tracePt t="155226" x="473075" y="609600"/>
          <p14:tracePt t="155226" x="466725" y="604838"/>
          <p14:tracePt t="155226" x="460375" y="598488"/>
          <p14:tracePt t="155226" x="454025" y="598488"/>
          <p14:tracePt t="155226" x="449263" y="592138"/>
          <p14:tracePt t="155226" x="442913" y="585788"/>
          <p14:tracePt t="155226" x="436563" y="579438"/>
          <p14:tracePt t="155226" x="430213" y="574675"/>
          <p14:tracePt t="155226" x="423863" y="568325"/>
          <p14:tracePt t="155226" x="419100" y="561975"/>
          <p14:tracePt t="155226" x="412750" y="555625"/>
          <p14:tracePt t="155226" x="412750" y="550863"/>
          <p14:tracePt t="155226" x="406400" y="544513"/>
          <p14:tracePt t="155226" x="400050" y="538163"/>
          <p14:tracePt t="155226" x="395288" y="531813"/>
          <p14:tracePt t="155226" x="388938" y="527050"/>
          <p14:tracePt t="155226" x="382588" y="520700"/>
          <p14:tracePt t="155226" x="376238" y="514350"/>
          <p14:tracePt t="155226" x="376238" y="508000"/>
          <p14:tracePt t="155226" x="371475" y="501650"/>
          <p14:tracePt t="155226" x="365125" y="496888"/>
          <p14:tracePt t="155226" x="358775" y="490538"/>
          <p14:tracePt t="155226" x="352425" y="484188"/>
          <p14:tracePt t="155226" x="346075" y="477838"/>
          <p14:tracePt t="155226" x="341313" y="473075"/>
          <p14:tracePt t="155226" x="341313" y="466725"/>
          <p14:tracePt t="155226" x="328613" y="454025"/>
          <p14:tracePt t="155226" x="322263" y="449263"/>
          <p14:tracePt t="155226" x="317500" y="442913"/>
          <p14:tracePt t="155226" x="311150" y="436563"/>
          <p14:tracePt t="155226" x="304800" y="430213"/>
          <p14:tracePt t="155226" x="298450" y="423863"/>
          <p14:tracePt t="155226" x="298450" y="419100"/>
          <p14:tracePt t="155226" x="293688" y="412750"/>
          <p14:tracePt t="155226" x="287338" y="406400"/>
          <p14:tracePt t="155226" x="287338" y="400050"/>
          <p14:tracePt t="155226" x="280988" y="395288"/>
          <p14:tracePt t="155226" x="274638" y="388938"/>
          <p14:tracePt t="155226" x="274638" y="382588"/>
          <p14:tracePt t="155226" x="269875" y="382588"/>
          <p14:tracePt t="155226" x="263525" y="376238"/>
          <p14:tracePt t="155226" x="257175" y="371475"/>
          <p14:tracePt t="155226" x="257175" y="365125"/>
          <p14:tracePt t="155226" x="250825" y="358775"/>
          <p14:tracePt t="155226" x="244475" y="352425"/>
          <p14:tracePt t="155226" x="239713" y="347663"/>
          <p14:tracePt t="155226" x="233363" y="341313"/>
          <p14:tracePt t="155226" x="227013" y="328613"/>
          <p14:tracePt t="155226" x="220663" y="322263"/>
          <p14:tracePt t="155226" x="215900" y="317500"/>
          <p14:tracePt t="155226" x="209550" y="311150"/>
          <p14:tracePt t="155226" x="209550" y="304800"/>
          <p14:tracePt t="155226" x="203200" y="304800"/>
          <p14:tracePt t="155226" x="196850" y="298450"/>
          <p14:tracePt t="155226" x="196850" y="293688"/>
          <p14:tracePt t="155226" x="192088" y="287338"/>
          <p14:tracePt t="155226" x="185738" y="280988"/>
          <p14:tracePt t="155226" x="185738" y="274638"/>
          <p14:tracePt t="155226" x="179388" y="269875"/>
          <p14:tracePt t="155226" x="173038" y="263525"/>
          <p14:tracePt t="155226" x="166688" y="257175"/>
          <p14:tracePt t="155226" x="161925" y="250825"/>
          <p14:tracePt t="155226" x="155575" y="244475"/>
          <p14:tracePt t="155226" x="149225" y="239713"/>
          <p14:tracePt t="155226" x="142875" y="233363"/>
          <p14:tracePt t="155226" x="142875" y="227013"/>
          <p14:tracePt t="155226" x="138113" y="220663"/>
          <p14:tracePt t="155226" x="131763" y="220663"/>
          <p14:tracePt t="155226" x="131763" y="215900"/>
          <p14:tracePt t="155226" x="131763" y="209550"/>
          <p14:tracePt t="155226" x="125413" y="209550"/>
          <p14:tracePt t="155226" x="119063" y="203200"/>
          <p14:tracePt t="155226" x="119063" y="196850"/>
          <p14:tracePt t="155226" x="114300" y="192088"/>
          <p14:tracePt t="155226" x="107950" y="192088"/>
          <p14:tracePt t="155226" x="107950" y="185738"/>
          <p14:tracePt t="155226" x="107950" y="179388"/>
          <p14:tracePt t="155226" x="101600" y="179388"/>
          <p14:tracePt t="155226" x="95250" y="173038"/>
          <p14:tracePt t="155226" x="95250" y="166688"/>
          <p14:tracePt t="155226" x="90488" y="166688"/>
          <p14:tracePt t="155226" x="90488" y="161925"/>
          <p14:tracePt t="155226" x="84138" y="161925"/>
          <p14:tracePt t="155226" x="84138" y="155575"/>
          <p14:tracePt t="155226" x="77788" y="149225"/>
          <p14:tracePt t="155226" x="71438" y="142875"/>
          <p14:tracePt t="155226" x="71438" y="138113"/>
          <p14:tracePt t="155226" x="65088" y="131763"/>
          <p14:tracePt t="155226" x="60325" y="131763"/>
          <p14:tracePt t="155226" x="60325" y="125413"/>
          <p14:tracePt t="155226" x="53975" y="119063"/>
          <p14:tracePt t="155226" x="47625" y="114300"/>
          <p14:tracePt t="155226" x="47625" y="107950"/>
          <p14:tracePt t="155226" x="41275" y="107950"/>
          <p14:tracePt t="155226" x="41275" y="101600"/>
          <p14:tracePt t="155226" x="36513" y="95250"/>
          <p14:tracePt t="155226" x="30163" y="90488"/>
          <p14:tracePt t="155226" x="30163" y="84138"/>
          <p14:tracePt t="155226" x="23813" y="84138"/>
          <p14:tracePt t="155226" x="23813" y="77788"/>
          <p14:tracePt t="155226" x="17463" y="77788"/>
          <p14:tracePt t="155226" x="17463" y="71438"/>
          <p14:tracePt t="155226" x="12700" y="71438"/>
          <p14:tracePt t="155226" x="12700" y="65088"/>
          <p14:tracePt t="155226" x="6350" y="65088"/>
          <p14:tracePt t="155226" x="6350" y="60325"/>
          <p14:tracePt t="155226" x="6350" y="53975"/>
          <p14:tracePt t="155226" x="0" y="53975"/>
          <p14:tracePt t="155226" x="0" y="47625"/>
          <p14:tracePt t="155226" x="30163" y="2249488"/>
          <p14:tracePt t="155226" x="53975" y="2249488"/>
          <p14:tracePt t="155226" x="84138" y="2249488"/>
          <p14:tracePt t="155226" x="101600" y="2249488"/>
          <p14:tracePt t="155226" x="119063" y="2249488"/>
          <p14:tracePt t="155226" x="142875" y="2249488"/>
          <p14:tracePt t="155226" x="161925" y="2249488"/>
          <p14:tracePt t="155226" x="185738" y="2249488"/>
          <p14:tracePt t="155226" x="203200" y="2254250"/>
          <p14:tracePt t="155226" x="227013" y="2254250"/>
          <p14:tracePt t="155226" x="250825" y="2254250"/>
          <p14:tracePt t="155226" x="274638" y="2254250"/>
          <p14:tracePt t="155226" x="298450" y="2254250"/>
          <p14:tracePt t="155226" x="322263" y="2254250"/>
          <p14:tracePt t="155226" x="346075" y="2254250"/>
          <p14:tracePt t="155226" x="365125" y="2254250"/>
          <p14:tracePt t="155226" x="382588" y="2254250"/>
          <p14:tracePt t="155226" x="406400" y="2254250"/>
          <p14:tracePt t="155226" x="430213" y="2254250"/>
          <p14:tracePt t="155226" x="460375" y="2254250"/>
          <p14:tracePt t="155226" x="496888" y="2254250"/>
          <p14:tracePt t="155226" x="520700" y="2254250"/>
          <p14:tracePt t="155226" x="550863" y="2254250"/>
          <p14:tracePt t="155226" x="585788" y="2249488"/>
          <p14:tracePt t="155226" x="609600" y="2249488"/>
          <p14:tracePt t="155226" x="633413" y="2249488"/>
          <p14:tracePt t="155226" x="663575" y="2249488"/>
          <p14:tracePt t="155226" x="693738" y="2243138"/>
          <p14:tracePt t="155226" x="706438" y="2243138"/>
          <p14:tracePt t="155226" x="735013" y="2243138"/>
          <p14:tracePt t="155226" x="788988" y="2243138"/>
          <p14:tracePt t="155226" x="819150" y="2243138"/>
          <p14:tracePt t="155226" x="849313" y="2243138"/>
          <p14:tracePt t="155226" x="879475" y="2236788"/>
          <p14:tracePt t="155226" x="909638" y="2236788"/>
          <p14:tracePt t="155226" x="944563" y="2236788"/>
          <p14:tracePt t="155226" x="974725" y="2236788"/>
          <p14:tracePt t="155226" x="1011238" y="2236788"/>
          <p14:tracePt t="155226" x="1028700" y="2230438"/>
          <p14:tracePt t="155226" x="1065213" y="2230438"/>
          <p14:tracePt t="155226" x="1100138" y="2230438"/>
          <p14:tracePt t="155226" x="1130300" y="2230438"/>
          <p14:tracePt t="155226" x="1160463" y="2230438"/>
          <p14:tracePt t="155226" x="1195388" y="2224088"/>
          <p14:tracePt t="155226" x="1214438" y="2224088"/>
          <p14:tracePt t="155226" x="1249363" y="2224088"/>
          <p14:tracePt t="155226" x="1316038" y="2224088"/>
          <p14:tracePt t="155226" x="1350963" y="2224088"/>
          <p14:tracePt t="155226" x="1387475" y="2219325"/>
          <p14:tracePt t="155226" x="1404938" y="2219325"/>
          <p14:tracePt t="155226" x="1441450" y="2219325"/>
          <p14:tracePt t="155226" x="1506538" y="2219325"/>
          <p14:tracePt t="155226" x="1543050" y="2212975"/>
          <p14:tracePt t="155226" x="1579563" y="2212975"/>
          <p14:tracePt t="155226" x="1590675" y="2212975"/>
          <p14:tracePt t="155226" x="1631950" y="2212975"/>
          <p14:tracePt t="155226" x="1698625" y="2212975"/>
          <p14:tracePt t="155226" x="1733550" y="2206625"/>
          <p14:tracePt t="155226" x="1787525" y="2206625"/>
          <p14:tracePt t="155226" x="1817688" y="2206625"/>
          <p14:tracePt t="155226" x="1860550" y="2206625"/>
          <p14:tracePt t="155226" x="1889125" y="2206625"/>
          <p14:tracePt t="155226" x="1931988" y="2206625"/>
          <p14:tracePt t="155226" x="1973263" y="2206625"/>
          <p14:tracePt t="155226" x="2009775" y="2200275"/>
          <p14:tracePt t="155226" x="2087563" y="2200275"/>
          <p14:tracePt t="155226" x="2098675" y="2200275"/>
          <p14:tracePt t="155226" x="2165350" y="2200275"/>
          <p14:tracePt t="155226" x="2206625" y="2200275"/>
          <p14:tracePt t="155226" x="2236788" y="2200275"/>
          <p14:tracePt t="155226" x="2297113" y="2195513"/>
          <p14:tracePt t="155226" x="2362200" y="2195513"/>
          <p14:tracePt t="155226" x="2409825" y="2195513"/>
          <p14:tracePt t="155226" x="2433638" y="2195513"/>
          <p14:tracePt t="155226" x="2500313" y="2195513"/>
          <p14:tracePt t="155226" x="2547938" y="2189163"/>
          <p14:tracePt t="155226" x="2559050" y="2189163"/>
          <p14:tracePt t="155226" x="2636838" y="2189163"/>
          <p14:tracePt t="155226" x="2697163" y="2189163"/>
          <p14:tracePt t="155226" x="2744788" y="2189163"/>
          <p14:tracePt t="155226" x="2762250" y="2189163"/>
          <p14:tracePt t="155226" x="2835275" y="2182813"/>
          <p14:tracePt t="155226" x="2900363" y="2182813"/>
          <p14:tracePt t="155226" x="2947988" y="2182813"/>
          <p14:tracePt t="155226" x="2967038" y="2182813"/>
          <p14:tracePt t="155226" x="3038475" y="2176463"/>
          <p14:tracePt t="155226" x="3103563" y="2176463"/>
          <p14:tracePt t="155226" x="3151188" y="2176463"/>
          <p14:tracePt t="155226" x="3163888" y="2176463"/>
          <p14:tracePt t="155226" x="3252788" y="2171700"/>
          <p14:tracePt t="155226" x="3306763" y="2171700"/>
          <p14:tracePt t="155226" x="3319463" y="2171700"/>
          <p14:tracePt t="155226" x="3408363" y="2165350"/>
          <p14:tracePt t="155226" x="3455988" y="2165350"/>
          <p14:tracePt t="155226" x="3475038" y="2165350"/>
          <p14:tracePt t="155226" x="3557588" y="2165350"/>
          <p14:tracePt t="155226" x="3611563" y="2159000"/>
          <p14:tracePt t="155226" x="3624263" y="2159000"/>
          <p14:tracePt t="155226" x="3713163" y="2159000"/>
          <p14:tracePt t="155226" x="3767138" y="2152650"/>
          <p14:tracePt t="155226" x="3779838" y="2152650"/>
          <p14:tracePt t="155226" x="3868738" y="2147888"/>
          <p14:tracePt t="155226" x="3916363" y="2147888"/>
          <p14:tracePt t="155226" x="3929063" y="2147888"/>
          <p14:tracePt t="155226" x="4019550" y="2147888"/>
          <p14:tracePt t="155226" x="4084638" y="2141538"/>
          <p14:tracePt t="155226" x="4132263" y="2141538"/>
          <p14:tracePt t="155226" x="4173538" y="2141538"/>
          <p14:tracePt t="155226" x="4233863" y="2135188"/>
          <p14:tracePt t="155226" x="4287838" y="2135188"/>
          <p14:tracePt t="155226" x="4324350" y="2135188"/>
          <p14:tracePt t="155226" x="4389438" y="2135188"/>
          <p14:tracePt t="155226" x="4443413" y="2135188"/>
          <p14:tracePt t="155226" x="4479925" y="2135188"/>
          <p14:tracePt t="155226" x="4545013" y="2135188"/>
          <p14:tracePt t="155226" x="4592638" y="2128838"/>
          <p14:tracePt t="155226" x="4629150" y="2128838"/>
          <p14:tracePt t="155226" x="4694238" y="2128838"/>
          <p14:tracePt t="155226" x="4741863" y="2128838"/>
          <p14:tracePt t="155226" x="4784725" y="2128838"/>
          <p14:tracePt t="155226" x="4849813" y="2128838"/>
          <p14:tracePt t="155226" x="4897438" y="2128838"/>
          <p14:tracePt t="155226" x="4933950" y="2122488"/>
          <p14:tracePt t="155226" x="4999038" y="2122488"/>
          <p14:tracePt t="155226" x="5046663" y="2122488"/>
          <p14:tracePt t="155226" x="5089525" y="2117725"/>
          <p14:tracePt t="155226" x="5149850" y="2117725"/>
          <p14:tracePt t="155226" x="5202238" y="2117725"/>
          <p14:tracePt t="155226" x="5238750" y="2111375"/>
          <p14:tracePt t="155226" x="5303838" y="2111375"/>
          <p14:tracePt t="155226" x="5353050" y="2111375"/>
          <p14:tracePt t="155226" x="5394325" y="2105025"/>
          <p14:tracePt t="155226" x="5454650" y="2105025"/>
          <p14:tracePt t="155226" x="5502275" y="2105025"/>
          <p14:tracePt t="155226" x="5543550" y="2098675"/>
          <p14:tracePt t="155226" x="5610225" y="2098675"/>
          <p14:tracePt t="155226" x="5657850" y="2093913"/>
          <p14:tracePt t="155226" x="5699125" y="2093913"/>
          <p14:tracePt t="155226" x="5711825" y="2093913"/>
          <p14:tracePt t="155226" x="5759450" y="2093913"/>
          <p14:tracePt t="155226" x="5824538" y="2087563"/>
          <p14:tracePt t="155226" x="5867400" y="2087563"/>
          <p14:tracePt t="155226" x="5908675" y="2087563"/>
          <p14:tracePt t="155226" x="5949950" y="2081213"/>
          <p14:tracePt t="155226" x="5980113" y="2081213"/>
          <p14:tracePt t="155226" x="6022975" y="2081213"/>
          <p14:tracePt t="155226" x="6064250" y="2074863"/>
          <p14:tracePt t="155226" x="6129338" y="2074863"/>
          <p14:tracePt t="155226" x="6172200" y="2070100"/>
          <p14:tracePt t="155226" x="6213475" y="2070100"/>
          <p14:tracePt t="155226" x="6226175" y="2070100"/>
          <p14:tracePt t="155226" x="6267450" y="2070100"/>
          <p14:tracePt t="155226" x="6321425" y="2063750"/>
          <p14:tracePt t="155226" x="6362700" y="2063750"/>
          <p14:tracePt t="155226" x="6399213" y="2063750"/>
          <p14:tracePt t="155226" x="6416675" y="2057400"/>
          <p14:tracePt t="155226" x="6459538" y="2057400"/>
          <p14:tracePt t="155226" x="6511925" y="2057400"/>
          <p14:tracePt t="155226" x="6554788" y="2057400"/>
          <p14:tracePt t="155226" x="6572250" y="2057400"/>
          <p14:tracePt t="155226" x="6608763" y="2057400"/>
          <p14:tracePt t="155226" x="6667500" y="2051050"/>
          <p14:tracePt t="155226" x="6673850" y="2051050"/>
          <p14:tracePt t="155226" x="6704013" y="2051050"/>
          <p14:tracePt t="155226" x="6757988" y="2051050"/>
          <p14:tracePt t="155226" x="6769100" y="2044700"/>
          <p14:tracePt t="155226" x="6805613" y="2044700"/>
          <p14:tracePt t="155226" x="6859588" y="2044700"/>
          <p14:tracePt t="155226" x="6889750" y="2044700"/>
          <p14:tracePt t="155226" x="6913563" y="2044700"/>
          <p14:tracePt t="155226" x="6937375" y="2039938"/>
          <p14:tracePt t="155226" x="6967538" y="2039938"/>
          <p14:tracePt t="155226" x="6985000" y="2039938"/>
          <p14:tracePt t="155226" x="7015163" y="2039938"/>
          <p14:tracePt t="155226" x="7038975" y="2039938"/>
          <p14:tracePt t="155226" x="7069138" y="2039938"/>
          <p14:tracePt t="155226" x="7092950" y="2039938"/>
          <p14:tracePt t="155226" x="7116763" y="2039938"/>
          <p14:tracePt t="155226" x="7146925" y="2039938"/>
          <p14:tracePt t="155226" x="7170738" y="2039938"/>
          <p14:tracePt t="155226" x="7218363" y="2033588"/>
          <p14:tracePt t="155226" x="7242175" y="2033588"/>
          <p14:tracePt t="155226" x="7265988" y="2033588"/>
          <p14:tracePt t="155226" x="7272338" y="2033588"/>
          <p14:tracePt t="155226" x="7296150" y="2033588"/>
          <p14:tracePt t="155226" x="7313613" y="2033588"/>
          <p14:tracePt t="155226" x="7337425" y="2033588"/>
          <p14:tracePt t="155226" x="7361238" y="2033588"/>
          <p14:tracePt t="155226" x="7380288" y="2033588"/>
          <p14:tracePt t="155226" x="7391400" y="2033588"/>
          <p14:tracePt t="155226" x="7415213" y="2033588"/>
          <p14:tracePt t="155226" x="7434263" y="2033588"/>
          <p14:tracePt t="155226" x="7469188" y="2027238"/>
          <p14:tracePt t="155226" x="7486650" y="2027238"/>
          <p14:tracePt t="155226" x="7499350" y="2027238"/>
          <p14:tracePt t="155226" x="7516813" y="2027238"/>
          <p14:tracePt t="155226" x="7535863" y="2027238"/>
          <p14:tracePt t="155226" x="7553325" y="2027238"/>
          <p14:tracePt t="155226" x="7564438" y="2027238"/>
          <p14:tracePt t="155226" x="7577138" y="2027238"/>
          <p14:tracePt t="155226" x="7594600" y="2027238"/>
          <p14:tracePt t="155226" x="7607300" y="2027238"/>
          <p14:tracePt t="155226" x="7618413" y="2027238"/>
          <p14:tracePt t="155226" x="7631113" y="2027238"/>
          <p14:tracePt t="155226" x="7642225" y="2027238"/>
          <p14:tracePt t="155226" x="7654925" y="2027238"/>
          <p14:tracePt t="155226" x="7667625" y="2027238"/>
          <p14:tracePt t="155226" x="7678738" y="2027238"/>
          <p14:tracePt t="155226" x="7691438" y="2027238"/>
          <p14:tracePt t="155226" x="7696200" y="2027238"/>
          <p14:tracePt t="155226" x="7702550" y="2020888"/>
          <p14:tracePt t="155226" x="7715250" y="2020888"/>
          <p14:tracePt t="155226" x="7720013" y="2020888"/>
          <p14:tracePt t="155226" x="7726363" y="2020888"/>
          <p14:tracePt t="155226" x="7732713" y="2020888"/>
          <p14:tracePt t="155226" x="7743825" y="2020888"/>
          <p14:tracePt t="155226" x="7750175" y="2020888"/>
          <p14:tracePt t="155226" x="7756525" y="2020888"/>
          <p14:tracePt t="155226" x="7762875" y="2020888"/>
          <p14:tracePt t="155226" x="7769225" y="2020888"/>
          <p14:tracePt t="155226" x="7773988" y="2020888"/>
          <p14:tracePt t="155226" x="7780338" y="2020888"/>
          <p14:tracePt t="155226" x="7786688" y="2020888"/>
          <p14:tracePt t="155226" x="7793038" y="2020888"/>
          <p14:tracePt t="155226" x="7797800" y="2020888"/>
          <p14:tracePt t="155226" x="7804150" y="2020888"/>
          <p14:tracePt t="155226" x="7810500" y="2027238"/>
          <p14:tracePt t="155226" x="7816850" y="2027238"/>
          <p14:tracePt t="155226" x="7821613" y="2033588"/>
          <p14:tracePt t="155226" x="7827963" y="2033588"/>
          <p14:tracePt t="155226" x="7827963" y="2039938"/>
          <p14:tracePt t="155226" x="7834313" y="2039938"/>
          <p14:tracePt t="155226" x="7840663" y="2039938"/>
          <p14:tracePt t="155226" x="7840663" y="2044700"/>
          <p14:tracePt t="155226" x="7847013" y="2044700"/>
          <p14:tracePt t="155226" x="7851775" y="2044700"/>
          <p14:tracePt t="155226" x="7851775" y="2051050"/>
          <p14:tracePt t="155226" x="7858125" y="2051050"/>
          <p14:tracePt t="155226" x="7864475" y="2057400"/>
          <p14:tracePt t="155226" x="7870825" y="2057400"/>
          <p14:tracePt t="155226" x="7875588" y="2063750"/>
          <p14:tracePt t="155226" x="7881938" y="2070100"/>
          <p14:tracePt t="155226" x="7888288" y="2070100"/>
          <p14:tracePt t="155226" x="7894638" y="2074863"/>
          <p14:tracePt t="155226" x="7899400" y="2074863"/>
          <p14:tracePt t="155226" x="7899400" y="2081213"/>
          <p14:tracePt t="155226" x="7905750" y="2081213"/>
          <p14:tracePt t="155226" x="7912100" y="2087563"/>
          <p14:tracePt t="155226" x="7918450" y="2093913"/>
          <p14:tracePt t="155226" x="7923213" y="2093913"/>
          <p14:tracePt t="155226" x="7929563" y="2098675"/>
          <p14:tracePt t="155226" x="7935913" y="2098675"/>
          <p14:tracePt t="155226" x="7942263" y="2105025"/>
          <p14:tracePt t="155226" x="7948613" y="2111375"/>
          <p14:tracePt t="155226" x="7953375" y="2117725"/>
          <p14:tracePt t="155226" x="7959725" y="2117725"/>
          <p14:tracePt t="155226" x="7966075" y="2122488"/>
          <p14:tracePt t="155226" x="7972425" y="2122488"/>
          <p14:tracePt t="155226" x="7977188" y="2128838"/>
          <p14:tracePt t="155226" x="7983538" y="2135188"/>
          <p14:tracePt t="155226" x="7989888" y="2141538"/>
          <p14:tracePt t="155226" x="7996238" y="2141538"/>
          <p14:tracePt t="155226" x="8001000" y="2147888"/>
          <p14:tracePt t="155226" x="8007350" y="2147888"/>
          <p14:tracePt t="155226" x="8007350" y="2152650"/>
          <p14:tracePt t="155226" x="8013700" y="2159000"/>
          <p14:tracePt t="155226" x="8020050" y="2159000"/>
          <p14:tracePt t="155226" x="8026400" y="2165350"/>
          <p14:tracePt t="155226" x="8031163" y="2165350"/>
          <p14:tracePt t="155226" x="8037513" y="2171700"/>
          <p14:tracePt t="155226" x="8043863" y="2176463"/>
          <p14:tracePt t="155226" x="8050213" y="2176463"/>
          <p14:tracePt t="155226" x="8054975" y="2182813"/>
          <p14:tracePt t="155226" x="8054975" y="2189163"/>
          <p14:tracePt t="155226" x="8061325" y="2189163"/>
          <p14:tracePt t="155226" x="8067675" y="2189163"/>
          <p14:tracePt t="155226" x="8074025" y="2195513"/>
          <p14:tracePt t="155226" x="8078788" y="2200275"/>
          <p14:tracePt t="155226" x="8085138" y="2200275"/>
          <p14:tracePt t="155226" x="8091488" y="2206625"/>
          <p14:tracePt t="155226" x="8097838" y="2206625"/>
          <p14:tracePt t="155226" x="8104188" y="2212975"/>
          <p14:tracePt t="155226" x="8108950" y="2219325"/>
          <p14:tracePt t="155226" x="8115300" y="2219325"/>
          <p14:tracePt t="155226" x="8121650" y="2224088"/>
          <p14:tracePt t="155226" x="8128000" y="2230438"/>
          <p14:tracePt t="155226" x="8132763" y="2230438"/>
          <p14:tracePt t="155226" x="8139113" y="2236788"/>
          <p14:tracePt t="155226" x="8145463" y="2243138"/>
          <p14:tracePt t="155226" x="8151813" y="2243138"/>
          <p14:tracePt t="155226" x="8162925" y="2249488"/>
          <p14:tracePt t="155226" x="8169275" y="2254250"/>
          <p14:tracePt t="155226" x="8175625" y="2254250"/>
          <p14:tracePt t="155226" x="8186738" y="2266950"/>
          <p14:tracePt t="155226" x="8193088" y="2266950"/>
          <p14:tracePt t="155226" x="8205788" y="2273300"/>
          <p14:tracePt t="155226" x="8210550" y="2278063"/>
          <p14:tracePt t="155226" x="8223250" y="2284413"/>
          <p14:tracePt t="155226" x="8234363" y="2290763"/>
          <p14:tracePt t="155226" x="8240713" y="2297113"/>
          <p14:tracePt t="155226" x="8253413" y="2297113"/>
          <p14:tracePt t="155226" x="8258175" y="2301875"/>
          <p14:tracePt t="155226" x="8270875" y="2308225"/>
          <p14:tracePt t="155226" x="8283575" y="2314575"/>
          <p14:tracePt t="155226" x="8294688" y="2320925"/>
          <p14:tracePt t="155226" x="8307388" y="2327275"/>
          <p14:tracePt t="155226" x="8318500" y="2332038"/>
          <p14:tracePt t="155226" x="8331200" y="2338388"/>
          <p14:tracePt t="155226" x="8342313" y="2344738"/>
          <p14:tracePt t="155226" x="8355013" y="2351088"/>
          <p14:tracePt t="155226" x="8366125" y="2355850"/>
          <p14:tracePt t="155226" x="8378825" y="2362200"/>
          <p14:tracePt t="155226" x="8396288" y="2368550"/>
          <p14:tracePt t="155226" x="8408988" y="2374900"/>
          <p14:tracePt t="155226" x="8420100" y="2379663"/>
          <p14:tracePt t="155226" x="8437563" y="2386013"/>
          <p14:tracePt t="155226" x="8450263" y="2392363"/>
          <p14:tracePt t="155226" x="8462963" y="2398713"/>
          <p14:tracePt t="155226" x="8474075" y="2405063"/>
          <p14:tracePt t="155226" x="8486775" y="2409825"/>
          <p14:tracePt t="155226" x="8497888" y="2409825"/>
          <p14:tracePt t="155226" x="8510588" y="2416175"/>
          <p14:tracePt t="155226" x="8521700" y="2422525"/>
          <p14:tracePt t="155226" x="8540750" y="2428875"/>
          <p14:tracePt t="155226" x="8551863" y="2433638"/>
          <p14:tracePt t="155226" x="8564563" y="2439988"/>
          <p14:tracePt t="155226" x="8575675" y="2446338"/>
          <p14:tracePt t="155226" x="8588375" y="2452688"/>
          <p14:tracePt t="155226" x="8605838" y="2457450"/>
          <p14:tracePt t="155226" x="8616950" y="2463800"/>
          <p14:tracePt t="155226" x="8636000" y="2470150"/>
          <p14:tracePt t="155226" x="8647113" y="2476500"/>
          <p14:tracePt t="155226" x="8666163" y="2481263"/>
          <p14:tracePt t="155226" x="8677275" y="2487613"/>
          <p14:tracePt t="155226" x="8701088" y="2493963"/>
          <p14:tracePt t="155226" x="8713788" y="2500313"/>
          <p14:tracePt t="155226" x="8731250" y="2506663"/>
          <p14:tracePt t="155226" x="8743950" y="2511425"/>
          <p14:tracePt t="155226" x="8761413" y="2517775"/>
          <p14:tracePt t="155226" x="8772525" y="2524125"/>
          <p14:tracePt t="155226" x="8785225" y="2530475"/>
          <p14:tracePt t="155226" x="8791575" y="2530475"/>
          <p14:tracePt t="155226" x="8809038" y="2535238"/>
          <p14:tracePt t="155226" x="8821738" y="2541588"/>
          <p14:tracePt t="155226" x="8832850" y="2541588"/>
          <p14:tracePt t="155226" x="8845550" y="2547938"/>
          <p14:tracePt t="155226" x="8856663" y="2554288"/>
          <p14:tracePt t="155226" x="8874125" y="2554288"/>
          <p14:tracePt t="155226" x="8886825" y="2559050"/>
          <p14:tracePt t="155226" x="8904288" y="2565400"/>
          <p14:tracePt t="155226" x="8916988" y="2571750"/>
          <p14:tracePt t="155226" x="8928100" y="2578100"/>
          <p14:tracePt t="155226" x="8940800" y="2578100"/>
          <p14:tracePt t="155226" x="8951913" y="2584450"/>
          <p14:tracePt t="155226" x="8964613" y="2589213"/>
          <p14:tracePt t="155226" x="8977313" y="2589213"/>
          <p14:tracePt t="155226" x="8988425" y="2595563"/>
          <p14:tracePt t="155226" x="8994775" y="2595563"/>
          <p14:tracePt t="155226" x="9005888" y="2601913"/>
          <p14:tracePt t="155226" x="9018588" y="2601913"/>
          <p14:tracePt t="155226" x="9024938" y="2608263"/>
          <p14:tracePt t="155226" x="9036050" y="2608263"/>
          <p14:tracePt t="155226" x="9042400" y="2613025"/>
          <p14:tracePt t="155226" x="9053513" y="2613025"/>
          <p14:tracePt t="155226" x="9059863" y="2613025"/>
          <p14:tracePt t="155226" x="9066213" y="2619375"/>
          <p14:tracePt t="155226" x="9078913" y="2619375"/>
          <p14:tracePt t="155226" x="9083675" y="2619375"/>
          <p14:tracePt t="155226" x="9090025" y="2625725"/>
          <p14:tracePt t="155226" x="9096375" y="2625725"/>
          <p14:tracePt t="155226" x="9102725" y="2632075"/>
          <p14:tracePt t="155226" x="9113838" y="2632075"/>
          <p14:tracePt t="155226" x="9120188" y="2632075"/>
          <p14:tracePt t="155226" x="9126538" y="2632075"/>
          <p14:tracePt t="155226" x="9131300" y="2636838"/>
          <p14:tracePt t="155226" x="9083675" y="2662238"/>
          <p14:tracePt t="155226" x="9053513" y="2667000"/>
          <p14:tracePt t="155226" x="9024938" y="2673350"/>
          <p14:tracePt t="155226" x="9005888" y="2673350"/>
          <p14:tracePt t="155226" x="8970963" y="2679700"/>
          <p14:tracePt t="155226" x="8947150" y="2686050"/>
          <p14:tracePt t="155226" x="8910638" y="2690813"/>
          <p14:tracePt t="155226" x="8869363" y="2697163"/>
          <p14:tracePt t="155226" x="8832850" y="2703513"/>
          <p14:tracePt t="155226" x="8797925" y="2709863"/>
          <p14:tracePt t="155226" x="8755063" y="2714625"/>
          <p14:tracePt t="155226" x="8720138" y="2720975"/>
          <p14:tracePt t="155226" x="8683625" y="2733675"/>
          <p14:tracePt t="155226" x="8642350" y="2738438"/>
          <p14:tracePt t="155226" x="8605838" y="2744788"/>
          <p14:tracePt t="155226" x="8564563" y="2751138"/>
          <p14:tracePt t="155226" x="8528050" y="2757488"/>
          <p14:tracePt t="155226" x="8450263" y="2768600"/>
          <p14:tracePt t="155226" x="8408988" y="2774950"/>
          <p14:tracePt t="155226" x="8378825" y="2781300"/>
          <p14:tracePt t="155226" x="8331200" y="2787650"/>
          <p14:tracePt t="155226" x="8301038" y="2792413"/>
          <p14:tracePt t="155226" x="8223250" y="2798763"/>
          <p14:tracePt t="155226" x="8175625" y="2805113"/>
          <p14:tracePt t="155226" x="8145463" y="2811463"/>
          <p14:tracePt t="155226" x="8097838" y="2811463"/>
          <p14:tracePt t="155226" x="8026400" y="2822575"/>
          <p14:tracePt t="155226" x="7942263" y="2828925"/>
          <p14:tracePt t="155226" x="7894638" y="2835275"/>
          <p14:tracePt t="155226" x="7870825" y="2835275"/>
          <p14:tracePt t="155226" x="7793038" y="2841625"/>
          <p14:tracePt t="155226" x="7743825" y="2846388"/>
          <p14:tracePt t="155226" x="7667625" y="2852738"/>
          <p14:tracePt t="155226" x="7642225" y="2852738"/>
          <p14:tracePt t="155226" x="7564438" y="2859088"/>
          <p14:tracePt t="155226" x="7512050" y="2865438"/>
          <p14:tracePt t="155226" x="7439025" y="2870200"/>
          <p14:tracePt t="155226" x="7410450" y="2870200"/>
          <p14:tracePt t="155226" x="7337425" y="2876550"/>
          <p14:tracePt t="155226" x="7259638" y="2882900"/>
          <p14:tracePt t="155226" x="7205663" y="2889250"/>
          <p14:tracePt t="155226" x="7181850" y="2889250"/>
          <p14:tracePt t="155226" x="7104063" y="2900363"/>
          <p14:tracePt t="155226" x="7032625" y="2906713"/>
          <p14:tracePt t="155226" x="6954838" y="2913063"/>
          <p14:tracePt t="155226" x="6900863" y="2913063"/>
          <p14:tracePt t="155226" x="6829425" y="2919413"/>
          <p14:tracePt t="155226" x="6799263" y="2924175"/>
          <p14:tracePt t="155226" x="6727825" y="2930525"/>
          <p14:tracePt t="155226" x="6650038" y="2936875"/>
          <p14:tracePt t="155226" x="6572250" y="2943225"/>
          <p14:tracePt t="155226" x="6524625" y="2947988"/>
          <p14:tracePt t="155226" x="6446838" y="2954338"/>
          <p14:tracePt t="155226" x="6423025" y="2954338"/>
          <p14:tracePt t="155226" x="6345238" y="2960688"/>
          <p14:tracePt t="155226" x="6267450" y="2967038"/>
          <p14:tracePt t="155226" x="6189663" y="2971800"/>
          <p14:tracePt t="155226" x="6118225" y="2978150"/>
          <p14:tracePt t="155226" x="6064250" y="2984500"/>
          <p14:tracePt t="155226" x="5986463" y="2990850"/>
          <p14:tracePt t="155226" x="5915025" y="2995613"/>
          <p14:tracePt t="155226" x="5884863" y="2995613"/>
          <p14:tracePt t="155226" x="5807075" y="3001963"/>
          <p14:tracePt t="155226" x="5735638" y="3008313"/>
          <p14:tracePt t="155226" x="5657850" y="3014663"/>
          <p14:tracePt t="155226" x="5580063" y="3021013"/>
          <p14:tracePt t="155226" x="5508625" y="3025775"/>
          <p14:tracePt t="155226" x="5430838" y="3025775"/>
          <p14:tracePt t="155226" x="5376863" y="3032125"/>
          <p14:tracePt t="155226" x="5299075" y="3038475"/>
          <p14:tracePt t="155226" x="5227638" y="3044825"/>
          <p14:tracePt t="155226" x="5149850" y="3044825"/>
          <p14:tracePt t="155226" x="5076825" y="3049588"/>
          <p14:tracePt t="155226" x="4994275" y="3055938"/>
          <p14:tracePt t="155226" x="4921250" y="3062288"/>
          <p14:tracePt t="155226" x="4897438" y="3062288"/>
          <p14:tracePt t="155226" x="4819650" y="3068638"/>
          <p14:tracePt t="155226" x="4741863" y="3068638"/>
          <p14:tracePt t="155226" x="4664075" y="3073400"/>
          <p14:tracePt t="155226" x="4592638" y="3073400"/>
          <p14:tracePt t="155226" x="4514850" y="3079750"/>
          <p14:tracePt t="155226" x="4437063" y="3079750"/>
          <p14:tracePt t="155226" x="4359275" y="3086100"/>
          <p14:tracePt t="155226" x="4287838" y="3086100"/>
          <p14:tracePt t="155226" x="4210050" y="3086100"/>
          <p14:tracePt t="155226" x="4132263" y="3092450"/>
          <p14:tracePt t="155226" x="4054475" y="3092450"/>
          <p14:tracePt t="155226" x="3983038" y="3092450"/>
          <p14:tracePt t="155226" x="3905250" y="3098800"/>
          <p14:tracePt t="155226" x="3827463" y="3098800"/>
          <p14:tracePt t="155226" x="3749675" y="3098800"/>
          <p14:tracePt t="155226" x="3671888" y="3098800"/>
          <p14:tracePt t="155226" x="3600450" y="3098800"/>
          <p14:tracePt t="155226" x="3522663" y="3098800"/>
          <p14:tracePt t="155226" x="3444875" y="3098800"/>
          <p14:tracePt t="155226" x="3367088" y="3098800"/>
          <p14:tracePt t="155226" x="3295650" y="3098800"/>
          <p14:tracePt t="155226" x="3217863" y="3098800"/>
          <p14:tracePt t="155226" x="3140075" y="3098800"/>
          <p14:tracePt t="155226" x="3062288" y="3098800"/>
          <p14:tracePt t="155226" x="2990850" y="3098800"/>
          <p14:tracePt t="155226" x="2913063" y="3103563"/>
          <p14:tracePt t="155226" x="2835275" y="3103563"/>
          <p14:tracePt t="155226" x="2757488" y="3103563"/>
          <p14:tracePt t="155226" x="2684463" y="3103563"/>
          <p14:tracePt t="155226" x="2606675" y="3103563"/>
          <p14:tracePt t="155226" x="2530475" y="3103563"/>
          <p14:tracePt t="155226" x="2481263" y="3103563"/>
          <p14:tracePt t="155226" x="2403475" y="3103563"/>
          <p14:tracePt t="155226" x="2332038" y="3103563"/>
          <p14:tracePt t="155226" x="2247900" y="3103563"/>
          <p14:tracePt t="155226" x="2224088" y="3103563"/>
          <p14:tracePt t="155226" x="2146300" y="3103563"/>
          <p14:tracePt t="155226" x="2074863" y="3103563"/>
          <p14:tracePt t="155226" x="1997075" y="3103563"/>
          <p14:tracePt t="155226" x="1919288" y="3103563"/>
          <p14:tracePt t="155226" x="1871663" y="3103563"/>
          <p14:tracePt t="155226" x="1793875" y="3103563"/>
          <p14:tracePt t="155226" x="1770063" y="3103563"/>
          <p14:tracePt t="155226" x="1692275" y="3103563"/>
          <p14:tracePt t="155226" x="1614488" y="3103563"/>
          <p14:tracePt t="155226" x="1566863" y="3103563"/>
          <p14:tracePt t="155226" x="1536700" y="3103563"/>
          <p14:tracePt t="155226" x="1465263" y="3103563"/>
          <p14:tracePt t="155226" x="1387475" y="3103563"/>
          <p14:tracePt t="155226" x="1333500" y="3103563"/>
          <p14:tracePt t="155226" x="1309688" y="3103563"/>
          <p14:tracePt t="155226" x="1231900" y="3109913"/>
          <p14:tracePt t="155226" x="1184275" y="3109913"/>
          <p14:tracePt t="155226" x="1160463" y="3109913"/>
          <p14:tracePt t="155226" x="1082675" y="3109913"/>
          <p14:tracePt t="155226" x="1035050" y="3116263"/>
          <p14:tracePt t="155226" x="1011238" y="3116263"/>
          <p14:tracePt t="155226" x="933450" y="3116263"/>
          <p14:tracePt t="155226" x="914400" y="3116263"/>
          <p14:tracePt t="155226" x="866775" y="3116263"/>
          <p14:tracePt t="155226" x="808038" y="3122613"/>
          <p14:tracePt t="155226" x="758825" y="3122613"/>
          <p14:tracePt t="155226" x="700088" y="3122613"/>
          <p14:tracePt t="155226" x="657225" y="3127375"/>
          <p14:tracePt t="155226" x="615950" y="3127375"/>
          <p14:tracePt t="155226" x="598488" y="3127375"/>
          <p14:tracePt t="155226" x="555625" y="3127375"/>
          <p14:tracePt t="155226" x="501650" y="3133725"/>
          <p14:tracePt t="155226" x="466725" y="3133725"/>
          <p14:tracePt t="155226" x="423863" y="3133725"/>
          <p14:tracePt t="155226" x="400050" y="3140075"/>
          <p14:tracePt t="155226" x="358775" y="3140075"/>
          <p14:tracePt t="155226" x="293688" y="3146425"/>
          <p14:tracePt t="155226" x="250825" y="3146425"/>
          <p14:tracePt t="155226" x="209550" y="3151188"/>
          <p14:tracePt t="155226" x="192088" y="3151188"/>
          <p14:tracePt t="155226" x="155575" y="3151188"/>
          <p14:tracePt t="155226" x="101600" y="3157538"/>
          <p14:tracePt t="155226" x="60325" y="3163888"/>
          <p14:tracePt t="155226" x="23813" y="3170238"/>
          <p14:tracePt t="155226" x="0" y="3170238"/>
          <p14:tracePt t="155226" x="9137650" y="2479675"/>
          <p14:tracePt t="155226" x="9132888" y="2479675"/>
          <p14:tracePt t="155226" x="9118600" y="2486025"/>
          <p14:tracePt t="155226" x="9080500" y="2500313"/>
          <p14:tracePt t="155226" x="9029700" y="2522538"/>
          <p14:tracePt t="155226" x="8983663" y="2540000"/>
          <p14:tracePt t="155226" x="8975725" y="2543175"/>
          <p14:tracePt t="155226" x="8937625" y="2560638"/>
          <p14:tracePt t="155226" x="8883650" y="2582863"/>
          <p14:tracePt t="155226" x="8837613" y="2603500"/>
          <p14:tracePt t="155226" x="8829675" y="2608263"/>
          <p14:tracePt t="155226" x="8794750" y="2625725"/>
          <p14:tracePt t="155226" x="8755063" y="2643188"/>
          <p14:tracePt t="155226" x="8723313" y="2657475"/>
          <p14:tracePt t="155226" x="8704263" y="2665413"/>
          <p14:tracePt t="155226" x="8697913" y="2668588"/>
          <p14:tracePt t="155226" x="8701088" y="2668588"/>
          <p14:tracePt t="155226" x="8704263" y="2668588"/>
          <p14:tracePt t="155226" x="8712200" y="2668588"/>
          <p14:tracePt t="155226" x="8729663" y="2657475"/>
          <p14:tracePt t="155226" x="8755063" y="2651125"/>
          <p14:tracePt t="155226" x="8786813" y="2636838"/>
          <p14:tracePt t="155226" x="8794750" y="2632075"/>
          <p14:tracePt t="155226" x="8832850" y="2614613"/>
          <p14:tracePt t="155226" x="8880475" y="2593975"/>
          <p14:tracePt t="155226" x="8929688" y="2568575"/>
          <p14:tracePt t="155226" x="8997950" y="2528888"/>
          <p14:tracePt t="155226" x="9066213" y="2493963"/>
          <p14:tracePt t="155226" x="9126538" y="2460625"/>
          <p14:tracePt t="155226" x="17463" y="2409825"/>
          <p14:tracePt t="155226" x="30163" y="2398713"/>
          <p14:tracePt t="155226" x="41275" y="2379663"/>
          <p14:tracePt t="155226" x="53975" y="2368550"/>
          <p14:tracePt t="155226" x="65088" y="2355850"/>
          <p14:tracePt t="155226" x="84138" y="2338388"/>
          <p14:tracePt t="155226" x="90488" y="2327275"/>
          <p14:tracePt t="155226" x="101600" y="2308225"/>
          <p14:tracePt t="155226" x="114300" y="2297113"/>
          <p14:tracePt t="155226" x="125413" y="2284413"/>
          <p14:tracePt t="155226" x="138113" y="2266950"/>
          <p14:tracePt t="155226" x="149225" y="2254250"/>
          <p14:tracePt t="155226" x="166688" y="2230438"/>
          <p14:tracePt t="155226" x="179388" y="2212975"/>
          <p14:tracePt t="155226" x="192088" y="2200275"/>
          <p14:tracePt t="155226" x="203200" y="2189163"/>
          <p14:tracePt t="155226" x="209550" y="2171700"/>
          <p14:tracePt t="155226" x="220663" y="2159000"/>
          <p14:tracePt t="155226" x="227013" y="2159000"/>
          <p14:tracePt t="155226" x="244475" y="2128838"/>
          <p14:tracePt t="155226" x="250825" y="2117725"/>
          <p14:tracePt t="155226" x="263525" y="2105025"/>
          <p14:tracePt t="155226" x="274638" y="2087563"/>
          <p14:tracePt t="155226" x="280988" y="2074863"/>
          <p14:tracePt t="155226" x="287338" y="2063750"/>
          <p14:tracePt t="155226" x="293688" y="2057400"/>
          <p14:tracePt t="155226" x="304800" y="2044700"/>
          <p14:tracePt t="155226" x="311150" y="2033588"/>
          <p14:tracePt t="155226" x="317500" y="2020888"/>
          <p14:tracePt t="155226" x="328613" y="2009775"/>
          <p14:tracePt t="155226" x="334963" y="1997075"/>
          <p14:tracePt t="155226" x="341313" y="1979613"/>
          <p14:tracePt t="155226" x="352425" y="1966913"/>
          <p14:tracePt t="155226" x="358775" y="1955800"/>
          <p14:tracePt t="155226" x="365125" y="1943100"/>
          <p14:tracePt t="155226" x="371475" y="1931988"/>
          <p14:tracePt t="155226" x="376238" y="1914525"/>
          <p14:tracePt t="155226" x="382588" y="1908175"/>
          <p14:tracePt t="155226" x="388938" y="1895475"/>
          <p14:tracePt t="155226" x="395288" y="1884363"/>
          <p14:tracePt t="155226" x="400050" y="1871663"/>
          <p14:tracePt t="155226" x="406400" y="1860550"/>
          <p14:tracePt t="155226" x="412750" y="1847850"/>
          <p14:tracePt t="155226" x="412750" y="1836738"/>
          <p14:tracePt t="155226" x="419100" y="1824038"/>
          <p14:tracePt t="155226" x="423863" y="1817688"/>
          <p14:tracePt t="155226" x="423863" y="1806575"/>
          <p14:tracePt t="155226" x="430213" y="1793875"/>
          <p14:tracePt t="155226" x="430213" y="1787525"/>
          <p14:tracePt t="155226" x="436563" y="1776413"/>
          <p14:tracePt t="155226" x="436563" y="1770063"/>
          <p14:tracePt t="155226" x="442913" y="1758950"/>
          <p14:tracePt t="155226" x="442913" y="1752600"/>
          <p14:tracePt t="155226" x="442913" y="1746250"/>
          <p14:tracePt t="155226" x="449263" y="1735138"/>
          <p14:tracePt t="155226" x="449263" y="1728788"/>
          <p14:tracePt t="155226" x="449263" y="1722438"/>
          <p14:tracePt t="155226" x="454025" y="1716088"/>
          <p14:tracePt t="155226" x="454025" y="1704975"/>
          <p14:tracePt t="155226" x="454025" y="1692275"/>
          <p14:tracePt t="155226" x="460375" y="1692275"/>
          <p14:tracePt t="155226" x="460375" y="1681163"/>
          <p14:tracePt t="155226" x="460375" y="1674813"/>
          <p14:tracePt t="155226" x="460375" y="1662113"/>
          <p14:tracePt t="155226" x="460375" y="1657350"/>
          <p14:tracePt t="155226" x="460375" y="1651000"/>
          <p14:tracePt t="155226" x="466725" y="1644650"/>
          <p14:tracePt t="155226" x="466725" y="1638300"/>
          <p14:tracePt t="155226" x="466725" y="1633538"/>
          <p14:tracePt t="155226" x="466725" y="1627188"/>
          <p14:tracePt t="155226" x="466725" y="1620838"/>
          <p14:tracePt t="155226" x="466725" y="1614488"/>
          <p14:tracePt t="155226" x="466725" y="1608138"/>
          <p14:tracePt t="155226" x="460375" y="1608138"/>
          <p14:tracePt t="155226" x="460375" y="1603375"/>
          <p14:tracePt t="155226" x="460375" y="1597025"/>
          <p14:tracePt t="155226" x="460375" y="1590675"/>
          <p14:tracePt t="155226" x="454025" y="1584325"/>
          <p14:tracePt t="155226" x="454025" y="1579563"/>
          <p14:tracePt t="155226" x="454025" y="1573213"/>
          <p14:tracePt t="155226" x="454025" y="1566863"/>
          <p14:tracePt t="155226" x="449263" y="1560513"/>
          <p14:tracePt t="155226" x="449263" y="1555750"/>
          <p14:tracePt t="155226" x="442913" y="1549400"/>
          <p14:tracePt t="155226" x="442913" y="1543050"/>
          <p14:tracePt t="155226" x="442913" y="1536700"/>
          <p14:tracePt t="155226" x="442913" y="1530350"/>
          <p14:tracePt t="155226" x="436563" y="1530350"/>
          <p14:tracePt t="155226" x="436563" y="1525588"/>
          <p14:tracePt t="155226" x="436563" y="1519238"/>
          <p14:tracePt t="155226" x="436563" y="1512888"/>
          <p14:tracePt t="155226" x="430213" y="1506538"/>
          <p14:tracePt t="155226" x="430213" y="1501775"/>
          <p14:tracePt t="155226" x="423863" y="1495425"/>
          <p14:tracePt t="155226" x="423863" y="1489075"/>
          <p14:tracePt t="155226" x="423863" y="1482725"/>
          <p14:tracePt t="155226" x="419100" y="1477963"/>
          <p14:tracePt t="155226" x="419100" y="1471613"/>
          <p14:tracePt t="155226" x="412750" y="1471613"/>
          <p14:tracePt t="155226" x="412750" y="1465263"/>
          <p14:tracePt t="155226" x="412750" y="1458913"/>
          <p14:tracePt t="155226" x="412750" y="1452563"/>
          <p14:tracePt t="155226" x="406400" y="1452563"/>
          <p14:tracePt t="155226" x="406400" y="1447800"/>
          <p14:tracePt t="155226" x="406400" y="1441450"/>
          <p14:tracePt t="155226" x="400050" y="1441450"/>
          <p14:tracePt t="155226" x="400050" y="1435100"/>
          <p14:tracePt t="155226" x="400050" y="1428750"/>
          <p14:tracePt t="155226" x="395288" y="1423988"/>
          <p14:tracePt t="155226" x="388938" y="1411288"/>
          <p14:tracePt t="155226" x="388938" y="1404938"/>
          <p14:tracePt t="155226" x="382588" y="1404938"/>
          <p14:tracePt t="155226" x="382588" y="1400175"/>
          <p14:tracePt t="155226" x="376238" y="1393825"/>
          <p14:tracePt t="155226" x="371475" y="1387475"/>
          <p14:tracePt t="155226" x="371475" y="1381125"/>
          <p14:tracePt t="155226" x="371475" y="1376363"/>
          <p14:tracePt t="155226" x="365125" y="1376363"/>
          <p14:tracePt t="155226" x="365125" y="1370013"/>
          <p14:tracePt t="155226" x="358775" y="1363663"/>
          <p14:tracePt t="155226" x="358775" y="1357313"/>
          <p14:tracePt t="155226" x="352425" y="1350963"/>
          <p14:tracePt t="155226" x="346075" y="1346200"/>
          <p14:tracePt t="155226" x="346075" y="1339850"/>
          <p14:tracePt t="155226" x="341313" y="1339850"/>
          <p14:tracePt t="155226" x="341313" y="1333500"/>
          <p14:tracePt t="155226" x="334963" y="1327150"/>
          <p14:tracePt t="155226" x="334963" y="1322388"/>
          <p14:tracePt t="155226" x="328613" y="1322388"/>
          <p14:tracePt t="155226" x="328613" y="1316038"/>
          <p14:tracePt t="155226" x="322263" y="1309688"/>
          <p14:tracePt t="155226" x="322263" y="1303338"/>
          <p14:tracePt t="155226" x="317500" y="1303338"/>
          <p14:tracePt t="155226" x="317500" y="1298575"/>
          <p14:tracePt t="155226" x="311150" y="1298575"/>
          <p14:tracePt t="155226" x="311150" y="1292225"/>
          <p14:tracePt t="155226" x="304800" y="1285875"/>
          <p14:tracePt t="155226" x="298450" y="1279525"/>
          <p14:tracePt t="155226" x="298450" y="1273175"/>
          <p14:tracePt t="155226" x="293688" y="1273175"/>
          <p14:tracePt t="155226" x="293688" y="1268413"/>
          <p14:tracePt t="155226" x="287338" y="1268413"/>
          <p14:tracePt t="155226" x="287338" y="1262063"/>
          <p14:tracePt t="155226" x="280988" y="1255713"/>
          <p14:tracePt t="155226" x="274638" y="1249363"/>
          <p14:tracePt t="155226" x="269875" y="1244600"/>
          <p14:tracePt t="155226" x="263525" y="1238250"/>
          <p14:tracePt t="155226" x="263525" y="1231900"/>
          <p14:tracePt t="155226" x="250825" y="1225550"/>
          <p14:tracePt t="155226" x="250825" y="1220788"/>
          <p14:tracePt t="155226" x="244475" y="1220788"/>
          <p14:tracePt t="155226" x="244475" y="1214438"/>
          <p14:tracePt t="155226" x="239713" y="1214438"/>
          <p14:tracePt t="155226" x="239713" y="1208088"/>
          <p14:tracePt t="155226" x="233363" y="1201738"/>
          <p14:tracePt t="155226" x="227013" y="1201738"/>
          <p14:tracePt t="155226" x="227013" y="1195388"/>
          <p14:tracePt t="155226" x="220663" y="1190625"/>
          <p14:tracePt t="155226" x="215900" y="1190625"/>
          <p14:tracePt t="155226" x="215900" y="1184275"/>
          <p14:tracePt t="155226" x="209550" y="1177925"/>
          <p14:tracePt t="155226" x="203200" y="1177925"/>
          <p14:tracePt t="155226" x="203200" y="1171575"/>
          <p14:tracePt t="155226" x="196850" y="1166813"/>
          <p14:tracePt t="155226" x="192088" y="1166813"/>
          <p14:tracePt t="155226" x="192088" y="1160463"/>
          <p14:tracePt t="155226" x="185738" y="1154113"/>
          <p14:tracePt t="155226" x="179388" y="1154113"/>
          <p14:tracePt t="155226" x="179388" y="1147763"/>
          <p14:tracePt t="155226" x="173038" y="1143000"/>
          <p14:tracePt t="155226" x="166688" y="1136650"/>
          <p14:tracePt t="155226" x="161925" y="1130300"/>
          <p14:tracePt t="155226" x="155575" y="1123950"/>
          <p14:tracePt t="155226" x="149225" y="1119188"/>
          <p14:tracePt t="155226" x="142875" y="1119188"/>
          <p14:tracePt t="155226" x="142875" y="1112838"/>
          <p14:tracePt t="155226" x="138113" y="1106488"/>
          <p14:tracePt t="155226" x="131763" y="1106488"/>
          <p14:tracePt t="155226" x="131763" y="1100138"/>
          <p14:tracePt t="155226" x="131763" y="1093788"/>
          <p14:tracePt t="155226" x="125413" y="1093788"/>
          <p14:tracePt t="155226" x="119063" y="1093788"/>
          <p14:tracePt t="155226" x="119063" y="1089025"/>
          <p14:tracePt t="155226" x="114300" y="1082675"/>
          <p14:tracePt t="155226" x="107950" y="1082675"/>
          <p14:tracePt t="155226" x="107950" y="1076325"/>
          <p14:tracePt t="155226" x="101600" y="1076325"/>
          <p14:tracePt t="155226" x="101600" y="1069975"/>
          <p14:tracePt t="155226" x="95250" y="1069975"/>
          <p14:tracePt t="155226" x="95250" y="1065213"/>
          <p14:tracePt t="155226" x="90488" y="1065213"/>
          <p14:tracePt t="155226" x="90488" y="1058863"/>
          <p14:tracePt t="155226" x="90488" y="1052513"/>
          <p14:tracePt t="155226" x="84138" y="1052513"/>
          <p14:tracePt t="155226" x="84138" y="1046163"/>
          <p14:tracePt t="155226" x="84138" y="1041400"/>
          <p14:tracePt t="155226" x="84138" y="1035050"/>
          <p14:tracePt t="155226" x="84138" y="1028700"/>
          <p14:tracePt t="155226" x="84138" y="1022350"/>
          <p14:tracePt t="155226" x="77788" y="1022350"/>
          <p14:tracePt t="155226" x="77788" y="1016000"/>
          <p14:tracePt t="155226" x="77788" y="1011238"/>
          <p14:tracePt t="155226" x="77788" y="1004888"/>
          <p14:tracePt t="155226" x="77788" y="998538"/>
          <p14:tracePt t="155226" x="71438" y="992188"/>
          <p14:tracePt t="155226" x="71438" y="987425"/>
          <p14:tracePt t="155226" x="71438" y="981075"/>
          <p14:tracePt t="155226" x="71438" y="974725"/>
          <p14:tracePt t="155226" x="71438" y="968375"/>
          <p14:tracePt t="155226" x="65088" y="968375"/>
          <p14:tracePt t="155226" x="65088" y="963613"/>
          <p14:tracePt t="155226" x="65088" y="957263"/>
          <p14:tracePt t="155226" x="65088" y="950913"/>
          <p14:tracePt t="155226" x="60325" y="950913"/>
          <p14:tracePt t="155226" x="60325" y="944563"/>
          <p14:tracePt t="155226" x="60325" y="938213"/>
          <p14:tracePt t="155226" x="60325" y="933450"/>
          <p14:tracePt t="155226" x="60325" y="927100"/>
          <p14:tracePt t="155226" x="53975" y="927100"/>
          <p14:tracePt t="155226" x="53975" y="920750"/>
          <p14:tracePt t="155226" x="53975" y="914400"/>
          <p14:tracePt t="155226" x="53975" y="909638"/>
          <p14:tracePt t="155226" x="53975" y="903288"/>
          <p14:tracePt t="155226" x="47625" y="896938"/>
          <p14:tracePt t="155226" x="47625" y="890588"/>
          <p14:tracePt t="155226" x="47625" y="885825"/>
          <p14:tracePt t="155226" x="41275" y="885825"/>
          <p14:tracePt t="155226" x="41275" y="879475"/>
          <p14:tracePt t="155226" x="41275" y="873125"/>
          <p14:tracePt t="155226" x="41275" y="866775"/>
          <p14:tracePt t="155226" x="41275" y="862013"/>
          <p14:tracePt t="155226" x="41275" y="855663"/>
          <p14:tracePt t="155226" x="36513" y="855663"/>
          <p14:tracePt t="155226" x="36513" y="849313"/>
          <p14:tracePt t="155226" x="36513" y="842963"/>
          <p14:tracePt t="155226" x="36513" y="836613"/>
          <p14:tracePt t="155226" x="30163" y="836613"/>
          <p14:tracePt t="155226" x="30163" y="831850"/>
          <p14:tracePt t="155226" x="30163" y="825500"/>
          <p14:tracePt t="155226" x="30163" y="819150"/>
          <p14:tracePt t="155226" x="23813" y="812800"/>
          <p14:tracePt t="155226" x="23813" y="808038"/>
          <p14:tracePt t="155226" x="23813" y="801688"/>
          <p14:tracePt t="155226" x="23813" y="795338"/>
          <p14:tracePt t="155226" x="17463" y="795338"/>
          <p14:tracePt t="155226" x="17463" y="788988"/>
          <p14:tracePt t="155226" x="17463" y="784225"/>
          <p14:tracePt t="155226" x="17463" y="777875"/>
          <p14:tracePt t="155226" x="17463" y="771525"/>
          <p14:tracePt t="155226" x="12700" y="765175"/>
          <p14:tracePt t="155226" x="12700" y="758825"/>
          <p14:tracePt t="155226" x="12700" y="754063"/>
          <p14:tracePt t="155226" x="12700" y="747713"/>
          <p14:tracePt t="155226" x="12700" y="741363"/>
          <p14:tracePt t="155226" x="6350" y="741363"/>
          <p14:tracePt t="155226" x="6350" y="735013"/>
          <p14:tracePt t="155226" x="6350" y="730250"/>
          <p14:tracePt t="155226" x="6350" y="723900"/>
          <p14:tracePt t="155226" x="6350" y="717550"/>
          <p14:tracePt t="155226" x="6350" y="711200"/>
          <p14:tracePt t="155226" x="0" y="711200"/>
          <p14:tracePt t="155226" x="0" y="700088"/>
          <p14:tracePt t="155226" x="0" y="693738"/>
          <p14:tracePt t="155226" x="0" y="687388"/>
          <p14:tracePt t="155226" x="0" y="681038"/>
          <p14:tracePt t="155226" x="0" y="676275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AD99-7C2E-403D-0251-B3C72E0A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45C4-DFD5-F996-9042-DCF27A41BC73}"/>
              </a:ext>
            </a:extLst>
          </p:cNvPr>
          <p:cNvSpPr txBox="1">
            <a:spLocks/>
          </p:cNvSpPr>
          <p:nvPr/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CPU guesses/learns the path the program will follow and starts executing it by putting it into the pipeline</a:t>
            </a:r>
          </a:p>
          <a:p>
            <a:endParaRPr lang="en-US" sz="2400" dirty="0"/>
          </a:p>
          <a:p>
            <a:r>
              <a:rPr lang="en-US" sz="2400" dirty="0"/>
              <a:t>If it made a wrong guess, it flashes the pipe and starts from the right point undoing all changes it performed.</a:t>
            </a:r>
          </a:p>
          <a:p>
            <a:endParaRPr lang="en-US" sz="2400" dirty="0"/>
          </a:p>
        </p:txBody>
      </p:sp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C158D495-B168-27DE-1F73-0690299BD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468" y="3667520"/>
            <a:ext cx="2743200" cy="81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 Execution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152" y="935860"/>
            <a:ext cx="6880894" cy="3607857"/>
          </a:xfrm>
          <a:prstGeom prst="rect">
            <a:avLst/>
          </a:prstGeom>
        </p:spPr>
      </p:pic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3E3C88DE-9562-A82B-1EEE-9E62589B2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9" y="1185577"/>
            <a:ext cx="2743200" cy="8117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AE0C04-A206-6FF1-48FE-D33599FAB28C}"/>
              </a:ext>
            </a:extLst>
          </p:cNvPr>
          <p:cNvSpPr txBox="1"/>
          <p:nvPr/>
        </p:nvSpPr>
        <p:spPr>
          <a:xfrm>
            <a:off x="5094514" y="4405217"/>
            <a:ext cx="321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Processor manufacturers forgot about the Cache</a:t>
            </a:r>
          </a:p>
        </p:txBody>
      </p:sp>
    </p:spTree>
    <p:extLst>
      <p:ext uri="{BB962C8B-B14F-4D97-AF65-F5344CB8AC3E}">
        <p14:creationId xmlns:p14="http://schemas.microsoft.com/office/powerpoint/2010/main" val="210600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4E6E-3FA4-75D1-4F03-14655FC8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Meltdown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BA3BE-4EFA-F8C4-0415-01075D896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Attacker is a user program and is therefore in the user space.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attacker’s motivation is to get hold of some confidential information in the kernel space.</a:t>
            </a:r>
          </a:p>
          <a:p>
            <a:pPr lvl="1"/>
            <a:r>
              <a:rPr lang="en-US" dirty="0"/>
              <a:t>The user space/kernel space separation using the on board hardware prevents an attacker from doing it directly.</a:t>
            </a:r>
          </a:p>
          <a:p>
            <a:pPr lvl="1"/>
            <a:r>
              <a:rPr lang="en-US" dirty="0"/>
              <a:t>The meltdown attack allows the attacker to do this using a side channel</a:t>
            </a:r>
          </a:p>
        </p:txBody>
      </p:sp>
    </p:spTree>
    <p:extLst>
      <p:ext uri="{BB962C8B-B14F-4D97-AF65-F5344CB8AC3E}">
        <p14:creationId xmlns:p14="http://schemas.microsoft.com/office/powerpoint/2010/main" val="134251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Lights to CPU Cache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206" y="2645070"/>
            <a:ext cx="7886700" cy="1720243"/>
          </a:xfrm>
        </p:spPr>
        <p:txBody>
          <a:bodyPr>
            <a:normAutofit lnSpcReduction="10000"/>
          </a:bodyPr>
          <a:lstStyle/>
          <a:p>
            <a:pPr marL="38100" indent="0">
              <a:buNone/>
            </a:pPr>
            <a:endParaRPr lang="en-US" dirty="0"/>
          </a:p>
          <a:p>
            <a:pPr marL="38100" indent="0">
              <a:buNone/>
            </a:pPr>
            <a:r>
              <a:rPr lang="en-US" dirty="0"/>
              <a:t>Room = Kernel Memory</a:t>
            </a:r>
          </a:p>
          <a:p>
            <a:pPr marL="38100" indent="0">
              <a:buNone/>
            </a:pPr>
            <a:r>
              <a:rPr lang="en-US" dirty="0"/>
              <a:t>Secret number =  Confidential kernel information</a:t>
            </a:r>
          </a:p>
          <a:p>
            <a:pPr marL="38100" indent="0">
              <a:buNone/>
            </a:pPr>
            <a:r>
              <a:rPr lang="en-US" dirty="0"/>
              <a:t>Guard = Access Control System. Uses the hardware to check if access is allowed.</a:t>
            </a:r>
          </a:p>
        </p:txBody>
      </p:sp>
      <p:pic>
        <p:nvPicPr>
          <p:cNvPr id="3076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82" y="1268016"/>
            <a:ext cx="1032318" cy="114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23AAB9-B46C-7ADD-D62C-D132DE538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203" y="273844"/>
            <a:ext cx="2781300" cy="1968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921EF7-F34C-A3B2-6BAC-93D9327B893E}"/>
              </a:ext>
            </a:extLst>
          </p:cNvPr>
          <p:cNvSpPr/>
          <p:nvPr/>
        </p:nvSpPr>
        <p:spPr>
          <a:xfrm>
            <a:off x="6997959" y="879037"/>
            <a:ext cx="466530" cy="53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0457AA-6F81-EADE-FA74-5D7F4EFF73DF}"/>
              </a:ext>
            </a:extLst>
          </p:cNvPr>
          <p:cNvSpPr/>
          <p:nvPr/>
        </p:nvSpPr>
        <p:spPr>
          <a:xfrm>
            <a:off x="7007290" y="1502892"/>
            <a:ext cx="466530" cy="53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 descr="Related image">
            <a:extLst>
              <a:ext uri="{FF2B5EF4-FFF2-40B4-BE49-F238E27FC236}">
                <a16:creationId xmlns:a16="http://schemas.microsoft.com/office/drawing/2014/main" id="{20F8FC27-491C-99B8-C20B-216F18C4C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1737" y="1499793"/>
            <a:ext cx="556339" cy="63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1A8A71-F303-51F6-CD35-F1F604D45001}"/>
              </a:ext>
            </a:extLst>
          </p:cNvPr>
          <p:cNvSpPr txBox="1"/>
          <p:nvPr/>
        </p:nvSpPr>
        <p:spPr>
          <a:xfrm>
            <a:off x="8401049" y="2242344"/>
            <a:ext cx="8522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Guard with </a:t>
            </a:r>
          </a:p>
          <a:p>
            <a:r>
              <a:rPr lang="en-US" sz="1000" dirty="0"/>
              <a:t>Memory </a:t>
            </a:r>
          </a:p>
          <a:p>
            <a:r>
              <a:rPr lang="en-US" sz="1000" dirty="0"/>
              <a:t>Eraser</a:t>
            </a:r>
          </a:p>
        </p:txBody>
      </p:sp>
    </p:spTree>
    <p:extLst>
      <p:ext uri="{BB962C8B-B14F-4D97-AF65-F5344CB8AC3E}">
        <p14:creationId xmlns:p14="http://schemas.microsoft.com/office/powerpoint/2010/main" val="130420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Lights to CPU Cache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3AAB9-B46C-7ADD-D62C-D132DE538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665" y="1125567"/>
            <a:ext cx="2781300" cy="1968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921EF7-F34C-A3B2-6BAC-93D9327B893E}"/>
              </a:ext>
            </a:extLst>
          </p:cNvPr>
          <p:cNvSpPr/>
          <p:nvPr/>
        </p:nvSpPr>
        <p:spPr>
          <a:xfrm>
            <a:off x="6997959" y="879037"/>
            <a:ext cx="466530" cy="53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0457AA-6F81-EADE-FA74-5D7F4EFF73DF}"/>
              </a:ext>
            </a:extLst>
          </p:cNvPr>
          <p:cNvSpPr/>
          <p:nvPr/>
        </p:nvSpPr>
        <p:spPr>
          <a:xfrm>
            <a:off x="7007290" y="1502892"/>
            <a:ext cx="466530" cy="53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 descr="Related image">
            <a:extLst>
              <a:ext uri="{FF2B5EF4-FFF2-40B4-BE49-F238E27FC236}">
                <a16:creationId xmlns:a16="http://schemas.microsoft.com/office/drawing/2014/main" id="{20F8FC27-491C-99B8-C20B-216F18C4C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298" y="2380240"/>
            <a:ext cx="556339" cy="63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1A8A71-F303-51F6-CD35-F1F604D45001}"/>
              </a:ext>
            </a:extLst>
          </p:cNvPr>
          <p:cNvSpPr txBox="1"/>
          <p:nvPr/>
        </p:nvSpPr>
        <p:spPr>
          <a:xfrm>
            <a:off x="5676511" y="3094067"/>
            <a:ext cx="14707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Access control system: Checks Access but speculative execution causes delay, while the program instructions are executed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D33454-674A-6CBE-D319-9B2237E54C42}"/>
              </a:ext>
            </a:extLst>
          </p:cNvPr>
          <p:cNvSpPr txBox="1"/>
          <p:nvPr/>
        </p:nvSpPr>
        <p:spPr>
          <a:xfrm>
            <a:off x="6382139" y="1502892"/>
            <a:ext cx="2612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 program. Tries to access secret value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6FCEB7-B26A-3D80-DCC2-08EF8154F571}"/>
              </a:ext>
            </a:extLst>
          </p:cNvPr>
          <p:cNvCxnSpPr>
            <a:stCxn id="11" idx="1"/>
          </p:cNvCxnSpPr>
          <p:nvPr/>
        </p:nvCxnSpPr>
        <p:spPr>
          <a:xfrm flipH="1">
            <a:off x="5346441" y="1733725"/>
            <a:ext cx="1035698" cy="76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AAE6079-AC51-4FCA-7593-782094618E7A}"/>
              </a:ext>
            </a:extLst>
          </p:cNvPr>
          <p:cNvSpPr/>
          <p:nvPr/>
        </p:nvSpPr>
        <p:spPr>
          <a:xfrm>
            <a:off x="4264091" y="1757515"/>
            <a:ext cx="466530" cy="53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A7A615-6327-DDAE-D898-D05E0C86187C}"/>
              </a:ext>
            </a:extLst>
          </p:cNvPr>
          <p:cNvSpPr/>
          <p:nvPr/>
        </p:nvSpPr>
        <p:spPr>
          <a:xfrm>
            <a:off x="4254760" y="2381370"/>
            <a:ext cx="466530" cy="53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BBF389-5627-C617-0D73-CC05EFE8D129}"/>
              </a:ext>
            </a:extLst>
          </p:cNvPr>
          <p:cNvSpPr txBox="1"/>
          <p:nvPr/>
        </p:nvSpPr>
        <p:spPr>
          <a:xfrm>
            <a:off x="1549271" y="2034737"/>
            <a:ext cx="14707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The information accessed by the program is now hot in the cache. The program can now read the cache and therefore the secret value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4F0A1F-92D9-5CB0-D14E-180813655FF5}"/>
              </a:ext>
            </a:extLst>
          </p:cNvPr>
          <p:cNvCxnSpPr/>
          <p:nvPr/>
        </p:nvCxnSpPr>
        <p:spPr>
          <a:xfrm flipH="1">
            <a:off x="3106887" y="2571750"/>
            <a:ext cx="918521" cy="1269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24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Speculative/Out-of-order Execution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23" y="1196859"/>
            <a:ext cx="6288630" cy="33642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322" y="1385117"/>
            <a:ext cx="3361461" cy="68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5627-6FC3-DADC-309D-582E47FF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Speculative/Out-of-order Execution</a:t>
            </a:r>
          </a:p>
        </p:txBody>
      </p:sp>
      <p:pic>
        <p:nvPicPr>
          <p:cNvPr id="3" name="Picture 2" descr="Screen Clipping">
            <a:extLst>
              <a:ext uri="{FF2B5EF4-FFF2-40B4-BE49-F238E27FC236}">
                <a16:creationId xmlns:a16="http://schemas.microsoft.com/office/drawing/2014/main" id="{3838F404-94B9-9854-8052-AE31EA8B7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849" y="2361234"/>
            <a:ext cx="2743200" cy="81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8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4E6E-3FA4-75D1-4F03-14655FC8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Spectre</a:t>
            </a:r>
            <a:r>
              <a:rPr lang="en-US" dirty="0"/>
              <a:t>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BA3BE-4EFA-F8C4-0415-01075D896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Makes use of speculative execution’s drawback too</a:t>
            </a:r>
          </a:p>
          <a:p>
            <a:r>
              <a:rPr lang="en-US" dirty="0"/>
              <a:t>Turns out you can (potentially) play this trick every time there is a condition in the code</a:t>
            </a:r>
          </a:p>
          <a:p>
            <a:r>
              <a:rPr lang="en-US" dirty="0"/>
              <a:t>CPUs try to make an educated guess of which execution path is likely to be taken.</a:t>
            </a:r>
          </a:p>
          <a:p>
            <a:pPr lvl="1"/>
            <a:r>
              <a:rPr lang="en-US" dirty="0"/>
              <a:t>They do this by looking at which path was historically taken</a:t>
            </a:r>
          </a:p>
          <a:p>
            <a:r>
              <a:rPr lang="en-US" dirty="0"/>
              <a:t>A CPU can be fooled into taking the incorrect execution path by training it with the correct execution path</a:t>
            </a:r>
          </a:p>
          <a:p>
            <a:r>
              <a:rPr lang="en-US" dirty="0"/>
              <a:t>Eventually the CPU will correct itself but any data in the CPU cache as a result of the incorrect execution will not be erased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6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4E6E-3FA4-75D1-4F03-14655FC8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Spectre</a:t>
            </a:r>
            <a:r>
              <a:rPr lang="en-US" dirty="0"/>
              <a:t>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BA3BE-4EFA-F8C4-0415-01075D896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access control decisions are taken using conditional code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read_permission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== 1)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allow read</a:t>
            </a:r>
          </a:p>
          <a:p>
            <a:endParaRPr lang="en-US" dirty="0"/>
          </a:p>
          <a:p>
            <a:r>
              <a:rPr lang="en-US" dirty="0" err="1"/>
              <a:t>Spectre</a:t>
            </a:r>
            <a:r>
              <a:rPr lang="en-US" dirty="0"/>
              <a:t> class of attacks exploits speculative execution to get access to resources without having the required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9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932" y="1725283"/>
            <a:ext cx="30192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1</a:t>
            </a:r>
          </a:p>
          <a:p>
            <a:endParaRPr lang="en-US" sz="1800" dirty="0"/>
          </a:p>
          <a:p>
            <a:r>
              <a:rPr lang="en-US" sz="1800" dirty="0" err="1"/>
              <a:t>Mis</a:t>
            </a:r>
            <a:r>
              <a:rPr lang="en-US" sz="1800" dirty="0"/>
              <a:t>-Train the CPU to speculatively execute the true branch of an if-statement.</a:t>
            </a:r>
          </a:p>
          <a:p>
            <a:endParaRPr lang="en-US" sz="1800" dirty="0"/>
          </a:p>
          <a:p>
            <a:r>
              <a:rPr lang="en-US" sz="1800" dirty="0"/>
              <a:t>Pick repeated valid values for x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025964" y="1719272"/>
            <a:ext cx="3092570" cy="336430"/>
            <a:chOff x="6987394" y="1942306"/>
            <a:chExt cx="4123426" cy="448573"/>
          </a:xfrm>
        </p:grpSpPr>
        <p:sp>
          <p:nvSpPr>
            <p:cNvPr id="14" name="Rectangle 13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243242" y="495454"/>
            <a:ext cx="599536" cy="3191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17" name="Elbow Connector 16"/>
          <p:cNvCxnSpPr>
            <a:stCxn id="16" idx="2"/>
          </p:cNvCxnSpPr>
          <p:nvPr/>
        </p:nvCxnSpPr>
        <p:spPr>
          <a:xfrm rot="5400000">
            <a:off x="4945080" y="1127354"/>
            <a:ext cx="910652" cy="28520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169617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186"/>
    </mc:Choice>
    <mc:Fallback xmlns="">
      <p:transition spd="slow" advTm="203186"/>
    </mc:Fallback>
  </mc:AlternateContent>
  <p:extLst>
    <p:ext uri="{3A86A75C-4F4B-4683-9AE1-C65F6400EC91}">
      <p14:laserTraceLst xmlns:p14="http://schemas.microsoft.com/office/powerpoint/2010/main">
        <p14:tracePtLst>
          <p14:tracePt t="49802" x="3032125" y="5119688"/>
          <p14:tracePt t="49802" x="3043238" y="5113338"/>
          <p14:tracePt t="49803" x="3055938" y="5106988"/>
          <p14:tracePt t="49804" x="3068638" y="5095875"/>
          <p14:tracePt t="49805" x="3073400" y="5089525"/>
          <p14:tracePt t="49806" x="3086100" y="5083175"/>
          <p14:tracePt t="49808" x="3097213" y="5078413"/>
          <p14:tracePt t="49808" x="3116263" y="5065713"/>
          <p14:tracePt t="49809" x="3127375" y="5059363"/>
          <p14:tracePt t="49810" x="3140075" y="5048250"/>
          <p14:tracePt t="49811" x="3157538" y="5041900"/>
          <p14:tracePt t="49812" x="3170238" y="5029200"/>
          <p14:tracePt t="49813" x="3194050" y="5018088"/>
          <p14:tracePt t="49814" x="3205163" y="5005388"/>
          <p14:tracePt t="49815" x="3224213" y="4994275"/>
          <p14:tracePt t="49816" x="3241675" y="4987925"/>
          <p14:tracePt t="49817" x="3265488" y="4976813"/>
          <p14:tracePt t="49818" x="3265488" y="4970463"/>
          <p14:tracePt t="49819" x="3282950" y="4964113"/>
          <p14:tracePt t="49820" x="3300413" y="4951413"/>
          <p14:tracePt t="49821" x="3319463" y="4940300"/>
          <p14:tracePt t="49822" x="3336925" y="4933950"/>
          <p14:tracePt t="49823" x="3354388" y="4922838"/>
          <p14:tracePt t="49824" x="3373438" y="4910138"/>
          <p14:tracePt t="49825" x="3397250" y="4899025"/>
          <p14:tracePt t="49827" x="3414713" y="4886325"/>
          <p14:tracePt t="49827" x="3432175" y="4879975"/>
          <p14:tracePt t="49828" x="3468688" y="4856163"/>
          <p14:tracePt t="49829" x="3492500" y="4849813"/>
          <p14:tracePt t="49830" x="3509963" y="4838700"/>
          <p14:tracePt t="49831" x="3533775" y="4826000"/>
          <p14:tracePt t="49832" x="3552825" y="4814888"/>
          <p14:tracePt t="49833" x="3576638" y="4808538"/>
          <p14:tracePt t="49834" x="3600450" y="4795838"/>
          <p14:tracePt t="49835" x="3624263" y="4784725"/>
          <p14:tracePt t="49836" x="3641725" y="4772025"/>
          <p14:tracePt t="49837" x="3654425" y="4772025"/>
          <p14:tracePt t="49838" x="3678238" y="4760913"/>
          <p14:tracePt t="49840" x="3695700" y="4748213"/>
          <p14:tracePt t="49840" x="3736975" y="4737100"/>
          <p14:tracePt t="49841" x="3762375" y="4724400"/>
          <p14:tracePt t="49842" x="3786188" y="4713288"/>
          <p14:tracePt t="49843" x="3814763" y="4700588"/>
          <p14:tracePt t="49844" x="3840163" y="4694238"/>
          <p14:tracePt t="49845" x="3857625" y="4683125"/>
          <p14:tracePt t="49846" x="3881438" y="4676775"/>
          <p14:tracePt t="49848" x="3911600" y="4665663"/>
          <p14:tracePt t="49848" x="3935413" y="4652963"/>
          <p14:tracePt t="49849" x="3941763" y="4652963"/>
          <p14:tracePt t="49850" x="3970338" y="4641850"/>
          <p14:tracePt t="49851" x="3994150" y="4635500"/>
          <p14:tracePt t="49852" x="4048125" y="4611688"/>
          <p14:tracePt t="49853" x="4071938" y="4605338"/>
          <p14:tracePt t="49854" x="4097338" y="4592638"/>
          <p14:tracePt t="49855" x="4125913" y="4587875"/>
          <p14:tracePt t="49856" x="4138613" y="4581525"/>
          <p14:tracePt t="49857" x="4168775" y="4575175"/>
          <p14:tracePt t="49858" x="4198938" y="4564063"/>
          <p14:tracePt t="49859" x="4222750" y="4557713"/>
          <p14:tracePt t="49860" x="4246563" y="4551363"/>
          <p14:tracePt t="49861" x="4270375" y="4538663"/>
          <p14:tracePt t="49862" x="4300538" y="4533900"/>
          <p14:tracePt t="49863" x="4341813" y="4521200"/>
          <p14:tracePt t="49864" x="4371975" y="4510088"/>
          <p14:tracePt t="49865" x="4395788" y="4503738"/>
          <p14:tracePt t="49866" x="4419600" y="4497388"/>
          <p14:tracePt t="49867" x="4449763" y="4486275"/>
          <p14:tracePt t="49868" x="4484688" y="4473575"/>
          <p14:tracePt t="49869" x="4514850" y="4467225"/>
          <p14:tracePt t="49870" x="4538663" y="4462463"/>
          <p14:tracePt t="49871" x="4562475" y="4449763"/>
          <p14:tracePt t="49873" x="4598988" y="4443413"/>
          <p14:tracePt t="49880" x="4795838" y="4389438"/>
          <p14:tracePt t="49881" x="4819650" y="4378325"/>
          <p14:tracePt t="49882" x="4838700" y="4371975"/>
          <p14:tracePt t="49883" x="4862513" y="4365625"/>
          <p14:tracePt t="49884" x="4886325" y="4359275"/>
          <p14:tracePt t="49885" x="4903788" y="4354513"/>
          <p14:tracePt t="49886" x="4927600" y="4348163"/>
          <p14:tracePt t="49887" x="4945063" y="4335463"/>
          <p14:tracePt t="49889" x="4964113" y="4330700"/>
          <p14:tracePt t="49889" x="4987925" y="4324350"/>
          <p14:tracePt t="49890" x="5005388" y="4318000"/>
          <p14:tracePt t="49891" x="5022850" y="4311650"/>
          <p14:tracePt t="49892" x="5041900" y="4306888"/>
          <p14:tracePt t="49893" x="5059363" y="4300538"/>
          <p14:tracePt t="49894" x="5072063" y="4294188"/>
          <p14:tracePt t="49895" x="5083175" y="4287838"/>
          <p14:tracePt t="49897" x="5095875" y="4281488"/>
          <p14:tracePt t="49898" x="5113338" y="4276725"/>
          <p14:tracePt t="49898" x="5124450" y="4270375"/>
          <p14:tracePt t="49899" x="5154613" y="4257675"/>
          <p14:tracePt t="49900" x="5167313" y="4252913"/>
          <p14:tracePt t="49901" x="5173663" y="4246563"/>
          <p14:tracePt t="49902" x="5184775" y="4240213"/>
          <p14:tracePt t="49903" x="5191125" y="4233863"/>
          <p14:tracePt t="49904" x="5202238" y="4229100"/>
          <p14:tracePt t="49905" x="5214938" y="4222750"/>
          <p14:tracePt t="49906" x="5227638" y="4216400"/>
          <p14:tracePt t="49907" x="5232400" y="4216400"/>
          <p14:tracePt t="49908" x="5245100" y="4210050"/>
          <p14:tracePt t="49909" x="5251450" y="4205288"/>
          <p14:tracePt t="49910" x="5262563" y="4198938"/>
          <p14:tracePt t="49911" x="5268913" y="4192588"/>
          <p14:tracePt t="49912" x="5280025" y="4186238"/>
          <p14:tracePt t="49913" x="5280025" y="4179888"/>
          <p14:tracePt t="49914" x="5286375" y="4175125"/>
          <p14:tracePt t="49915" x="5292725" y="4175125"/>
          <p14:tracePt t="49916" x="5299075" y="4168775"/>
          <p14:tracePt t="49917" x="5303838" y="4162425"/>
          <p14:tracePt t="49919" x="5310188" y="4156075"/>
          <p14:tracePt t="49922" x="5310188" y="4151313"/>
          <p14:tracePt t="49922" x="5316538" y="4151313"/>
          <p14:tracePt t="49923" x="5316538" y="4144963"/>
          <p14:tracePt t="49925" x="5316538" y="4138613"/>
          <p14:tracePt t="49929" x="5316538" y="4132263"/>
          <p14:tracePt t="49935" x="5316538" y="4127500"/>
          <p14:tracePt t="49940" x="5310188" y="4121150"/>
          <p14:tracePt t="49942" x="5303838" y="4114800"/>
          <p14:tracePt t="49945" x="5299075" y="4114800"/>
          <p14:tracePt t="49946" x="5292725" y="4108450"/>
          <p14:tracePt t="49948" x="5286375" y="4102100"/>
          <p14:tracePt t="49949" x="5280025" y="4102100"/>
          <p14:tracePt t="49950" x="5275263" y="4097338"/>
          <p14:tracePt t="49951" x="5268913" y="4097338"/>
          <p14:tracePt t="49952" x="5262563" y="4090988"/>
          <p14:tracePt t="49953" x="5256213" y="4090988"/>
          <p14:tracePt t="49954" x="5251450" y="4084638"/>
          <p14:tracePt t="49956" x="5245100" y="4084638"/>
          <p14:tracePt t="49956" x="5232400" y="4078288"/>
          <p14:tracePt t="49957" x="5227638" y="4078288"/>
          <p14:tracePt t="49958" x="5214938" y="4073525"/>
          <p14:tracePt t="49959" x="5208588" y="4067175"/>
          <p14:tracePt t="49960" x="5184775" y="4060825"/>
          <p14:tracePt t="49961" x="5178425" y="4060825"/>
          <p14:tracePt t="49962" x="5160963" y="4054475"/>
          <p14:tracePt t="49963" x="5149850" y="4049713"/>
          <p14:tracePt t="49964" x="5137150" y="4049713"/>
          <p14:tracePt t="49965" x="5124450" y="4043363"/>
          <p14:tracePt t="49966" x="5106988" y="4037013"/>
          <p14:tracePt t="49967" x="5100638" y="4037013"/>
          <p14:tracePt t="49968" x="5083175" y="4037013"/>
          <p14:tracePt t="49969" x="5072063" y="4030663"/>
          <p14:tracePt t="49970" x="5053013" y="4024313"/>
          <p14:tracePt t="49971" x="5035550" y="4019550"/>
          <p14:tracePt t="49973" x="5018088" y="4019550"/>
          <p14:tracePt t="49973" x="4999038" y="4013200"/>
          <p14:tracePt t="49974" x="4970463" y="4006850"/>
          <p14:tracePt t="49975" x="4945063" y="4000500"/>
          <p14:tracePt t="49976" x="4921250" y="3995738"/>
          <p14:tracePt t="49977" x="4897438" y="3989388"/>
          <p14:tracePt t="49978" x="4886325" y="3989388"/>
          <p14:tracePt t="49979" x="4862513" y="3983038"/>
          <p14:tracePt t="49980" x="4838700" y="3976688"/>
          <p14:tracePt t="49981" x="4814888" y="3971925"/>
          <p14:tracePt t="49982" x="4791075" y="3965575"/>
          <p14:tracePt t="49983" x="4772025" y="3965575"/>
          <p14:tracePt t="49984" x="4741863" y="3959225"/>
          <p14:tracePt t="49985" x="4718050" y="3952875"/>
          <p14:tracePt t="49986" x="4676775" y="3948113"/>
          <p14:tracePt t="49987" x="4652963" y="3948113"/>
          <p14:tracePt t="49988" x="4622800" y="3941763"/>
          <p14:tracePt t="49989" x="4592638" y="3935413"/>
          <p14:tracePt t="49990" x="4568825" y="3929063"/>
          <p14:tracePt t="49991" x="4538663" y="3929063"/>
          <p14:tracePt t="49992" x="4508500" y="3922713"/>
          <p14:tracePt t="49993" x="4473575" y="3917950"/>
          <p14:tracePt t="49994" x="4449763" y="3911600"/>
          <p14:tracePt t="49995" x="4419600" y="3905250"/>
          <p14:tracePt t="49996" x="4389438" y="3905250"/>
          <p14:tracePt t="49997" x="4359275" y="3898900"/>
          <p14:tracePt t="49998" x="4324350" y="3894138"/>
          <p14:tracePt t="49999" x="4294188" y="3894138"/>
          <p14:tracePt t="50000" x="4270375" y="3887788"/>
          <p14:tracePt t="50001" x="4203700" y="3881438"/>
          <p14:tracePt t="50002" x="4168775" y="3875088"/>
          <p14:tracePt t="50003" x="4138613" y="3875088"/>
          <p14:tracePt t="50004" x="4108450" y="3870325"/>
          <p14:tracePt t="50005" x="4078288" y="3870325"/>
          <p14:tracePt t="50006" x="4043363" y="3863975"/>
          <p14:tracePt t="50007" x="4019550" y="3857625"/>
          <p14:tracePt t="50008" x="3952875" y="3851275"/>
          <p14:tracePt t="50009" x="3916363" y="3851275"/>
          <p14:tracePt t="50010" x="3892550" y="3844925"/>
          <p14:tracePt t="50011" x="3851275" y="3844925"/>
          <p14:tracePt t="50012" x="3827463" y="3840163"/>
          <p14:tracePt t="50013" x="3767138" y="3833813"/>
          <p14:tracePt t="50014" x="3725863" y="3833813"/>
          <p14:tracePt t="50015" x="3702050" y="3827463"/>
          <p14:tracePt t="50016" x="3660775" y="3827463"/>
          <p14:tracePt t="50017" x="3635375" y="3821113"/>
          <p14:tracePt t="50018" x="3570288" y="3821113"/>
          <p14:tracePt t="50019" x="3533775" y="3816350"/>
          <p14:tracePt t="50020" x="3509963" y="3816350"/>
          <p14:tracePt t="50021" x="3444875" y="3810000"/>
          <p14:tracePt t="50023" x="3403600" y="3810000"/>
          <p14:tracePt t="50023" x="3378200" y="3810000"/>
          <p14:tracePt t="50024" x="3336925" y="3810000"/>
          <p14:tracePt t="50025" x="3319463" y="3803650"/>
          <p14:tracePt t="50026" x="3252788" y="3803650"/>
          <p14:tracePt t="50027" x="3211513" y="3803650"/>
          <p14:tracePt t="50028" x="3187700" y="3803650"/>
          <p14:tracePt t="50029" x="3121025" y="3797300"/>
          <p14:tracePt t="50031" x="3079750" y="3797300"/>
          <p14:tracePt t="50031" x="3055938" y="3797300"/>
          <p14:tracePt t="50032" x="2990850" y="3797300"/>
          <p14:tracePt t="50033" x="2954338" y="3797300"/>
          <p14:tracePt t="50034" x="2924175" y="3797300"/>
          <p14:tracePt t="50035" x="2863850" y="3792538"/>
          <p14:tracePt t="50036" x="2822575" y="3792538"/>
          <p14:tracePt t="50037" x="2798763" y="3792538"/>
          <p14:tracePt t="50038" x="2733675" y="3792538"/>
          <p14:tracePt t="50039" x="2684463" y="3792538"/>
          <p14:tracePt t="50040" x="2667000" y="3792538"/>
          <p14:tracePt t="50041" x="2601913" y="3792538"/>
          <p14:tracePt t="50042" x="2559050" y="3792538"/>
          <p14:tracePt t="50043" x="2530475" y="3792538"/>
          <p14:tracePt t="50044" x="2476500" y="3792538"/>
          <p14:tracePt t="50045" x="2427288" y="3792538"/>
          <p14:tracePt t="50046" x="2403475" y="3792538"/>
          <p14:tracePt t="50047" x="2332038" y="3792538"/>
          <p14:tracePt t="50048" x="2278063" y="3792538"/>
          <p14:tracePt t="50049" x="2230438" y="3792538"/>
          <p14:tracePt t="50050" x="2206625" y="3792538"/>
          <p14:tracePt t="50051" x="2159000" y="3792538"/>
          <p14:tracePt t="50052" x="2135188" y="3792538"/>
          <p14:tracePt t="50053" x="2081213" y="3792538"/>
          <p14:tracePt t="50054" x="2009775" y="3797300"/>
          <p14:tracePt t="50055" x="1962150" y="3797300"/>
          <p14:tracePt t="50056" x="1938338" y="3797300"/>
          <p14:tracePt t="50057" x="1884363" y="3803650"/>
          <p14:tracePt t="50058" x="1847850" y="3803650"/>
          <p14:tracePt t="50059" x="1811338" y="3803650"/>
          <p14:tracePt t="50060" x="1739900" y="3810000"/>
          <p14:tracePt t="50061" x="1692275" y="3810000"/>
          <p14:tracePt t="50062" x="1657350" y="3816350"/>
          <p14:tracePt t="50063" x="1608138" y="3816350"/>
          <p14:tracePt t="50064" x="1543050" y="3821113"/>
          <p14:tracePt t="50065" x="1495425" y="3827463"/>
          <p14:tracePt t="50066" x="1458913" y="3827463"/>
          <p14:tracePt t="50067" x="1417638" y="3833813"/>
          <p14:tracePt t="50068" x="1370013" y="3833813"/>
          <p14:tracePt t="50069" x="1346200" y="3840163"/>
          <p14:tracePt t="50070" x="1262063" y="3844925"/>
          <p14:tracePt t="50071" x="1214438" y="3844925"/>
          <p14:tracePt t="50073" x="1171575" y="3851275"/>
          <p14:tracePt t="50073" x="1143000" y="3851275"/>
          <p14:tracePt t="50074" x="1065213" y="3863975"/>
          <p14:tracePt t="50075" x="1016000" y="3863975"/>
          <p14:tracePt t="50076" x="968375" y="3870325"/>
          <p14:tracePt t="50077" x="944563" y="3870325"/>
          <p14:tracePt t="50078" x="896938" y="3875088"/>
          <p14:tracePt t="50079" x="860425" y="3881438"/>
          <p14:tracePt t="50080" x="819150" y="3881438"/>
          <p14:tracePt t="50081" x="747713" y="3894138"/>
          <p14:tracePt t="50082" x="700088" y="3894138"/>
          <p14:tracePt t="50083" x="663575" y="3898900"/>
          <p14:tracePt t="50084" x="615950" y="3905250"/>
          <p14:tracePt t="50085" x="544513" y="3911600"/>
          <p14:tracePt t="50086" x="496888" y="3917950"/>
          <p14:tracePt t="50087" x="466725" y="3917950"/>
          <p14:tracePt t="50088" x="419100" y="3922713"/>
          <p14:tracePt t="50089" x="371475" y="3929063"/>
          <p14:tracePt t="50090" x="346075" y="3929063"/>
          <p14:tracePt t="50091" x="263525" y="3941763"/>
          <p14:tracePt t="50092" x="220663" y="3948113"/>
          <p14:tracePt t="50093" x="173038" y="3952875"/>
          <p14:tracePt t="50094" x="149225" y="3952875"/>
          <p14:tracePt t="50095" x="101600" y="3959225"/>
          <p14:tracePt t="50096" x="65088" y="3959225"/>
          <p14:tracePt t="50098" x="17463" y="3965575"/>
          <p14:tracePt t="50126" x="9115425" y="2886075"/>
          <p14:tracePt t="50127" x="9094788" y="2889250"/>
          <p14:tracePt t="50130" x="9055100" y="2894013"/>
          <p14:tracePt t="50138" x="8872538" y="2903538"/>
          <p14:tracePt t="50146" x="8715375" y="2908300"/>
          <p14:tracePt t="50155" x="8586788" y="2911475"/>
          <p14:tracePt t="50163" x="8480425" y="2917825"/>
          <p14:tracePt t="50171" x="8366125" y="2928938"/>
          <p14:tracePt t="50180" x="8272463" y="2943225"/>
          <p14:tracePt t="50188" x="8186738" y="2954338"/>
          <p14:tracePt t="50189" x="8175625" y="2957513"/>
          <p14:tracePt t="50198" x="8089900" y="2968625"/>
          <p14:tracePt t="50205" x="8015288" y="2982913"/>
          <p14:tracePt t="50213" x="7932738" y="2997200"/>
          <p14:tracePt t="50222" x="7858125" y="3011488"/>
          <p14:tracePt t="50230" x="7789863" y="3022600"/>
          <p14:tracePt t="50230" x="7780338" y="3025775"/>
          <p14:tracePt t="50238" x="7704138" y="3040063"/>
          <p14:tracePt t="50247" x="7640638" y="3051175"/>
          <p14:tracePt t="50255" x="7575550" y="3060700"/>
          <p14:tracePt t="50263" x="7515225" y="3071813"/>
          <p14:tracePt t="50272" x="7472363" y="3079750"/>
          <p14:tracePt t="50280" x="7437438" y="3082925"/>
          <p14:tracePt t="50288" x="7412038" y="3086100"/>
          <p14:tracePt t="50297" x="7404100" y="3086100"/>
          <p14:tracePt t="50355" x="7400925" y="3086100"/>
          <p14:tracePt t="50358" x="7400925" y="3089275"/>
          <p14:tracePt t="50363" x="7394575" y="3089275"/>
          <p14:tracePt t="50372" x="7369175" y="3094038"/>
          <p14:tracePt t="50380" x="7337425" y="3097213"/>
          <p14:tracePt t="50381" x="7332663" y="3097213"/>
          <p14:tracePt t="50381" x="7329488" y="3097213"/>
          <p14:tracePt t="50388" x="7289800" y="3100388"/>
          <p14:tracePt t="50397" x="7232650" y="3108325"/>
          <p14:tracePt t="50405" x="7175500" y="3117850"/>
          <p14:tracePt t="50413" x="7094538" y="3132138"/>
          <p14:tracePt t="50422" x="7004050" y="3146425"/>
          <p14:tracePt t="50422" x="6994525" y="3151188"/>
          <p14:tracePt t="50430" x="6911975" y="3165475"/>
          <p14:tracePt t="50438" x="6783388" y="3189288"/>
          <p14:tracePt t="50447" x="6665913" y="3211513"/>
          <p14:tracePt t="50455" x="6537325" y="3236913"/>
          <p14:tracePt t="50464" x="6437313" y="3260725"/>
          <p14:tracePt t="50472" x="6354763" y="3282950"/>
          <p14:tracePt t="50480" x="6265863" y="3311525"/>
          <p14:tracePt t="50489" x="6200775" y="3332163"/>
          <p14:tracePt t="50497" x="6146800" y="3351213"/>
          <p14:tracePt t="50497" x="6140450" y="3354388"/>
          <p14:tracePt t="50505" x="6094413" y="3371850"/>
          <p14:tracePt t="50514" x="6057900" y="3386138"/>
          <p14:tracePt t="50522" x="6026150" y="3400425"/>
          <p14:tracePt t="50530" x="5989638" y="3414713"/>
          <p14:tracePt t="50539" x="5957888" y="3425825"/>
          <p14:tracePt t="50547" x="5926138" y="3436938"/>
          <p14:tracePt t="50555" x="5883275" y="3446463"/>
          <p14:tracePt t="50564" x="5843588" y="3457575"/>
          <p14:tracePt t="50564" x="5837238" y="3457575"/>
          <p14:tracePt t="50572" x="5794375" y="3465513"/>
          <p14:tracePt t="50573" x="5786438" y="3465513"/>
          <p14:tracePt t="50580" x="5726113" y="3475038"/>
          <p14:tracePt t="50589" x="5651500" y="3482975"/>
          <p14:tracePt t="50597" x="5572125" y="3486150"/>
          <p14:tracePt t="50598" x="5546725" y="3486150"/>
          <p14:tracePt t="50605" x="5457825" y="3489325"/>
          <p14:tracePt t="50614" x="5354638" y="3494088"/>
          <p14:tracePt t="50622" x="5257800" y="3497263"/>
          <p14:tracePt t="50630" x="5137150" y="3500438"/>
          <p14:tracePt t="50639" x="5032375" y="3503613"/>
          <p14:tracePt t="50647" x="4932363" y="3508375"/>
          <p14:tracePt t="50655" x="4840288" y="3508375"/>
          <p14:tracePt t="50664" x="4765675" y="3511550"/>
          <p14:tracePt t="50672" x="4700588" y="3511550"/>
          <p14:tracePt t="50673" x="4689475" y="3514725"/>
          <p14:tracePt t="50681" x="4637088" y="3514725"/>
          <p14:tracePt t="50689" x="4600575" y="3514725"/>
          <p14:tracePt t="50697" x="4579938" y="3514725"/>
          <p14:tracePt t="50706" x="4572000" y="3514725"/>
          <p14:tracePt t="50754" x="4575175" y="3514725"/>
          <p14:tracePt t="50761" x="4579938" y="3514725"/>
          <p14:tracePt t="50787" x="4579938" y="3511550"/>
          <p14:tracePt t="50790" x="4575175" y="3511550"/>
          <p14:tracePt t="50793" x="4572000" y="3511550"/>
          <p14:tracePt t="50797" x="4565650" y="3511550"/>
          <p14:tracePt t="50806" x="4543425" y="3503613"/>
          <p14:tracePt t="50814" x="4514850" y="3500438"/>
          <p14:tracePt t="50822" x="4483100" y="3489325"/>
          <p14:tracePt t="50831" x="4446588" y="3482975"/>
          <p14:tracePt t="50839" x="4414838" y="3475038"/>
          <p14:tracePt t="50847" x="4379913" y="3471863"/>
          <p14:tracePt t="50856" x="4351338" y="3465513"/>
          <p14:tracePt t="50864" x="4329113" y="3457575"/>
          <p14:tracePt t="50872" x="4311650" y="3454400"/>
          <p14:tracePt t="50881" x="4308475" y="3454400"/>
          <p14:tracePt t="50889" x="4308475" y="3451225"/>
          <p14:tracePt t="50897" x="4308475" y="3446463"/>
          <p14:tracePt t="50906" x="4314825" y="3432175"/>
          <p14:tracePt t="50914" x="4329113" y="3417888"/>
          <p14:tracePt t="50923" x="4346575" y="3397250"/>
          <p14:tracePt t="50931" x="4368800" y="3382963"/>
          <p14:tracePt t="50939" x="4386263" y="3365500"/>
          <p14:tracePt t="50947" x="4403725" y="3351213"/>
          <p14:tracePt t="50956" x="4418013" y="3336925"/>
          <p14:tracePt t="50964" x="4432300" y="3322638"/>
          <p14:tracePt t="50973" x="4446588" y="3311525"/>
          <p14:tracePt t="50981" x="4460875" y="3303588"/>
          <p14:tracePt t="50981" x="4460875" y="3300413"/>
          <p14:tracePt t="50989" x="4479925" y="3289300"/>
          <p14:tracePt t="50998" x="4489450" y="3282950"/>
          <p14:tracePt t="51006" x="4503738" y="3271838"/>
          <p14:tracePt t="51006" x="4508500" y="3271838"/>
          <p14:tracePt t="51014" x="4522788" y="3260725"/>
          <p14:tracePt t="51023" x="4532313" y="3251200"/>
          <p14:tracePt t="51031" x="4540250" y="3240088"/>
          <p14:tracePt t="51039" x="4551363" y="3228975"/>
          <p14:tracePt t="51048" x="4554538" y="3222625"/>
          <p14:tracePt t="51056" x="4557713" y="3214688"/>
          <p14:tracePt t="51064" x="4560888" y="3208338"/>
          <p14:tracePt t="51073" x="4560888" y="3203575"/>
          <p14:tracePt t="51158" x="4560888" y="3200400"/>
          <p14:tracePt t="51168" x="4557713" y="3200400"/>
          <p14:tracePt t="51170" x="4557713" y="3197225"/>
          <p14:tracePt t="51175" x="4557713" y="3194050"/>
          <p14:tracePt t="51181" x="4557713" y="3189288"/>
          <p14:tracePt t="51189" x="4554538" y="3186113"/>
          <p14:tracePt t="51198" x="4554538" y="3179763"/>
          <p14:tracePt t="51206" x="4554538" y="3171825"/>
          <p14:tracePt t="51214" x="4554538" y="3165475"/>
          <p14:tracePt t="51223" x="4551363" y="3160713"/>
          <p14:tracePt t="51231" x="4551363" y="3151188"/>
          <p14:tracePt t="51240" x="4546600" y="3143250"/>
          <p14:tracePt t="51248" x="4546600" y="3136900"/>
          <p14:tracePt t="51248" x="4546600" y="3132138"/>
          <p14:tracePt t="51256" x="4546600" y="3125788"/>
          <p14:tracePt t="51265" x="4546600" y="3117850"/>
          <p14:tracePt t="51273" x="4546600" y="3111500"/>
          <p14:tracePt t="51281" x="4546600" y="3103563"/>
          <p14:tracePt t="51298" x="4546600" y="3100388"/>
          <p14:tracePt t="51306" x="4546600" y="3097213"/>
          <p14:tracePt t="51365" x="4551363" y="3097213"/>
          <p14:tracePt t="51375" x="4554538" y="3097213"/>
          <p14:tracePt t="51381" x="4554538" y="3100388"/>
          <p14:tracePt t="51382" x="4557713" y="3100388"/>
          <p14:tracePt t="51390" x="4560888" y="3103563"/>
          <p14:tracePt t="51398" x="4565650" y="3108325"/>
          <p14:tracePt t="51406" x="4568825" y="3117850"/>
          <p14:tracePt t="51415" x="4575175" y="3128963"/>
          <p14:tracePt t="51423" x="4575175" y="3143250"/>
          <p14:tracePt t="51431" x="4575175" y="3157538"/>
          <p14:tracePt t="51440" x="4575175" y="3179763"/>
          <p14:tracePt t="51448" x="4565650" y="3200400"/>
          <p14:tracePt t="51456" x="4554538" y="3225800"/>
          <p14:tracePt t="51465" x="4543425" y="3251200"/>
          <p14:tracePt t="51473" x="4532313" y="3275013"/>
          <p14:tracePt t="51482" x="4522788" y="3303588"/>
          <p14:tracePt t="51490" x="4508500" y="3332163"/>
          <p14:tracePt t="51498" x="4497388" y="3360738"/>
          <p14:tracePt t="51507" x="4489450" y="3386138"/>
          <p14:tracePt t="51515" x="4486275" y="3403600"/>
          <p14:tracePt t="51523" x="4486275" y="3411538"/>
          <p14:tracePt t="51532" x="4486275" y="3414713"/>
          <p14:tracePt t="51548" x="4489450" y="3414713"/>
          <p14:tracePt t="51595" x="4489450" y="3411538"/>
          <p14:tracePt t="51601" x="4489450" y="3408363"/>
          <p14:tracePt t="51603" x="4494213" y="3408363"/>
          <p14:tracePt t="51607" x="4494213" y="3403600"/>
          <p14:tracePt t="51616" x="4500563" y="3397250"/>
          <p14:tracePt t="51623" x="4503738" y="3382963"/>
          <p14:tracePt t="51632" x="4511675" y="3371850"/>
          <p14:tracePt t="51640" x="4522788" y="3357563"/>
          <p14:tracePt t="51641" x="4522788" y="3354388"/>
          <p14:tracePt t="51648" x="4537075" y="3340100"/>
          <p14:tracePt t="51657" x="4551363" y="3322638"/>
          <p14:tracePt t="51665" x="4568825" y="3308350"/>
          <p14:tracePt t="51673" x="4597400" y="3282950"/>
          <p14:tracePt t="51682" x="4629150" y="3260725"/>
          <p14:tracePt t="51690" x="4660900" y="3240088"/>
          <p14:tracePt t="51698" x="4714875" y="3214688"/>
          <p14:tracePt t="51707" x="4757738" y="3194050"/>
          <p14:tracePt t="51715" x="4822825" y="3168650"/>
          <p14:tracePt t="51723" x="4883150" y="3151188"/>
          <p14:tracePt t="51732" x="4954588" y="3132138"/>
          <p14:tracePt t="51740" x="5037138" y="3114675"/>
          <p14:tracePt t="51749" x="5122863" y="3100388"/>
          <p14:tracePt t="51757" x="5214938" y="3089275"/>
          <p14:tracePt t="51765" x="5318125" y="3079750"/>
          <p14:tracePt t="51774" x="5426075" y="3068638"/>
          <p14:tracePt t="51782" x="5532438" y="3060700"/>
          <p14:tracePt t="51790" x="5654675" y="3057525"/>
          <p14:tracePt t="51799" x="5775325" y="3054350"/>
          <p14:tracePt t="51799" x="5789613" y="3054350"/>
          <p14:tracePt t="51807" x="5897563" y="3051175"/>
          <p14:tracePt t="51815" x="6037263" y="3046413"/>
          <p14:tracePt t="51824" x="6175375" y="3046413"/>
          <p14:tracePt t="51824" x="6189663" y="3046413"/>
          <p14:tracePt t="51832" x="6303963" y="3046413"/>
          <p14:tracePt t="51833" x="6323013" y="3046413"/>
          <p14:tracePt t="51840" x="6461125" y="3046413"/>
          <p14:tracePt t="51849" x="6597650" y="3046413"/>
          <p14:tracePt t="51857" x="6723063" y="3046413"/>
          <p14:tracePt t="51858" x="6737350" y="3046413"/>
          <p14:tracePt t="51865" x="6875463" y="3051175"/>
          <p14:tracePt t="51874" x="7000875" y="3054350"/>
          <p14:tracePt t="51882" x="7123113" y="3060700"/>
          <p14:tracePt t="51890" x="7265988" y="3071813"/>
          <p14:tracePt t="51899" x="7369175" y="3082925"/>
          <p14:tracePt t="51907" x="7469188" y="3097213"/>
          <p14:tracePt t="51908" x="7480300" y="3097213"/>
          <p14:tracePt t="51915" x="7569200" y="3111500"/>
          <p14:tracePt t="51924" x="7629525" y="3125788"/>
          <p14:tracePt t="51932" x="7672388" y="3140075"/>
          <p14:tracePt t="51940" x="7697788" y="3151188"/>
          <p14:tracePt t="51949" x="7708900" y="3160713"/>
          <p14:tracePt t="51957" x="7712075" y="3171825"/>
          <p14:tracePt t="51966" x="7712075" y="3186113"/>
          <p14:tracePt t="51974" x="7708900" y="3211513"/>
          <p14:tracePt t="51982" x="7700963" y="3240088"/>
          <p14:tracePt t="51991" x="7686675" y="3268663"/>
          <p14:tracePt t="51999" x="7675563" y="3300413"/>
          <p14:tracePt t="52007" x="7661275" y="3332163"/>
          <p14:tracePt t="52016" x="7651750" y="3360738"/>
          <p14:tracePt t="52024" x="7643813" y="3382963"/>
          <p14:tracePt t="52024" x="7640638" y="3386138"/>
          <p14:tracePt t="52032" x="7632700" y="3408363"/>
          <p14:tracePt t="52041" x="7623175" y="3425825"/>
          <p14:tracePt t="52049" x="7604125" y="3443288"/>
          <p14:tracePt t="52057" x="7575550" y="3465513"/>
          <p14:tracePt t="52066" x="7526338" y="3482975"/>
          <p14:tracePt t="52074" x="7466013" y="3500438"/>
          <p14:tracePt t="52082" x="7366000" y="3517900"/>
          <p14:tracePt t="52091" x="7269163" y="3532188"/>
          <p14:tracePt t="52091" x="7251700" y="3532188"/>
          <p14:tracePt t="52099" x="7154863" y="3543300"/>
          <p14:tracePt t="52100" x="7129463" y="3546475"/>
          <p14:tracePt t="52107" x="7008813" y="3557588"/>
          <p14:tracePt t="52116" x="6869113" y="3560763"/>
          <p14:tracePt t="52124" x="6740525" y="3565525"/>
          <p14:tracePt t="52132" x="6594475" y="3565525"/>
          <p14:tracePt t="52141" x="6465888" y="3565525"/>
          <p14:tracePt t="52149" x="6343650" y="3565525"/>
          <p14:tracePt t="52157" x="6194425" y="3565525"/>
          <p14:tracePt t="52166" x="6075363" y="3565525"/>
          <p14:tracePt t="52174" x="5975350" y="3560763"/>
          <p14:tracePt t="52182" x="5861050" y="3557588"/>
          <p14:tracePt t="52191" x="5757863" y="3554413"/>
          <p14:tracePt t="52199" x="5654675" y="3546475"/>
          <p14:tracePt t="52208" x="5546725" y="3543300"/>
          <p14:tracePt t="52216" x="5443538" y="3536950"/>
          <p14:tracePt t="52217" x="5432425" y="3536950"/>
          <p14:tracePt t="52224" x="5340350" y="3532188"/>
          <p14:tracePt t="52233" x="5251450" y="3529013"/>
          <p14:tracePt t="52241" x="5160963" y="3529013"/>
          <p14:tracePt t="52241" x="5151438" y="3529013"/>
          <p14:tracePt t="52249" x="5075238" y="3525838"/>
          <p14:tracePt t="52258" x="5008563" y="3525838"/>
          <p14:tracePt t="52266" x="4943475" y="3525838"/>
          <p14:tracePt t="52274" x="4872038" y="3522663"/>
          <p14:tracePt t="52283" x="4826000" y="3522663"/>
          <p14:tracePt t="52283" x="4818063" y="3522663"/>
          <p14:tracePt t="52291" x="4775200" y="3522663"/>
          <p14:tracePt t="52291" x="4772025" y="3522663"/>
          <p14:tracePt t="52299" x="4737100" y="3517900"/>
          <p14:tracePt t="52308" x="4708525" y="3517900"/>
          <p14:tracePt t="52316" x="4689475" y="3514725"/>
          <p14:tracePt t="52324" x="4686300" y="3514725"/>
          <p14:tracePt t="52452" x="4683125" y="3514725"/>
          <p14:tracePt t="52601" x="4679950" y="3514725"/>
          <p14:tracePt t="52609" x="4675188" y="3511550"/>
          <p14:tracePt t="52614" x="4672013" y="3511550"/>
          <p14:tracePt t="52618" x="4668838" y="3508375"/>
          <p14:tracePt t="52625" x="4665663" y="3508375"/>
          <p14:tracePt t="52633" x="4657725" y="3503613"/>
          <p14:tracePt t="53415" x="4654550" y="3503613"/>
          <p14:tracePt t="79220" x="4657725" y="3503613"/>
          <p14:tracePt t="79223" x="4660900" y="3503613"/>
          <p14:tracePt t="79227" x="4665663" y="3503613"/>
          <p14:tracePt t="79235" x="4686300" y="3503613"/>
          <p14:tracePt t="79243" x="4714875" y="3503613"/>
          <p14:tracePt t="79252" x="4746625" y="3497263"/>
          <p14:tracePt t="79252" x="4754563" y="3497263"/>
          <p14:tracePt t="79260" x="4786313" y="3494088"/>
          <p14:tracePt t="79261" x="4794250" y="3494088"/>
          <p14:tracePt t="79261" x="4797425" y="3489325"/>
          <p14:tracePt t="79268" x="4840288" y="3482975"/>
          <p14:tracePt t="79277" x="4897438" y="3471863"/>
          <p14:tracePt t="79277" x="4903788" y="3471863"/>
          <p14:tracePt t="79285" x="4954588" y="3460750"/>
          <p14:tracePt t="79293" x="5026025" y="3446463"/>
          <p14:tracePt t="79302" x="5100638" y="3432175"/>
          <p14:tracePt t="79310" x="5175250" y="3417888"/>
          <p14:tracePt t="79318" x="5240338" y="3408363"/>
          <p14:tracePt t="79327" x="5300663" y="3400425"/>
          <p14:tracePt t="79327" x="5308600" y="3397250"/>
          <p14:tracePt t="79335" x="5360988" y="3389313"/>
          <p14:tracePt t="79344" x="5397500" y="3382963"/>
          <p14:tracePt t="79352" x="5418138" y="3379788"/>
          <p14:tracePt t="79480" x="5418138" y="3375025"/>
          <p14:tracePt t="79485" x="5414963" y="3375025"/>
          <p14:tracePt t="79494" x="5411788" y="3375025"/>
          <p14:tracePt t="79502" x="5394325" y="3371850"/>
          <p14:tracePt t="79510" x="5372100" y="3365500"/>
          <p14:tracePt t="79519" x="5351463" y="3360738"/>
          <p14:tracePt t="79527" x="5326063" y="3357563"/>
          <p14:tracePt t="79535" x="5297488" y="3354388"/>
          <p14:tracePt t="79544" x="5275263" y="3351213"/>
          <p14:tracePt t="79544" x="5272088" y="3351213"/>
          <p14:tracePt t="79552" x="5254625" y="3351213"/>
          <p14:tracePt t="79560" x="5237163" y="3346450"/>
          <p14:tracePt t="79569" x="5218113" y="3346450"/>
          <p14:tracePt t="79577" x="5200650" y="3343275"/>
          <p14:tracePt t="79586" x="5186363" y="3343275"/>
          <p14:tracePt t="79594" x="5172075" y="3343275"/>
          <p14:tracePt t="79602" x="5157788" y="3340100"/>
          <p14:tracePt t="79611" x="5140325" y="3340100"/>
          <p14:tracePt t="79619" x="5126038" y="3336925"/>
          <p14:tracePt t="79619" x="5122863" y="3336925"/>
          <p14:tracePt t="79627" x="5103813" y="3332163"/>
          <p14:tracePt t="79636" x="5086350" y="3332163"/>
          <p14:tracePt t="79644" x="5072063" y="3325813"/>
          <p14:tracePt t="79644" x="5068888" y="3325813"/>
          <p14:tracePt t="79652" x="5051425" y="3322638"/>
          <p14:tracePt t="79661" x="5040313" y="3317875"/>
          <p14:tracePt t="79669" x="5026025" y="3314700"/>
          <p14:tracePt t="79677" x="5014913" y="3311525"/>
          <p14:tracePt t="79686" x="5008563" y="3308350"/>
          <p14:tracePt t="79694" x="5003800" y="3303588"/>
          <p14:tracePt t="79702" x="5000625" y="3303588"/>
          <p14:tracePt t="80118" x="4997450" y="3303588"/>
          <p14:tracePt t="80124" x="4994275" y="3303588"/>
          <p14:tracePt t="80131" x="4989513" y="3303588"/>
          <p14:tracePt t="80143" x="4986338" y="3303588"/>
          <p14:tracePt t="80212" x="4983163" y="3303588"/>
          <p14:tracePt t="80214" x="4979988" y="3303588"/>
          <p14:tracePt t="80220" x="4975225" y="3303588"/>
          <p14:tracePt t="80228" x="4965700" y="3308350"/>
          <p14:tracePt t="80236" x="4954588" y="3308350"/>
          <p14:tracePt t="80245" x="4946650" y="3311525"/>
          <p14:tracePt t="80253" x="4943475" y="3311525"/>
          <p14:tracePt t="80254" x="4940300" y="3311525"/>
          <p14:tracePt t="81638" x="4943475" y="3311525"/>
          <p14:tracePt t="81642" x="4946650" y="3311525"/>
          <p14:tracePt t="81648" x="4951413" y="3311525"/>
          <p14:tracePt t="81655" x="4957763" y="3308350"/>
          <p14:tracePt t="81663" x="4965700" y="3303588"/>
          <p14:tracePt t="81672" x="4975225" y="3303588"/>
          <p14:tracePt t="81680" x="4986338" y="3303588"/>
          <p14:tracePt t="81688" x="4997450" y="3303588"/>
          <p14:tracePt t="81697" x="5003800" y="3303588"/>
          <p14:tracePt t="81705" x="5014913" y="3303588"/>
          <p14:tracePt t="81713" x="5022850" y="3303588"/>
          <p14:tracePt t="81722" x="5029200" y="3303588"/>
          <p14:tracePt t="81730" x="5032375" y="3303588"/>
          <p14:tracePt t="81738" x="5043488" y="3303588"/>
          <p14:tracePt t="81747" x="5046663" y="3303588"/>
          <p14:tracePt t="81755" x="5054600" y="3303588"/>
          <p14:tracePt t="81763" x="5060950" y="3303588"/>
          <p14:tracePt t="81772" x="5068888" y="3303588"/>
          <p14:tracePt t="81780" x="5080000" y="3303588"/>
          <p14:tracePt t="81788" x="5086350" y="3300413"/>
          <p14:tracePt t="81797" x="5094288" y="3300413"/>
          <p14:tracePt t="81805" x="5100638" y="3300413"/>
          <p14:tracePt t="81813" x="5103813" y="3300413"/>
          <p14:tracePt t="81822" x="5111750" y="3300413"/>
          <p14:tracePt t="81830" x="5114925" y="3300413"/>
          <p14:tracePt t="81838" x="5118100" y="3297238"/>
          <p14:tracePt t="81847" x="5122863" y="3297238"/>
          <p14:tracePt t="82019" x="5126038" y="3297238"/>
          <p14:tracePt t="82026" x="5129213" y="3297238"/>
          <p14:tracePt t="82027" x="5132388" y="3294063"/>
          <p14:tracePt t="82030" x="5140325" y="3294063"/>
          <p14:tracePt t="82039" x="5165725" y="3289300"/>
          <p14:tracePt t="82047" x="5200650" y="3286125"/>
          <p14:tracePt t="82055" x="5254625" y="3286125"/>
          <p14:tracePt t="82064" x="5326063" y="3282950"/>
          <p14:tracePt t="82072" x="5394325" y="3282950"/>
          <p14:tracePt t="82080" x="5472113" y="3286125"/>
          <p14:tracePt t="82089" x="5540375" y="3286125"/>
          <p14:tracePt t="82089" x="5551488" y="3286125"/>
          <p14:tracePt t="82097" x="5626100" y="3289300"/>
          <p14:tracePt t="82105" x="5711825" y="3297238"/>
          <p14:tracePt t="82114" x="5794375" y="3300413"/>
          <p14:tracePt t="82114" x="5803900" y="3300413"/>
          <p14:tracePt t="82122" x="5897563" y="3308350"/>
          <p14:tracePt t="82131" x="5980113" y="3314700"/>
          <p14:tracePt t="82139" x="6054725" y="3325813"/>
          <p14:tracePt t="82139" x="6065838" y="3325813"/>
          <p14:tracePt t="82147" x="6129338" y="3336925"/>
          <p14:tracePt t="82156" x="6189663" y="3346450"/>
          <p14:tracePt t="82156" x="6197600" y="3346450"/>
          <p14:tracePt t="82164" x="6246813" y="3357563"/>
          <p14:tracePt t="82172" x="6294438" y="3371850"/>
          <p14:tracePt t="82181" x="6332538" y="3382963"/>
          <p14:tracePt t="82189" x="6361113" y="3389313"/>
          <p14:tracePt t="82197" x="6383338" y="3400425"/>
          <p14:tracePt t="82206" x="6389688" y="3403600"/>
          <p14:tracePt t="82249" x="6389688" y="3408363"/>
          <p14:tracePt t="82251" x="6386513" y="3408363"/>
          <p14:tracePt t="82256" x="6383338" y="3408363"/>
          <p14:tracePt t="82264" x="6369050" y="3414713"/>
          <p14:tracePt t="82272" x="6346825" y="3425825"/>
          <p14:tracePt t="82281" x="6326188" y="3436938"/>
          <p14:tracePt t="82289" x="6303963" y="3446463"/>
          <p14:tracePt t="82297" x="6280150" y="3460750"/>
          <p14:tracePt t="82306" x="6257925" y="3471863"/>
          <p14:tracePt t="82306" x="6254750" y="3471863"/>
          <p14:tracePt t="82314" x="6237288" y="3482975"/>
          <p14:tracePt t="82322" x="6211888" y="3494088"/>
          <p14:tracePt t="82331" x="6194425" y="3500438"/>
          <p14:tracePt t="82339" x="6175375" y="3508375"/>
          <p14:tracePt t="82340" x="6172200" y="3511550"/>
          <p14:tracePt t="82348" x="6146800" y="3514725"/>
          <p14:tracePt t="82356" x="6122988" y="3522663"/>
          <p14:tracePt t="82364" x="6089650" y="3529013"/>
          <p14:tracePt t="82373" x="6051550" y="3532188"/>
          <p14:tracePt t="82381" x="6011863" y="3536950"/>
          <p14:tracePt t="82381" x="6008688" y="3536950"/>
          <p14:tracePt t="82389" x="5965825" y="3540125"/>
          <p14:tracePt t="82398" x="5922963" y="3543300"/>
          <p14:tracePt t="82406" x="5868988" y="3543300"/>
          <p14:tracePt t="82414" x="5815013" y="3546475"/>
          <p14:tracePt t="82423" x="5768975" y="3551238"/>
          <p14:tracePt t="82431" x="5718175" y="3554413"/>
          <p14:tracePt t="82431" x="5711825" y="3554413"/>
          <p14:tracePt t="82439" x="5665788" y="3557588"/>
          <p14:tracePt t="82448" x="5614988" y="3557588"/>
          <p14:tracePt t="82456" x="5572125" y="3560763"/>
          <p14:tracePt t="82457" x="5565775" y="3560763"/>
          <p14:tracePt t="82464" x="5522913" y="3565525"/>
          <p14:tracePt t="82473" x="5483225" y="3565525"/>
          <p14:tracePt t="82481" x="5454650" y="3568700"/>
          <p14:tracePt t="82489" x="5437188" y="3568700"/>
          <p14:tracePt t="82498" x="5426075" y="3568700"/>
          <p14:tracePt t="82571" x="5422900" y="3568700"/>
          <p14:tracePt t="82578" x="5418138" y="3568700"/>
          <p14:tracePt t="82584" x="5418138" y="3565525"/>
          <p14:tracePt t="82589" x="5414963" y="3565525"/>
          <p14:tracePt t="82598" x="5408613" y="3560763"/>
          <p14:tracePt t="82606" x="5403850" y="3557588"/>
          <p14:tracePt t="82615" x="5400675" y="3554413"/>
          <p14:tracePt t="82623" x="5397500" y="3554413"/>
          <p14:tracePt t="82631" x="5394325" y="3551238"/>
          <p14:tracePt t="82640" x="5389563" y="3551238"/>
          <p14:tracePt t="82648" x="5386388" y="3546475"/>
          <p14:tracePt t="82656" x="5380038" y="3540125"/>
          <p14:tracePt t="82665" x="5372100" y="3536950"/>
          <p14:tracePt t="82673" x="5360988" y="3532188"/>
          <p14:tracePt t="82681" x="5351463" y="3525838"/>
          <p14:tracePt t="82690" x="5337175" y="3517900"/>
          <p14:tracePt t="82698" x="5326063" y="3511550"/>
          <p14:tracePt t="82706" x="5308600" y="3508375"/>
          <p14:tracePt t="82715" x="5297488" y="3500438"/>
          <p14:tracePt t="82715" x="5294313" y="3500438"/>
          <p14:tracePt t="82723" x="5283200" y="3494088"/>
          <p14:tracePt t="82731" x="5268913" y="3489325"/>
          <p14:tracePt t="82740" x="5260975" y="3482975"/>
          <p14:tracePt t="82748" x="5254625" y="3482975"/>
          <p14:tracePt t="82756" x="5246688" y="3479800"/>
          <p14:tracePt t="83010" x="5251450" y="3479800"/>
          <p14:tracePt t="83016" x="5254625" y="3479800"/>
          <p14:tracePt t="83020" x="5257800" y="3482975"/>
          <p14:tracePt t="83025" x="5260975" y="3482975"/>
          <p14:tracePt t="83032" x="5265738" y="3486150"/>
          <p14:tracePt t="83040" x="5272088" y="3494088"/>
          <p14:tracePt t="83048" x="5280025" y="3508375"/>
          <p14:tracePt t="83057" x="5283200" y="3517900"/>
          <p14:tracePt t="83065" x="5286375" y="3536950"/>
          <p14:tracePt t="83066" x="5286375" y="3540125"/>
          <p14:tracePt t="83073" x="5286375" y="3560763"/>
          <p14:tracePt t="83082" x="5286375" y="3582988"/>
          <p14:tracePt t="83090" x="5286375" y="3603625"/>
          <p14:tracePt t="83091" x="5286375" y="3608388"/>
          <p14:tracePt t="83098" x="5286375" y="3632200"/>
          <p14:tracePt t="83107" x="5286375" y="3651250"/>
          <p14:tracePt t="83115" x="5289550" y="3671888"/>
          <p14:tracePt t="83124" x="5289550" y="3686175"/>
          <p14:tracePt t="83132" x="5294313" y="3694113"/>
          <p14:tracePt t="83140" x="5297488" y="3694113"/>
          <p14:tracePt t="83184" x="5297488" y="3689350"/>
          <p14:tracePt t="83188" x="5297488" y="3686175"/>
          <p14:tracePt t="83190" x="5297488" y="3683000"/>
          <p14:tracePt t="83199" x="5297488" y="3668713"/>
          <p14:tracePt t="83207" x="5297488" y="3651250"/>
          <p14:tracePt t="83215" x="5297488" y="3625850"/>
          <p14:tracePt t="83224" x="5297488" y="3600450"/>
          <p14:tracePt t="83232" x="5297488" y="3582988"/>
          <p14:tracePt t="83240" x="5297488" y="3565525"/>
          <p14:tracePt t="83249" x="5300663" y="3546475"/>
          <p14:tracePt t="83249" x="5303838" y="3543300"/>
          <p14:tracePt t="83257" x="5308600" y="3529013"/>
          <p14:tracePt t="83265" x="5314950" y="3514725"/>
          <p14:tracePt t="83274" x="5322888" y="3497263"/>
          <p14:tracePt t="83282" x="5326063" y="3482975"/>
          <p14:tracePt t="83290" x="5332413" y="3471863"/>
          <p14:tracePt t="83299" x="5337175" y="3460750"/>
          <p14:tracePt t="83307" x="5337175" y="3454400"/>
          <p14:tracePt t="83315" x="5337175" y="3446463"/>
          <p14:tracePt t="83324" x="5337175" y="3440113"/>
          <p14:tracePt t="83332" x="5332413" y="3436938"/>
          <p14:tracePt t="83341" x="5332413" y="3432175"/>
          <p14:tracePt t="83349" x="5329238" y="3429000"/>
          <p14:tracePt t="83357" x="5326063" y="3425825"/>
          <p14:tracePt t="83365" x="5322888" y="3422650"/>
          <p14:tracePt t="83382" x="5318125" y="3422650"/>
          <p14:tracePt t="83399" x="5314950" y="3417888"/>
          <p14:tracePt t="83624" x="5314950" y="3422650"/>
          <p14:tracePt t="83627" x="5318125" y="3422650"/>
          <p14:tracePt t="83635" x="5322888" y="3422650"/>
          <p14:tracePt t="83642" x="5326063" y="3422650"/>
          <p14:tracePt t="83649" x="5340350" y="3425825"/>
          <p14:tracePt t="83658" x="5357813" y="3425825"/>
          <p14:tracePt t="83658" x="5360988" y="3425825"/>
          <p14:tracePt t="83666" x="5386388" y="3425825"/>
          <p14:tracePt t="83674" x="5429250" y="3425825"/>
          <p14:tracePt t="83683" x="5480050" y="3425825"/>
          <p14:tracePt t="83691" x="5540375" y="3422650"/>
          <p14:tracePt t="83692" x="5546725" y="3417888"/>
          <p14:tracePt t="83699" x="5603875" y="3414713"/>
          <p14:tracePt t="83708" x="5668963" y="3411538"/>
          <p14:tracePt t="83716" x="5732463" y="3411538"/>
          <p14:tracePt t="83716" x="5737225" y="3411538"/>
          <p14:tracePt t="83724" x="5803900" y="3408363"/>
          <p14:tracePt t="83733" x="5872163" y="3408363"/>
          <p14:tracePt t="83741" x="5954713" y="3408363"/>
          <p14:tracePt t="83749" x="6040438" y="3411538"/>
          <p14:tracePt t="83758" x="6126163" y="3414713"/>
          <p14:tracePt t="83766" x="6203950" y="3417888"/>
          <p14:tracePt t="83774" x="6294438" y="3422650"/>
          <p14:tracePt t="83783" x="6361113" y="3422650"/>
          <p14:tracePt t="83783" x="6372225" y="3422650"/>
          <p14:tracePt t="83791" x="6426200" y="3422650"/>
          <p14:tracePt t="83792" x="6437313" y="3422650"/>
          <p14:tracePt t="83799" x="6503988" y="3422650"/>
          <p14:tracePt t="83808" x="6565900" y="3422650"/>
          <p14:tracePt t="83808" x="6572250" y="3422650"/>
          <p14:tracePt t="83816" x="6626225" y="3422650"/>
          <p14:tracePt t="83824" x="6694488" y="3422650"/>
          <p14:tracePt t="83833" x="6743700" y="3417888"/>
          <p14:tracePt t="83841" x="6800850" y="3417888"/>
          <p14:tracePt t="83849" x="6851650" y="3414713"/>
          <p14:tracePt t="83858" x="6904038" y="3414713"/>
          <p14:tracePt t="83866" x="6954838" y="3414713"/>
          <p14:tracePt t="83875" x="6997700" y="3411538"/>
          <p14:tracePt t="83883" x="7026275" y="3411538"/>
          <p14:tracePt t="83891" x="7051675" y="3411538"/>
          <p14:tracePt t="83900" x="7065963" y="3408363"/>
          <p14:tracePt t="83908" x="7080250" y="3408363"/>
          <p14:tracePt t="83908" x="7083425" y="3408363"/>
          <p14:tracePt t="83916" x="7094538" y="3408363"/>
          <p14:tracePt t="83925" x="7104063" y="3403600"/>
          <p14:tracePt t="83933" x="7115175" y="3403600"/>
          <p14:tracePt t="83941" x="7129463" y="3403600"/>
          <p14:tracePt t="83950" x="7132638" y="3403600"/>
          <p14:tracePt t="83958" x="7137400" y="3403600"/>
          <p14:tracePt t="83966" x="7140575" y="3403600"/>
          <p14:tracePt t="83992" x="7143750" y="3403600"/>
          <p14:tracePt t="84015" x="7146925" y="3403600"/>
          <p14:tracePt t="84021" x="7151688" y="3403600"/>
          <p14:tracePt t="84026" x="7154863" y="3403600"/>
          <p14:tracePt t="84033" x="7158038" y="3403600"/>
          <p14:tracePt t="84041" x="7165975" y="3408363"/>
          <p14:tracePt t="84050" x="7175500" y="3411538"/>
          <p14:tracePt t="84058" x="7183438" y="3414713"/>
          <p14:tracePt t="84066" x="7197725" y="3417888"/>
          <p14:tracePt t="84075" x="7212013" y="3425825"/>
          <p14:tracePt t="84083" x="7223125" y="3436938"/>
          <p14:tracePt t="84091" x="7240588" y="3451225"/>
          <p14:tracePt t="84100" x="7258050" y="3460750"/>
          <p14:tracePt t="84108" x="7280275" y="3479800"/>
          <p14:tracePt t="84116" x="7297738" y="3494088"/>
          <p14:tracePt t="84125" x="7318375" y="3503613"/>
          <p14:tracePt t="84125" x="7323138" y="3503613"/>
          <p14:tracePt t="84133" x="7340600" y="3517900"/>
          <p14:tracePt t="84142" x="7358063" y="3525838"/>
          <p14:tracePt t="84142" x="7358063" y="3529013"/>
          <p14:tracePt t="84150" x="7372350" y="3536950"/>
          <p14:tracePt t="84158" x="7383463" y="3543300"/>
          <p14:tracePt t="84167" x="7389813" y="3551238"/>
          <p14:tracePt t="84175" x="7394575" y="3554413"/>
          <p14:tracePt t="84183" x="7400925" y="3560763"/>
          <p14:tracePt t="84192" x="7404100" y="3568700"/>
          <p14:tracePt t="84200" x="7408863" y="3579813"/>
          <p14:tracePt t="84200" x="7412038" y="3579813"/>
          <p14:tracePt t="84208" x="7412038" y="3589338"/>
          <p14:tracePt t="84217" x="7415213" y="3600450"/>
          <p14:tracePt t="84225" x="7418388" y="3611563"/>
          <p14:tracePt t="84226" x="7418388" y="3614738"/>
          <p14:tracePt t="84233" x="7418388" y="3622675"/>
          <p14:tracePt t="84242" x="7423150" y="3632200"/>
          <p14:tracePt t="84250" x="7423150" y="3640138"/>
          <p14:tracePt t="84258" x="7423150" y="3646488"/>
          <p14:tracePt t="84267" x="7423150" y="3657600"/>
          <p14:tracePt t="84275" x="7418388" y="3665538"/>
          <p14:tracePt t="84283" x="7412038" y="3671888"/>
          <p14:tracePt t="84292" x="7404100" y="3679825"/>
          <p14:tracePt t="84300" x="7394575" y="3686175"/>
          <p14:tracePt t="84308" x="7375525" y="3694113"/>
          <p14:tracePt t="84317" x="7354888" y="3700463"/>
          <p14:tracePt t="84325" x="7326313" y="3711575"/>
          <p14:tracePt t="84326" x="7323138" y="3711575"/>
          <p14:tracePt t="84333" x="7286625" y="3722688"/>
          <p14:tracePt t="84342" x="7237413" y="3732213"/>
          <p14:tracePt t="84350" x="7175500" y="3743325"/>
          <p14:tracePt t="84358" x="7100888" y="3757613"/>
          <p14:tracePt t="84367" x="7026275" y="3768725"/>
          <p14:tracePt t="84375" x="6923088" y="3783013"/>
          <p14:tracePt t="84384" x="6815138" y="3794125"/>
          <p14:tracePt t="84392" x="6711950" y="3800475"/>
          <p14:tracePt t="84400" x="6594475" y="3808413"/>
          <p14:tracePt t="84409" x="6469063" y="3811588"/>
          <p14:tracePt t="84417" x="6361113" y="3811588"/>
          <p14:tracePt t="84425" x="6229350" y="3811588"/>
          <p14:tracePt t="84434" x="6115050" y="3811588"/>
          <p14:tracePt t="84434" x="6100763" y="3811588"/>
          <p14:tracePt t="84442" x="6011863" y="3811588"/>
          <p14:tracePt t="84442" x="5997575" y="3811588"/>
          <p14:tracePt t="84450" x="5903913" y="3808413"/>
          <p14:tracePt t="84459" x="5815013" y="3808413"/>
          <p14:tracePt t="84467" x="5751513" y="3803650"/>
          <p14:tracePt t="84475" x="5683250" y="3800475"/>
          <p14:tracePt t="84484" x="5632450" y="3797300"/>
          <p14:tracePt t="84492" x="5597525" y="3794125"/>
          <p14:tracePt t="84500" x="5568950" y="3789363"/>
          <p14:tracePt t="84509" x="5551488" y="3786188"/>
          <p14:tracePt t="84517" x="5537200" y="3783013"/>
          <p14:tracePt t="84525" x="5526088" y="3783013"/>
          <p14:tracePt t="84534" x="5522913" y="3783013"/>
          <p14:tracePt t="84568" x="5518150" y="3783013"/>
          <p14:tracePt t="84576" x="5518150" y="3779838"/>
          <p14:tracePt t="84577" x="5514975" y="3779838"/>
          <p14:tracePt t="84584" x="5511800" y="3779838"/>
          <p14:tracePt t="84592" x="5500688" y="3775075"/>
          <p14:tracePt t="84601" x="5486400" y="3768725"/>
          <p14:tracePt t="84609" x="5472113" y="3760788"/>
          <p14:tracePt t="84617" x="5451475" y="3751263"/>
          <p14:tracePt t="84626" x="5429250" y="3740150"/>
          <p14:tracePt t="84634" x="5408613" y="3729038"/>
          <p14:tracePt t="84642" x="5386388" y="3717925"/>
          <p14:tracePt t="84651" x="5365750" y="3708400"/>
          <p14:tracePt t="84659" x="5346700" y="3697288"/>
          <p14:tracePt t="84660" x="5343525" y="3697288"/>
          <p14:tracePt t="84667" x="5326063" y="3686175"/>
          <p14:tracePt t="84676" x="5311775" y="3679825"/>
          <p14:tracePt t="84684" x="5300663" y="3671888"/>
          <p14:tracePt t="84692" x="5289550" y="3665538"/>
          <p14:tracePt t="84701" x="5283200" y="3660775"/>
          <p14:tracePt t="84709" x="5275263" y="3657600"/>
          <p14:tracePt t="84717" x="5268913" y="3654425"/>
          <p14:tracePt t="84726" x="5265738" y="3651250"/>
          <p14:tracePt t="84734" x="5257800" y="3646488"/>
          <p14:tracePt t="84742" x="5254625" y="3646488"/>
          <p14:tracePt t="84751" x="5254625" y="3643313"/>
          <p14:tracePt t="84770" x="5251450" y="3643313"/>
          <p14:tracePt t="85012" x="5251450" y="3640138"/>
          <p14:tracePt t="85022" x="5254625" y="3640138"/>
          <p14:tracePt t="85038" x="5254625" y="3636963"/>
          <p14:tracePt t="85043" x="5257800" y="3636963"/>
          <p14:tracePt t="85062" x="5257800" y="3632200"/>
          <p14:tracePt t="85211" x="5260975" y="3632200"/>
          <p14:tracePt t="85318" x="5265738" y="3632200"/>
          <p14:tracePt t="85321" x="5265738" y="3629025"/>
          <p14:tracePt t="85327" x="5275263" y="3625850"/>
          <p14:tracePt t="85335" x="5289550" y="3622675"/>
          <p14:tracePt t="85343" x="5308600" y="3614738"/>
          <p14:tracePt t="85344" x="5311775" y="3614738"/>
          <p14:tracePt t="85351" x="5332413" y="3608388"/>
          <p14:tracePt t="85360" x="5354638" y="3597275"/>
          <p14:tracePt t="85368" x="5386388" y="3589338"/>
          <p14:tracePt t="85369" x="5389563" y="3589338"/>
          <p14:tracePt t="85376" x="5414963" y="3582988"/>
          <p14:tracePt t="85385" x="5440363" y="3575050"/>
          <p14:tracePt t="85393" x="5465763" y="3568700"/>
          <p14:tracePt t="85402" x="5480050" y="3568700"/>
          <p14:tracePt t="85410" x="5489575" y="3565525"/>
          <p14:tracePt t="85418" x="5497513" y="3565525"/>
          <p14:tracePt t="85427" x="5500688" y="3565525"/>
          <p14:tracePt t="85613" x="5500688" y="3560763"/>
          <p14:tracePt t="85616" x="5497513" y="3560763"/>
          <p14:tracePt t="85622" x="5494338" y="3560763"/>
          <p14:tracePt t="85628" x="5489575" y="3560763"/>
          <p14:tracePt t="85635" x="5486400" y="3557588"/>
          <p14:tracePt t="85644" x="5475288" y="3554413"/>
          <p14:tracePt t="85652" x="5465763" y="3551238"/>
          <p14:tracePt t="85660" x="5446713" y="3546475"/>
          <p14:tracePt t="85669" x="5429250" y="3540125"/>
          <p14:tracePt t="85677" x="5414963" y="3532188"/>
          <p14:tracePt t="85685" x="5397500" y="3529013"/>
          <p14:tracePt t="85694" x="5383213" y="3522663"/>
          <p14:tracePt t="85702" x="5368925" y="3517900"/>
          <p14:tracePt t="85710" x="5357813" y="3514725"/>
          <p14:tracePt t="85719" x="5351463" y="3514725"/>
          <p14:tracePt t="85727" x="5343525" y="3511550"/>
          <p14:tracePt t="85735" x="5340350" y="3511550"/>
          <p14:tracePt t="85840" x="5340350" y="3508375"/>
          <p14:tracePt t="85844" x="5343525" y="3508375"/>
          <p14:tracePt t="85848" x="5346700" y="3508375"/>
          <p14:tracePt t="85852" x="5346700" y="3503613"/>
          <p14:tracePt t="85861" x="5357813" y="3503613"/>
          <p14:tracePt t="85869" x="5360988" y="3500438"/>
          <p14:tracePt t="85877" x="5365750" y="3500438"/>
          <p14:tracePt t="85886" x="5368925" y="3500438"/>
          <p14:tracePt t="85937" x="5372100" y="3500438"/>
          <p14:tracePt t="85958" x="5375275" y="3500438"/>
          <p14:tracePt t="85976" x="5380038" y="3500438"/>
          <p14:tracePt t="86004" x="5383213" y="3500438"/>
          <p14:tracePt t="86016" x="5386388" y="3500438"/>
          <p14:tracePt t="86025" x="5389563" y="3500438"/>
          <p14:tracePt t="86032" x="5394325" y="3500438"/>
          <p14:tracePt t="86035" x="5394325" y="3503613"/>
          <p14:tracePt t="86037" x="5397500" y="3503613"/>
          <p14:tracePt t="86044" x="5400675" y="3503613"/>
          <p14:tracePt t="86052" x="5408613" y="3503613"/>
          <p14:tracePt t="86061" x="5411788" y="3503613"/>
          <p14:tracePt t="86069" x="5418138" y="3503613"/>
          <p14:tracePt t="86077" x="5426075" y="3508375"/>
          <p14:tracePt t="86086" x="5429250" y="3508375"/>
          <p14:tracePt t="86136" x="5432425" y="3508375"/>
          <p14:tracePt t="86276" x="5429250" y="3508375"/>
          <p14:tracePt t="86296" x="5426075" y="3508375"/>
          <p14:tracePt t="86305" x="5426075" y="3511550"/>
          <p14:tracePt t="86306" x="5422900" y="3511550"/>
          <p14:tracePt t="86316" x="5418138" y="3511550"/>
          <p14:tracePt t="86324" x="5418138" y="3514725"/>
          <p14:tracePt t="86328" x="5414963" y="3514725"/>
          <p14:tracePt t="86336" x="5411788" y="3514725"/>
          <p14:tracePt t="86344" x="5408613" y="3517900"/>
          <p14:tracePt t="86353" x="5403850" y="3522663"/>
          <p14:tracePt t="86361" x="5400675" y="3525838"/>
          <p14:tracePt t="86370" x="5394325" y="3529013"/>
          <p14:tracePt t="86378" x="5386388" y="3532188"/>
          <p14:tracePt t="86386" x="5380038" y="3540125"/>
          <p14:tracePt t="86395" x="5368925" y="3543300"/>
          <p14:tracePt t="86403" x="5360988" y="3551238"/>
          <p14:tracePt t="86411" x="5346700" y="3554413"/>
          <p14:tracePt t="86420" x="5340350" y="3560763"/>
          <p14:tracePt t="86428" x="5332413" y="3560763"/>
          <p14:tracePt t="86436" x="5326063" y="3565525"/>
          <p14:tracePt t="86445" x="5322888" y="3568700"/>
          <p14:tracePt t="86453" x="5318125" y="3568700"/>
          <p14:tracePt t="86471" x="5314950" y="3568700"/>
          <p14:tracePt t="86863" x="5318125" y="3568700"/>
          <p14:tracePt t="86875" x="5322888" y="3568700"/>
          <p14:tracePt t="86884" x="5326063" y="3568700"/>
          <p14:tracePt t="86891" x="5329238" y="3568700"/>
          <p14:tracePt t="86900" x="5332413" y="3568700"/>
          <p14:tracePt t="86904" x="5337175" y="3568700"/>
          <p14:tracePt t="86912" x="5340350" y="3568700"/>
          <p14:tracePt t="86920" x="5351463" y="3568700"/>
          <p14:tracePt t="86929" x="5357813" y="3568700"/>
          <p14:tracePt t="86938" x="5368925" y="3568700"/>
          <p14:tracePt t="86945" x="5375275" y="3568700"/>
          <p14:tracePt t="86954" x="5383213" y="3568700"/>
          <p14:tracePt t="86962" x="5389563" y="3568700"/>
          <p14:tracePt t="86963" x="5394325" y="3568700"/>
          <p14:tracePt t="86970" x="5400675" y="3568700"/>
          <p14:tracePt t="86979" x="5408613" y="3568700"/>
          <p14:tracePt t="86987" x="5411788" y="3571875"/>
          <p14:tracePt t="86995" x="5418138" y="3571875"/>
          <p14:tracePt t="87004" x="5422900" y="3571875"/>
          <p14:tracePt t="87012" x="5426075" y="3571875"/>
          <p14:tracePt t="87020" x="5429250" y="3571875"/>
          <p14:tracePt t="87029" x="5432425" y="3571875"/>
          <p14:tracePt t="87037" x="5437188" y="3571875"/>
          <p14:tracePt t="87045" x="5443538" y="3571875"/>
          <p14:tracePt t="87054" x="5446713" y="3575050"/>
          <p14:tracePt t="87062" x="5451475" y="3575050"/>
          <p14:tracePt t="87070" x="5454650" y="3575050"/>
          <p14:tracePt t="87079" x="5457825" y="3579813"/>
          <p14:tracePt t="87087" x="5465763" y="3579813"/>
          <p14:tracePt t="87095" x="5468938" y="3579813"/>
          <p14:tracePt t="87104" x="5472113" y="3579813"/>
          <p14:tracePt t="87112" x="5475288" y="3579813"/>
          <p14:tracePt t="87120" x="5480050" y="3582988"/>
          <p14:tracePt t="87129" x="5483225" y="3582988"/>
          <p14:tracePt t="87137" x="5486400" y="3582988"/>
          <p14:tracePt t="87146" x="5494338" y="3582988"/>
          <p14:tracePt t="87154" x="5497513" y="3586163"/>
          <p14:tracePt t="87162" x="5508625" y="3586163"/>
          <p14:tracePt t="87171" x="5514975" y="3586163"/>
          <p14:tracePt t="87171" x="5518150" y="3586163"/>
          <p14:tracePt t="87179" x="5526088" y="3589338"/>
          <p14:tracePt t="87187" x="5540375" y="3589338"/>
          <p14:tracePt t="87196" x="5551488" y="3589338"/>
          <p14:tracePt t="87204" x="5565775" y="3589338"/>
          <p14:tracePt t="87204" x="5568950" y="3589338"/>
          <p14:tracePt t="87212" x="5583238" y="3594100"/>
          <p14:tracePt t="87221" x="5597525" y="3594100"/>
          <p14:tracePt t="87229" x="5614988" y="3594100"/>
          <p14:tracePt t="87237" x="5632450" y="3594100"/>
          <p14:tracePt t="87246" x="5654675" y="3594100"/>
          <p14:tracePt t="87254" x="5672138" y="3594100"/>
          <p14:tracePt t="87262" x="5694363" y="3594100"/>
          <p14:tracePt t="87271" x="5711825" y="3594100"/>
          <p14:tracePt t="87279" x="5732463" y="3594100"/>
          <p14:tracePt t="87279" x="5737225" y="3594100"/>
          <p14:tracePt t="87287" x="5754688" y="3594100"/>
          <p14:tracePt t="87296" x="5772150" y="3594100"/>
          <p14:tracePt t="87304" x="5794375" y="3594100"/>
          <p14:tracePt t="87312" x="5811838" y="3594100"/>
          <p14:tracePt t="87321" x="5829300" y="3594100"/>
          <p14:tracePt t="87329" x="5843588" y="3594100"/>
          <p14:tracePt t="87330" x="5846763" y="3594100"/>
          <p14:tracePt t="87337" x="5861050" y="3594100"/>
          <p14:tracePt t="87346" x="5875338" y="3594100"/>
          <p14:tracePt t="87354" x="5889625" y="3594100"/>
          <p14:tracePt t="87363" x="5903913" y="3594100"/>
          <p14:tracePt t="87371" x="5918200" y="3594100"/>
          <p14:tracePt t="87379" x="5937250" y="3594100"/>
          <p14:tracePt t="87388" x="5951538" y="3594100"/>
          <p14:tracePt t="87396" x="5965825" y="3594100"/>
          <p14:tracePt t="87404" x="5983288" y="3594100"/>
          <p14:tracePt t="87413" x="5997575" y="3594100"/>
          <p14:tracePt t="87421" x="6011863" y="3594100"/>
          <p14:tracePt t="87429" x="6029325" y="3594100"/>
          <p14:tracePt t="87438" x="6046788" y="3594100"/>
          <p14:tracePt t="87446" x="6061075" y="3594100"/>
          <p14:tracePt t="87454" x="6080125" y="3594100"/>
          <p14:tracePt t="87463" x="6097588" y="3594100"/>
          <p14:tracePt t="87471" x="6111875" y="3594100"/>
          <p14:tracePt t="87472" x="6115050" y="3594100"/>
          <p14:tracePt t="87479" x="6129338" y="3594100"/>
          <p14:tracePt t="87488" x="6143625" y="3589338"/>
          <p14:tracePt t="87496" x="6157913" y="3589338"/>
          <p14:tracePt t="87504" x="6165850" y="3589338"/>
          <p14:tracePt t="87513" x="6175375" y="3589338"/>
          <p14:tracePt t="87521" x="6183313" y="3589338"/>
          <p14:tracePt t="87529" x="6189663" y="3589338"/>
          <p14:tracePt t="87538" x="6194425" y="3589338"/>
          <p14:tracePt t="87546" x="6200775" y="3589338"/>
          <p14:tracePt t="87554" x="6203950" y="3589338"/>
          <p14:tracePt t="87563" x="6211888" y="3589338"/>
          <p14:tracePt t="87571" x="6215063" y="3589338"/>
          <p14:tracePt t="87580" x="6218238" y="3589338"/>
          <p14:tracePt t="87588" x="6223000" y="3589338"/>
          <p14:tracePt t="87596" x="6226175" y="3589338"/>
          <p14:tracePt t="87604" x="6229350" y="3589338"/>
          <p14:tracePt t="87613" x="6232525" y="3589338"/>
          <p14:tracePt t="87621" x="6237288" y="3589338"/>
          <p14:tracePt t="87630" x="6243638" y="3589338"/>
          <p14:tracePt t="87638" x="6246813" y="3589338"/>
          <p14:tracePt t="87646" x="6254750" y="3589338"/>
          <p14:tracePt t="87654" x="6257925" y="3589338"/>
          <p14:tracePt t="87663" x="6265863" y="3586163"/>
          <p14:tracePt t="87671" x="6272213" y="3586163"/>
          <p14:tracePt t="87680" x="6280150" y="3586163"/>
          <p14:tracePt t="87688" x="6283325" y="3586163"/>
          <p14:tracePt t="87696" x="6289675" y="3582988"/>
          <p14:tracePt t="87705" x="6297613" y="3582988"/>
          <p14:tracePt t="87713" x="6303963" y="3582988"/>
          <p14:tracePt t="87721" x="6311900" y="3582988"/>
          <p14:tracePt t="87730" x="6318250" y="3582988"/>
          <p14:tracePt t="87738" x="6326188" y="3582988"/>
          <p14:tracePt t="87746" x="6337300" y="3582988"/>
          <p14:tracePt t="87755" x="6346825" y="3579813"/>
          <p14:tracePt t="87763" x="6354763" y="3579813"/>
          <p14:tracePt t="87771" x="6361113" y="3579813"/>
          <p14:tracePt t="87780" x="6372225" y="3579813"/>
          <p14:tracePt t="87788" x="6380163" y="3575050"/>
          <p14:tracePt t="87796" x="6386513" y="3575050"/>
          <p14:tracePt t="87805" x="6394450" y="3575050"/>
          <p14:tracePt t="87813" x="6400800" y="3575050"/>
          <p14:tracePt t="87821" x="6408738" y="3575050"/>
          <p14:tracePt t="87830" x="6415088" y="3575050"/>
          <p14:tracePt t="87838" x="6418263" y="3575050"/>
          <p14:tracePt t="87847" x="6426200" y="3575050"/>
          <p14:tracePt t="87855" x="6429375" y="3575050"/>
          <p14:tracePt t="87863" x="6432550" y="3575050"/>
          <p14:tracePt t="87871" x="6437313" y="3575050"/>
          <p14:tracePt t="87888" x="6440488" y="3575050"/>
          <p14:tracePt t="87897" x="6443663" y="3571875"/>
          <p14:tracePt t="87913" x="6446838" y="3571875"/>
          <p14:tracePt t="87930" x="6451600" y="3571875"/>
          <p14:tracePt t="88106" x="6454775" y="3571875"/>
          <p14:tracePt t="88206" x="6457950" y="3571875"/>
          <p14:tracePt t="88213" x="6461125" y="3571875"/>
          <p14:tracePt t="88226" x="6465888" y="3571875"/>
          <p14:tracePt t="88234" x="6469063" y="3571875"/>
          <p14:tracePt t="88250" x="6472238" y="3571875"/>
          <p14:tracePt t="88256" x="6475413" y="3571875"/>
          <p14:tracePt t="88267" x="6480175" y="3571875"/>
          <p14:tracePt t="88273" x="6483350" y="3571875"/>
          <p14:tracePt t="88283" x="6486525" y="3571875"/>
          <p14:tracePt t="88289" x="6489700" y="3571875"/>
          <p14:tracePt t="88297" x="6494463" y="3571875"/>
          <p14:tracePt t="88305" x="6497638" y="3571875"/>
          <p14:tracePt t="88314" x="6500813" y="3571875"/>
          <p14:tracePt t="88322" x="6503988" y="3568700"/>
          <p14:tracePt t="88330" x="6508750" y="3568700"/>
          <p14:tracePt t="88339" x="6515100" y="3568700"/>
          <p14:tracePt t="88355" x="6518275" y="3568700"/>
          <p14:tracePt t="88364" x="6523038" y="3568700"/>
          <p14:tracePt t="88380" x="6526213" y="3568700"/>
          <p14:tracePt t="88435" x="6529388" y="3568700"/>
          <p14:tracePt t="88469" x="6532563" y="3568700"/>
          <p14:tracePt t="88488" x="6537325" y="3568700"/>
          <p14:tracePt t="88684" x="6540500" y="3568700"/>
          <p14:tracePt t="88721" x="6543675" y="3568700"/>
          <p14:tracePt t="88740" x="6546850" y="3568700"/>
          <p14:tracePt t="88755" x="6551613" y="3568700"/>
          <p14:tracePt t="88763" x="6554788" y="3568700"/>
          <p14:tracePt t="88772" x="6557963" y="3568700"/>
          <p14:tracePt t="88777" x="6561138" y="3568700"/>
          <p14:tracePt t="88782" x="6565900" y="3568700"/>
          <p14:tracePt t="88789" x="6569075" y="3568700"/>
          <p14:tracePt t="88798" x="6575425" y="3565525"/>
          <p14:tracePt t="88806" x="6586538" y="3565525"/>
          <p14:tracePt t="88814" x="6594475" y="3565525"/>
          <p14:tracePt t="88823" x="6604000" y="3565525"/>
          <p14:tracePt t="88831" x="6615113" y="3565525"/>
          <p14:tracePt t="88839" x="6626225" y="3560763"/>
          <p14:tracePt t="88848" x="6640513" y="3560763"/>
          <p14:tracePt t="88856" x="6646863" y="3560763"/>
          <p14:tracePt t="88864" x="6661150" y="3560763"/>
          <p14:tracePt t="88873" x="6669088" y="3557588"/>
          <p14:tracePt t="88881" x="6680200" y="3557588"/>
          <p14:tracePt t="88890" x="6689725" y="3557588"/>
          <p14:tracePt t="88898" x="6700838" y="3557588"/>
          <p14:tracePt t="88906" x="6711950" y="3557588"/>
          <p14:tracePt t="88915" x="6726238" y="3554413"/>
          <p14:tracePt t="88923" x="6737350" y="3554413"/>
          <p14:tracePt t="88923" x="6740525" y="3554413"/>
          <p14:tracePt t="88931" x="6751638" y="3554413"/>
          <p14:tracePt t="88940" x="6761163" y="3554413"/>
          <p14:tracePt t="88940" x="6765925" y="3554413"/>
          <p14:tracePt t="88948" x="6775450" y="3554413"/>
          <p14:tracePt t="88956" x="6789738" y="3554413"/>
          <p14:tracePt t="88965" x="6804025" y="3554413"/>
          <p14:tracePt t="88973" x="6823075" y="3554413"/>
          <p14:tracePt t="88981" x="6843713" y="3554413"/>
          <p14:tracePt t="88990" x="6861175" y="3554413"/>
          <p14:tracePt t="88998" x="6883400" y="3554413"/>
          <p14:tracePt t="88999" x="6886575" y="3551238"/>
          <p14:tracePt t="89006" x="6908800" y="3551238"/>
          <p14:tracePt t="89015" x="6932613" y="3551238"/>
          <p14:tracePt t="89015" x="6937375" y="3551238"/>
          <p14:tracePt t="89023" x="6961188" y="3551238"/>
          <p14:tracePt t="89024" x="6965950" y="3551238"/>
          <p14:tracePt t="89031" x="6989763" y="3551238"/>
          <p14:tracePt t="89040" x="7018338" y="3551238"/>
          <p14:tracePt t="89048" x="7051675" y="3551238"/>
          <p14:tracePt t="89056" x="7086600" y="3546475"/>
          <p14:tracePt t="89065" x="7115175" y="3546475"/>
          <p14:tracePt t="89066" x="7123113" y="3546475"/>
          <p14:tracePt t="89073" x="7146925" y="3546475"/>
          <p14:tracePt t="89081" x="7180263" y="3546475"/>
          <p14:tracePt t="89090" x="7212013" y="3543300"/>
          <p14:tracePt t="89098" x="7243763" y="3543300"/>
          <p14:tracePt t="89106" x="7275513" y="3543300"/>
          <p14:tracePt t="89115" x="7300913" y="3543300"/>
          <p14:tracePt t="89123" x="7332663" y="3543300"/>
          <p14:tracePt t="89131" x="7358063" y="3543300"/>
          <p14:tracePt t="89140" x="7383463" y="3543300"/>
          <p14:tracePt t="89140" x="7386638" y="3543300"/>
          <p14:tracePt t="89148" x="7412038" y="3540125"/>
          <p14:tracePt t="89156" x="7437438" y="3540125"/>
          <p14:tracePt t="89165" x="7461250" y="3540125"/>
          <p14:tracePt t="89173" x="7486650" y="3536950"/>
          <p14:tracePt t="89182" x="7512050" y="3536950"/>
          <p14:tracePt t="89190" x="7532688" y="3532188"/>
          <p14:tracePt t="89190" x="7537450" y="3532188"/>
          <p14:tracePt t="89198" x="7561263" y="3532188"/>
          <p14:tracePt t="89207" x="7583488" y="3529013"/>
          <p14:tracePt t="89215" x="7604125" y="3529013"/>
          <p14:tracePt t="89223" x="7629525" y="3525838"/>
          <p14:tracePt t="89232" x="7654925" y="3525838"/>
          <p14:tracePt t="89240" x="7672388" y="3525838"/>
          <p14:tracePt t="89248" x="7697788" y="3525838"/>
          <p14:tracePt t="89257" x="7718425" y="3525838"/>
          <p14:tracePt t="89265" x="7743825" y="3525838"/>
          <p14:tracePt t="89273" x="7766050" y="3525838"/>
          <p14:tracePt t="89282" x="7786688" y="3529013"/>
          <p14:tracePt t="89290" x="7804150" y="3529013"/>
          <p14:tracePt t="89298" x="7829550" y="3532188"/>
          <p14:tracePt t="89307" x="7847013" y="3532188"/>
          <p14:tracePt t="89315" x="7869238" y="3532188"/>
          <p14:tracePt t="89316" x="7872413" y="3532188"/>
          <p14:tracePt t="89323" x="7889875" y="3532188"/>
          <p14:tracePt t="89332" x="7912100" y="3536950"/>
          <p14:tracePt t="89340" x="7929563" y="3536950"/>
          <p14:tracePt t="89348" x="7954963" y="3536950"/>
          <p14:tracePt t="89357" x="7975600" y="3536950"/>
          <p14:tracePt t="89365" x="7997825" y="3536950"/>
          <p14:tracePt t="89373" x="8023225" y="3536950"/>
          <p14:tracePt t="89382" x="8047038" y="3536950"/>
          <p14:tracePt t="89382" x="8051800" y="3536950"/>
          <p14:tracePt t="89390" x="8072438" y="3536950"/>
          <p14:tracePt t="89398" x="8089900" y="3536950"/>
          <p14:tracePt t="89407" x="8112125" y="3536950"/>
          <p14:tracePt t="89407" x="8115300" y="3536950"/>
          <p14:tracePt t="89415" x="8137525" y="3536950"/>
          <p14:tracePt t="89424" x="8154988" y="3536950"/>
          <p14:tracePt t="89432" x="8169275" y="3536950"/>
          <p14:tracePt t="89432" x="8172450" y="3536950"/>
          <p14:tracePt t="89440" x="8186738" y="3540125"/>
          <p14:tracePt t="89449" x="8197850" y="3540125"/>
          <p14:tracePt t="89457" x="8208963" y="3540125"/>
          <p14:tracePt t="89465" x="8223250" y="3540125"/>
          <p14:tracePt t="89474" x="8229600" y="3540125"/>
          <p14:tracePt t="89482" x="8240713" y="3540125"/>
          <p14:tracePt t="89490" x="8247063" y="3540125"/>
          <p14:tracePt t="89499" x="8255000" y="3540125"/>
          <p14:tracePt t="89499" x="8258175" y="3540125"/>
          <p14:tracePt t="89507" x="8269288" y="3540125"/>
          <p14:tracePt t="89515" x="8283575" y="3540125"/>
          <p14:tracePt t="89524" x="8301038" y="3540125"/>
          <p14:tracePt t="89524" x="8304213" y="3540125"/>
          <p14:tracePt t="89532" x="8323263" y="3543300"/>
          <p14:tracePt t="89540" x="8347075" y="3543300"/>
          <p14:tracePt t="89549" x="8375650" y="3546475"/>
          <p14:tracePt t="89557" x="8401050" y="3546475"/>
          <p14:tracePt t="89565" x="8429625" y="3546475"/>
          <p14:tracePt t="89574" x="8451850" y="3551238"/>
          <p14:tracePt t="89582" x="8469313" y="3551238"/>
          <p14:tracePt t="89590" x="8483600" y="3551238"/>
          <p14:tracePt t="89599" x="8486775" y="3551238"/>
          <p14:tracePt t="89607" x="8494713" y="3554413"/>
          <p14:tracePt t="89615" x="8497888" y="3554413"/>
          <p14:tracePt t="89624" x="8501063" y="3554413"/>
          <p14:tracePt t="89641" x="8501063" y="3557588"/>
          <p14:tracePt t="89758" x="8497888" y="3557588"/>
          <p14:tracePt t="89774" x="8494713" y="3557588"/>
          <p14:tracePt t="89780" x="8489950" y="3557588"/>
          <p14:tracePt t="89789" x="8486775" y="3557588"/>
          <p14:tracePt t="89796" x="8483600" y="3557588"/>
          <p14:tracePt t="89806" x="8480425" y="3557588"/>
          <p14:tracePt t="89817" x="8475663" y="3557588"/>
          <p14:tracePt t="89826" x="8472488" y="3557588"/>
          <p14:tracePt t="89843" x="8469313" y="3557588"/>
          <p14:tracePt t="89887" x="8466138" y="3557588"/>
          <p14:tracePt t="89930" x="8461375" y="3557588"/>
          <p14:tracePt t="89936" x="8458200" y="3557588"/>
          <p14:tracePt t="89944" x="8455025" y="3557588"/>
          <p14:tracePt t="89950" x="8451850" y="3557588"/>
          <p14:tracePt t="89959" x="8447088" y="3557588"/>
          <p14:tracePt t="89965" x="8443913" y="3557588"/>
          <p14:tracePt t="89977" x="8440738" y="3557588"/>
          <p14:tracePt t="89981" x="8437563" y="3557588"/>
          <p14:tracePt t="89991" x="8432800" y="3557588"/>
          <p14:tracePt t="89998" x="8429625" y="3557588"/>
          <p14:tracePt t="90007" x="8426450" y="3557588"/>
          <p14:tracePt t="90015" x="8423275" y="3557588"/>
          <p14:tracePt t="90024" x="8418513" y="3557588"/>
          <p14:tracePt t="90032" x="8415338" y="3557588"/>
          <p14:tracePt t="90040" x="8412163" y="3557588"/>
          <p14:tracePt t="90048" x="8408988" y="3557588"/>
          <p14:tracePt t="90056" x="8404225" y="3557588"/>
          <p14:tracePt t="90063" x="8401050" y="3557588"/>
          <p14:tracePt t="90073" x="8397875" y="3557588"/>
          <p14:tracePt t="90082" x="8394700" y="3557588"/>
          <p14:tracePt t="90095" x="8389938" y="3557588"/>
          <p14:tracePt t="90113" x="8386763" y="3557588"/>
          <p14:tracePt t="90134" x="8383588" y="3557588"/>
          <p14:tracePt t="90151" x="8380413" y="3557588"/>
          <p14:tracePt t="90162" x="8375650" y="3557588"/>
          <p14:tracePt t="90173" x="8372475" y="3557588"/>
          <p14:tracePt t="90181" x="8369300" y="3557588"/>
          <p14:tracePt t="90191" x="8366125" y="3557588"/>
          <p14:tracePt t="90204" x="8361363" y="3557588"/>
          <p14:tracePt t="90321" x="8358188" y="3557588"/>
          <p14:tracePt t="91083" x="8355013" y="3557588"/>
          <p14:tracePt t="91091" x="8351838" y="3557588"/>
          <p14:tracePt t="91105" x="8347075" y="3557588"/>
          <p14:tracePt t="91122" x="8347075" y="3560763"/>
          <p14:tracePt t="91127" x="8343900" y="3560763"/>
          <p14:tracePt t="93727" x="8340725" y="3560763"/>
          <p14:tracePt t="93731" x="8337550" y="3560763"/>
          <p14:tracePt t="93736" x="8332788" y="3560763"/>
          <p14:tracePt t="93741" x="8332788" y="3565525"/>
          <p14:tracePt t="93746" x="8329613" y="3565525"/>
          <p14:tracePt t="93754" x="8326438" y="3565525"/>
          <p14:tracePt t="93763" x="8323263" y="3565525"/>
          <p14:tracePt t="93771" x="8318500" y="3565525"/>
          <p14:tracePt t="93779" x="8315325" y="3565525"/>
          <p14:tracePt t="94002" x="8315325" y="3568700"/>
          <p14:tracePt t="94005" x="8312150" y="3568700"/>
          <p14:tracePt t="94013" x="8308975" y="3568700"/>
          <p14:tracePt t="94021" x="8301038" y="3568700"/>
          <p14:tracePt t="94030" x="8289925" y="3571875"/>
          <p14:tracePt t="94038" x="8283575" y="3575050"/>
          <p14:tracePt t="94046" x="8266113" y="3579813"/>
          <p14:tracePt t="94055" x="8247063" y="3582988"/>
          <p14:tracePt t="94063" x="8229600" y="3586163"/>
          <p14:tracePt t="94064" x="8226425" y="3586163"/>
          <p14:tracePt t="94071" x="8197850" y="3589338"/>
          <p14:tracePt t="94080" x="8169275" y="3594100"/>
          <p14:tracePt t="94088" x="8129588" y="3600450"/>
          <p14:tracePt t="94096" x="8069263" y="3603625"/>
          <p14:tracePt t="94105" x="8001000" y="3611563"/>
          <p14:tracePt t="94113" x="7932738" y="3614738"/>
          <p14:tracePt t="94121" x="7854950" y="3622675"/>
          <p14:tracePt t="94130" x="7780338" y="3629025"/>
          <p14:tracePt t="94138" x="7712075" y="3632200"/>
          <p14:tracePt t="94139" x="7704138" y="3636963"/>
          <p14:tracePt t="94146" x="7629525" y="3640138"/>
          <p14:tracePt t="94155" x="7561263" y="3643313"/>
          <p14:tracePt t="94155" x="7551738" y="3646488"/>
          <p14:tracePt t="94163" x="7475538" y="3651250"/>
          <p14:tracePt t="94172" x="7412038" y="3654425"/>
          <p14:tracePt t="94180" x="7337425" y="3657600"/>
          <p14:tracePt t="94188" x="7261225" y="3660775"/>
          <p14:tracePt t="94197" x="7194550" y="3668713"/>
          <p14:tracePt t="94205" x="7129463" y="3671888"/>
          <p14:tracePt t="94213" x="7054850" y="3679825"/>
          <p14:tracePt t="94222" x="7000875" y="3683000"/>
          <p14:tracePt t="94230" x="6943725" y="3689350"/>
          <p14:tracePt t="94238" x="6889750" y="3694113"/>
          <p14:tracePt t="94247" x="6843713" y="3697288"/>
          <p14:tracePt t="94247" x="6840538" y="3700463"/>
          <p14:tracePt t="94255" x="6800850" y="3700463"/>
          <p14:tracePt t="94255" x="6797675" y="3703638"/>
          <p14:tracePt t="94263" x="6746875" y="3703638"/>
          <p14:tracePt t="94272" x="6704013" y="3708400"/>
          <p14:tracePt t="94280" x="6669088" y="3708400"/>
          <p14:tracePt t="94288" x="6623050" y="3708400"/>
          <p14:tracePt t="94297" x="6589713" y="3708400"/>
          <p14:tracePt t="94297" x="6586538" y="3708400"/>
          <p14:tracePt t="94305" x="6561138" y="3708400"/>
          <p14:tracePt t="94305" x="6557963" y="3708400"/>
          <p14:tracePt t="94313" x="6529388" y="3708400"/>
          <p14:tracePt t="94322" x="6503988" y="3708400"/>
          <p14:tracePt t="94330" x="6480175" y="3711575"/>
          <p14:tracePt t="94338" x="6454775" y="3711575"/>
          <p14:tracePt t="94347" x="6429375" y="3711575"/>
          <p14:tracePt t="94347" x="6426200" y="3711575"/>
          <p14:tracePt t="94355" x="6400800" y="3711575"/>
          <p14:tracePt t="94363" x="6369050" y="3711575"/>
          <p14:tracePt t="94372" x="6337300" y="3711575"/>
          <p14:tracePt t="94372" x="6332538" y="3711575"/>
          <p14:tracePt t="94380" x="6300788" y="3714750"/>
          <p14:tracePt t="94388" x="6265863" y="3714750"/>
          <p14:tracePt t="94397" x="6232525" y="3714750"/>
          <p14:tracePt t="94405" x="6197600" y="3714750"/>
          <p14:tracePt t="94413" x="6161088" y="3714750"/>
          <p14:tracePt t="94422" x="6132513" y="3714750"/>
          <p14:tracePt t="94422" x="6129338" y="3714750"/>
          <p14:tracePt t="94430" x="6100763" y="3714750"/>
          <p14:tracePt t="94439" x="6072188" y="3714750"/>
          <p14:tracePt t="94447" x="6040438" y="3714750"/>
          <p14:tracePt t="94455" x="6003925" y="3711575"/>
          <p14:tracePt t="94464" x="5969000" y="3708400"/>
          <p14:tracePt t="94472" x="5932488" y="3700463"/>
          <p14:tracePt t="94473" x="5929313" y="3700463"/>
          <p14:tracePt t="94480" x="5894388" y="3694113"/>
          <p14:tracePt t="94489" x="5854700" y="3689350"/>
          <p14:tracePt t="94497" x="5818188" y="3683000"/>
          <p14:tracePt t="94498" x="5815013" y="3683000"/>
          <p14:tracePt t="94505" x="5775325" y="3679825"/>
          <p14:tracePt t="94514" x="5743575" y="3675063"/>
          <p14:tracePt t="94514" x="5740400" y="3671888"/>
          <p14:tracePt t="94522" x="5703888" y="3671888"/>
          <p14:tracePt t="94530" x="5668963" y="3665538"/>
          <p14:tracePt t="94539" x="5640388" y="3660775"/>
          <p14:tracePt t="94547" x="5614988" y="3660775"/>
          <p14:tracePt t="94548" x="5611813" y="3657600"/>
          <p14:tracePt t="94555" x="5586413" y="3657600"/>
          <p14:tracePt t="94564" x="5565775" y="3654425"/>
          <p14:tracePt t="94572" x="5551488" y="3654425"/>
          <p14:tracePt t="94580" x="5537200" y="3651250"/>
          <p14:tracePt t="94589" x="5529263" y="3651250"/>
          <p14:tracePt t="94676" x="5526088" y="3651250"/>
          <p14:tracePt t="94686" x="5522913" y="3651250"/>
          <p14:tracePt t="94690" x="5522913" y="3646488"/>
          <p14:tracePt t="94697" x="5518150" y="3646488"/>
          <p14:tracePt t="94703" x="5514975" y="3643313"/>
          <p14:tracePt t="94708" x="5511800" y="3643313"/>
          <p14:tracePt t="94714" x="5508625" y="3643313"/>
          <p14:tracePt t="94722" x="5497513" y="3636963"/>
          <p14:tracePt t="94731" x="5486400" y="3632200"/>
          <p14:tracePt t="94731" x="5483225" y="3632200"/>
          <p14:tracePt t="94739" x="5472113" y="3625850"/>
          <p14:tracePt t="94739" x="5468938" y="3625850"/>
          <p14:tracePt t="94747" x="5451475" y="3617913"/>
          <p14:tracePt t="94756" x="5432425" y="3611563"/>
          <p14:tracePt t="94764" x="5408613" y="3600450"/>
          <p14:tracePt t="94772" x="5383213" y="3589338"/>
          <p14:tracePt t="94781" x="5360988" y="3582988"/>
          <p14:tracePt t="94789" x="5343525" y="3575050"/>
          <p14:tracePt t="94797" x="5329238" y="3568700"/>
          <p14:tracePt t="94806" x="5314950" y="3565525"/>
          <p14:tracePt t="94814" x="5303838" y="3565525"/>
          <p14:tracePt t="94815" x="5303838" y="3560763"/>
          <p14:tracePt t="94822" x="5297488" y="3560763"/>
          <p14:tracePt t="94831" x="5289550" y="3557588"/>
          <p14:tracePt t="94839" x="5283200" y="3557588"/>
          <p14:tracePt t="95020" x="5286375" y="3557588"/>
          <p14:tracePt t="95028" x="5289550" y="3557588"/>
          <p14:tracePt t="95032" x="5294313" y="3560763"/>
          <p14:tracePt t="95035" x="5297488" y="3560763"/>
          <p14:tracePt t="95040" x="5300663" y="3565525"/>
          <p14:tracePt t="95048" x="5308600" y="3568700"/>
          <p14:tracePt t="95056" x="5314950" y="3571875"/>
          <p14:tracePt t="95064" x="5329238" y="3579813"/>
          <p14:tracePt t="95073" x="5340350" y="3586163"/>
          <p14:tracePt t="95081" x="5357813" y="3594100"/>
          <p14:tracePt t="95089" x="5389563" y="3603625"/>
          <p14:tracePt t="95098" x="5422900" y="3614738"/>
          <p14:tracePt t="95106" x="5457825" y="3629025"/>
          <p14:tracePt t="95107" x="5465763" y="3629025"/>
          <p14:tracePt t="95114" x="5508625" y="3640138"/>
          <p14:tracePt t="95123" x="5551488" y="3651250"/>
          <p14:tracePt t="95131" x="5594350" y="3660775"/>
          <p14:tracePt t="95139" x="5646738" y="3668713"/>
          <p14:tracePt t="95148" x="5694363" y="3671888"/>
          <p14:tracePt t="95156" x="5754688" y="3671888"/>
          <p14:tracePt t="95164" x="5808663" y="3671888"/>
          <p14:tracePt t="95173" x="5861050" y="3671888"/>
          <p14:tracePt t="95181" x="5932488" y="3671888"/>
          <p14:tracePt t="95189" x="5997575" y="3665538"/>
          <p14:tracePt t="95198" x="6061075" y="3660775"/>
          <p14:tracePt t="95198" x="6069013" y="3657600"/>
          <p14:tracePt t="95206" x="6126163" y="3651250"/>
          <p14:tracePt t="95215" x="6189663" y="3643313"/>
          <p14:tracePt t="95223" x="6257925" y="3636963"/>
          <p14:tracePt t="95231" x="6332538" y="3629025"/>
          <p14:tracePt t="95240" x="6411913" y="3622675"/>
          <p14:tracePt t="95248" x="6480175" y="3614738"/>
          <p14:tracePt t="95248" x="6494463" y="3614738"/>
          <p14:tracePt t="95256" x="6561138" y="3608388"/>
          <p14:tracePt t="95265" x="6640513" y="3600450"/>
          <p14:tracePt t="95265" x="6651625" y="3600450"/>
          <p14:tracePt t="95273" x="6729413" y="3597275"/>
          <p14:tracePt t="95273" x="6740525" y="3594100"/>
          <p14:tracePt t="95281" x="6823075" y="3589338"/>
          <p14:tracePt t="95290" x="6911975" y="3582988"/>
          <p14:tracePt t="95298" x="7004050" y="3575050"/>
          <p14:tracePt t="95299" x="7015163" y="3571875"/>
          <p14:tracePt t="95306" x="7118350" y="3560763"/>
          <p14:tracePt t="95315" x="7208838" y="3554413"/>
          <p14:tracePt t="95323" x="7312025" y="3543300"/>
          <p14:tracePt t="95324" x="7323138" y="3540125"/>
          <p14:tracePt t="95331" x="7412038" y="3529013"/>
          <p14:tracePt t="95340" x="7504113" y="3517900"/>
          <p14:tracePt t="95348" x="7589838" y="3508375"/>
          <p14:tracePt t="95356" x="7680325" y="3497263"/>
          <p14:tracePt t="95365" x="7761288" y="3489325"/>
          <p14:tracePt t="95373" x="7829550" y="3486150"/>
          <p14:tracePt t="95374" x="7837488" y="3486150"/>
          <p14:tracePt t="95381" x="7908925" y="3482975"/>
          <p14:tracePt t="95390" x="7980363" y="3479800"/>
          <p14:tracePt t="95390" x="7989888" y="3479800"/>
          <p14:tracePt t="95398" x="8054975" y="3479800"/>
          <p14:tracePt t="95406" x="8118475" y="3479800"/>
          <p14:tracePt t="95415" x="8180388" y="3479800"/>
          <p14:tracePt t="95423" x="8232775" y="3475038"/>
          <p14:tracePt t="95431" x="8280400" y="3475038"/>
          <p14:tracePt t="95440" x="8318500" y="3475038"/>
          <p14:tracePt t="95440" x="8326438" y="3475038"/>
          <p14:tracePt t="95448" x="8361363" y="3471863"/>
          <p14:tracePt t="95457" x="8394700" y="3471863"/>
          <p14:tracePt t="95465" x="8418513" y="3468688"/>
          <p14:tracePt t="95473" x="8443913" y="3468688"/>
          <p14:tracePt t="95482" x="8466138" y="3468688"/>
          <p14:tracePt t="95490" x="8483600" y="3468688"/>
          <p14:tracePt t="95490" x="8486775" y="3468688"/>
          <p14:tracePt t="95498" x="8504238" y="3468688"/>
          <p14:tracePt t="95507" x="8518525" y="3468688"/>
          <p14:tracePt t="95515" x="8532813" y="3468688"/>
          <p14:tracePt t="95523" x="8543925" y="3468688"/>
          <p14:tracePt t="95532" x="8551863" y="3468688"/>
          <p14:tracePt t="95540" x="8551863" y="3471863"/>
          <p14:tracePt t="95548" x="8555038" y="3471863"/>
          <p14:tracePt t="95565" x="8555038" y="3475038"/>
          <p14:tracePt t="95573" x="8561388" y="3482975"/>
          <p14:tracePt t="95582" x="8566150" y="3497263"/>
          <p14:tracePt t="95590" x="8569325" y="3508375"/>
          <p14:tracePt t="95598" x="8572500" y="3522663"/>
          <p14:tracePt t="95607" x="8572500" y="3536950"/>
          <p14:tracePt t="95615" x="8569325" y="3551238"/>
          <p14:tracePt t="95623" x="8558213" y="3565525"/>
          <p14:tracePt t="95632" x="8540750" y="3582988"/>
          <p14:tracePt t="95633" x="8540750" y="3586163"/>
          <p14:tracePt t="95640" x="8515350" y="3603625"/>
          <p14:tracePt t="95649" x="8483600" y="3622675"/>
          <p14:tracePt t="95657" x="8443913" y="3643313"/>
          <p14:tracePt t="95665" x="8401050" y="3660775"/>
          <p14:tracePt t="95673" x="8351838" y="3679825"/>
          <p14:tracePt t="95682" x="8294688" y="3700463"/>
          <p14:tracePt t="95683" x="8286750" y="3700463"/>
          <p14:tracePt t="95690" x="8226425" y="3717925"/>
          <p14:tracePt t="95699" x="8158163" y="3732213"/>
          <p14:tracePt t="95707" x="8080375" y="3746500"/>
          <p14:tracePt t="95715" x="7997825" y="3757613"/>
          <p14:tracePt t="95724" x="7908925" y="3768725"/>
          <p14:tracePt t="95732" x="7812088" y="3775075"/>
          <p14:tracePt t="95740" x="7697788" y="3783013"/>
          <p14:tracePt t="95749" x="7594600" y="3786188"/>
          <p14:tracePt t="95749" x="7580313" y="3786188"/>
          <p14:tracePt t="95757" x="7480300" y="3789363"/>
          <p14:tracePt t="95765" x="7361238" y="3794125"/>
          <p14:tracePt t="95774" x="7240588" y="3794125"/>
          <p14:tracePt t="95782" x="7118350" y="3794125"/>
          <p14:tracePt t="95783" x="7104063" y="3797300"/>
          <p14:tracePt t="95790" x="6983413" y="3797300"/>
          <p14:tracePt t="95799" x="6861175" y="3797300"/>
          <p14:tracePt t="95807" x="6740525" y="3797300"/>
          <p14:tracePt t="95815" x="6594475" y="3797300"/>
          <p14:tracePt t="95824" x="6472238" y="3800475"/>
          <p14:tracePt t="95832" x="6354763" y="3800475"/>
          <p14:tracePt t="95833" x="6346825" y="3800475"/>
          <p14:tracePt t="95833" x="6326188" y="3800475"/>
          <p14:tracePt t="95840" x="6237288" y="3803650"/>
          <p14:tracePt t="95849" x="6118225" y="3808413"/>
          <p14:tracePt t="95857" x="6026150" y="3808413"/>
          <p14:tracePt t="95858" x="6015038" y="3811588"/>
          <p14:tracePt t="95865" x="5922963" y="3811588"/>
          <p14:tracePt t="95874" x="5840413" y="3814763"/>
          <p14:tracePt t="95882" x="5772150" y="3817938"/>
          <p14:tracePt t="95890" x="5697538" y="3822700"/>
          <p14:tracePt t="95899" x="5651500" y="3822700"/>
          <p14:tracePt t="95899" x="5643563" y="3822700"/>
          <p14:tracePt t="95907" x="5608638" y="3825875"/>
          <p14:tracePt t="95916" x="5580063" y="3825875"/>
          <p14:tracePt t="95924" x="5565775" y="3825875"/>
          <p14:tracePt t="95932" x="5551488" y="3825875"/>
          <p14:tracePt t="95941" x="5546725" y="3825875"/>
          <p14:tracePt t="95949" x="5543550" y="3825875"/>
          <p14:tracePt t="96055" x="5540375" y="3825875"/>
          <p14:tracePt t="96061" x="5537200" y="3825875"/>
          <p14:tracePt t="96063" x="5537200" y="3822700"/>
          <p14:tracePt t="96067" x="5532438" y="3822700"/>
          <p14:tracePt t="96074" x="5529263" y="3817938"/>
          <p14:tracePt t="96082" x="5522913" y="3814763"/>
          <p14:tracePt t="96091" x="5518150" y="3811588"/>
          <p14:tracePt t="96099" x="5514975" y="3808413"/>
          <p14:tracePt t="96108" x="5511800" y="3803650"/>
          <p14:tracePt t="96108" x="5508625" y="3803650"/>
          <p14:tracePt t="96116" x="5503863" y="3803650"/>
          <p14:tracePt t="96124" x="5500688" y="3800475"/>
          <p14:tracePt t="96125" x="5500688" y="3797300"/>
          <p14:tracePt t="96132" x="5494338" y="3794125"/>
          <p14:tracePt t="96141" x="5489575" y="3789363"/>
          <p14:tracePt t="96149" x="5486400" y="3786188"/>
          <p14:tracePt t="96157" x="5483225" y="3783013"/>
          <p14:tracePt t="96166" x="5480050" y="3783013"/>
          <p14:tracePt t="96174" x="5480050" y="3779838"/>
          <p14:tracePt t="96192" x="5475288" y="3779838"/>
          <p14:tracePt t="96207" x="5475288" y="3775075"/>
          <p14:tracePt t="96543" x="5475288" y="3771900"/>
          <p14:tracePt t="96545" x="5472113" y="3771900"/>
          <p14:tracePt t="96550" x="5472113" y="3768725"/>
          <p14:tracePt t="96558" x="5465763" y="3757613"/>
          <p14:tracePt t="96566" x="5457825" y="3746500"/>
          <p14:tracePt t="96575" x="5451475" y="3736975"/>
          <p14:tracePt t="96583" x="5443538" y="3725863"/>
          <p14:tracePt t="96591" x="5432425" y="3714750"/>
          <p14:tracePt t="96600" x="5422900" y="3700463"/>
          <p14:tracePt t="96608" x="5411788" y="3683000"/>
          <p14:tracePt t="96609" x="5408613" y="3683000"/>
          <p14:tracePt t="96616" x="5394325" y="3665538"/>
          <p14:tracePt t="96625" x="5380038" y="3651250"/>
          <p14:tracePt t="96633" x="5368925" y="3636963"/>
          <p14:tracePt t="96642" x="5357813" y="3625850"/>
          <p14:tracePt t="96650" x="5351463" y="3617913"/>
          <p14:tracePt t="96658" x="5346700" y="3614738"/>
          <p14:tracePt t="96667" x="5343525" y="3608388"/>
          <p14:tracePt t="96675" x="5340350" y="3603625"/>
          <p14:tracePt t="96683" x="5337175" y="3597275"/>
          <p14:tracePt t="96691" x="5332413" y="3594100"/>
          <p14:tracePt t="96700" x="5329238" y="3589338"/>
          <p14:tracePt t="96708" x="5326063" y="3582988"/>
          <p14:tracePt t="96717" x="5322888" y="3575050"/>
          <p14:tracePt t="96725" x="5318125" y="3571875"/>
          <p14:tracePt t="96733" x="5314950" y="3568700"/>
          <p14:tracePt t="96742" x="5311775" y="3565525"/>
          <p14:tracePt t="96750" x="5308600" y="3560763"/>
          <p14:tracePt t="96758" x="5308600" y="3557588"/>
          <p14:tracePt t="96767" x="5303838" y="3557588"/>
          <p14:tracePt t="96775" x="5303838" y="3554413"/>
          <p14:tracePt t="96799" x="5303838" y="3551238"/>
          <p14:tracePt t="96802" x="5300663" y="3551238"/>
          <p14:tracePt t="96810" x="5300663" y="3546475"/>
          <p14:tracePt t="96818" x="5297488" y="3546475"/>
          <p14:tracePt t="96825" x="5297488" y="3543300"/>
          <p14:tracePt t="96833" x="5297488" y="3540125"/>
          <p14:tracePt t="96842" x="5294313" y="3540125"/>
          <p14:tracePt t="96850" x="5294313" y="3536950"/>
          <p14:tracePt t="96858" x="5294313" y="3532188"/>
          <p14:tracePt t="96867" x="5289550" y="3529013"/>
          <p14:tracePt t="96875" x="5289550" y="3525838"/>
          <p14:tracePt t="96883" x="5289550" y="3522663"/>
          <p14:tracePt t="96892" x="5289550" y="3517900"/>
          <p14:tracePt t="96901" x="5289550" y="3514725"/>
          <p14:tracePt t="96923" x="5289550" y="3511550"/>
          <p14:tracePt t="97458" x="5286375" y="3511550"/>
          <p14:tracePt t="97465" x="5283200" y="3511550"/>
          <p14:tracePt t="97478" x="5280025" y="3511550"/>
          <p14:tracePt t="97485" x="5275263" y="3511550"/>
          <p14:tracePt t="97497" x="5272088" y="3511550"/>
          <p14:tracePt t="97505" x="5268913" y="3511550"/>
          <p14:tracePt t="97519" x="5265738" y="3511550"/>
          <p14:tracePt t="97534" x="5260975" y="3511550"/>
          <p14:tracePt t="97890" x="5265738" y="3511550"/>
          <p14:tracePt t="97908" x="5268913" y="3508375"/>
          <p14:tracePt t="97922" x="5272088" y="3508375"/>
          <p14:tracePt t="97955" x="5272088" y="3503613"/>
          <p14:tracePt t="97976" x="5275263" y="3500438"/>
          <p14:tracePt t="97982" x="5275263" y="3497263"/>
          <p14:tracePt t="97985" x="5280025" y="3497263"/>
          <p14:tracePt t="97993" x="5283200" y="3494088"/>
          <p14:tracePt t="98002" x="5286375" y="3489325"/>
          <p14:tracePt t="98010" x="5289550" y="3482975"/>
          <p14:tracePt t="98018" x="5297488" y="3475038"/>
          <p14:tracePt t="98027" x="5300663" y="3468688"/>
          <p14:tracePt t="98027" x="5300663" y="3465513"/>
          <p14:tracePt t="98035" x="5303838" y="3460750"/>
          <p14:tracePt t="98043" x="5308600" y="3454400"/>
          <p14:tracePt t="98052" x="5311775" y="3451225"/>
          <p14:tracePt t="98060" x="5311775" y="3446463"/>
          <p14:tracePt t="98061" x="5311775" y="3443288"/>
          <p14:tracePt t="98068" x="5314950" y="3443288"/>
          <p14:tracePt t="98077" x="5314950" y="3440113"/>
          <p14:tracePt t="98179" x="5318125" y="3440113"/>
          <p14:tracePt t="98186" x="5318125" y="3443288"/>
          <p14:tracePt t="98189" x="5322888" y="3443288"/>
          <p14:tracePt t="98193" x="5322888" y="3446463"/>
          <p14:tracePt t="98202" x="5326063" y="3454400"/>
          <p14:tracePt t="98210" x="5329238" y="3460750"/>
          <p14:tracePt t="98219" x="5329238" y="3471863"/>
          <p14:tracePt t="98227" x="5332413" y="3482975"/>
          <p14:tracePt t="98235" x="5332413" y="3497263"/>
          <p14:tracePt t="98244" x="5337175" y="3508375"/>
          <p14:tracePt t="98252" x="5340350" y="3525838"/>
          <p14:tracePt t="98253" x="5340350" y="3529013"/>
          <p14:tracePt t="98260" x="5340350" y="3543300"/>
          <p14:tracePt t="98269" x="5343525" y="3557588"/>
          <p14:tracePt t="98277" x="5343525" y="3568700"/>
          <p14:tracePt t="98285" x="5343525" y="3582988"/>
          <p14:tracePt t="98294" x="5346700" y="3594100"/>
          <p14:tracePt t="98302" x="5346700" y="3600450"/>
          <p14:tracePt t="98310" x="5351463" y="3611563"/>
          <p14:tracePt t="98319" x="5354638" y="3617913"/>
          <p14:tracePt t="98327" x="5354638" y="3625850"/>
          <p14:tracePt t="98335" x="5354638" y="3632200"/>
          <p14:tracePt t="98344" x="5357813" y="3640138"/>
          <p14:tracePt t="98352" x="5357813" y="3643313"/>
          <p14:tracePt t="98360" x="5357813" y="3646488"/>
          <p14:tracePt t="98461" x="5357813" y="3643313"/>
          <p14:tracePt t="98466" x="5354638" y="3643313"/>
          <p14:tracePt t="98469" x="5354638" y="3640138"/>
          <p14:tracePt t="98477" x="5351463" y="3636963"/>
          <p14:tracePt t="98486" x="5346700" y="3629025"/>
          <p14:tracePt t="98494" x="5343525" y="3622675"/>
          <p14:tracePt t="98502" x="5340350" y="3611563"/>
          <p14:tracePt t="98511" x="5337175" y="3600450"/>
          <p14:tracePt t="98519" x="5332413" y="3589338"/>
          <p14:tracePt t="98527" x="5326063" y="3579813"/>
          <p14:tracePt t="98536" x="5318125" y="3568700"/>
          <p14:tracePt t="98544" x="5311775" y="3554413"/>
          <p14:tracePt t="98552" x="5308600" y="3546475"/>
          <p14:tracePt t="98561" x="5300663" y="3540125"/>
          <p14:tracePt t="98569" x="5297488" y="3532188"/>
          <p14:tracePt t="98577" x="5294313" y="3525838"/>
          <p14:tracePt t="98586" x="5289550" y="3522663"/>
          <p14:tracePt t="98594" x="5286375" y="3517900"/>
          <p14:tracePt t="98602" x="5283200" y="3514725"/>
          <p14:tracePt t="98619" x="5280025" y="3511550"/>
          <p14:tracePt t="98658" x="5283200" y="3508375"/>
          <p14:tracePt t="98663" x="5286375" y="3503613"/>
          <p14:tracePt t="98664" x="5289550" y="3503613"/>
          <p14:tracePt t="98669" x="5297488" y="3497263"/>
          <p14:tracePt t="98678" x="5329238" y="3482975"/>
          <p14:tracePt t="98686" x="5372100" y="3468688"/>
          <p14:tracePt t="98694" x="5437188" y="3451225"/>
          <p14:tracePt t="98703" x="5503863" y="3436938"/>
          <p14:tracePt t="98711" x="5586413" y="3422650"/>
          <p14:tracePt t="98711" x="5597525" y="3422650"/>
          <p14:tracePt t="98719" x="5686425" y="3408363"/>
          <p14:tracePt t="98728" x="5775325" y="3400425"/>
          <p14:tracePt t="98736" x="5880100" y="3389313"/>
          <p14:tracePt t="98736" x="5894388" y="3389313"/>
          <p14:tracePt t="98744" x="5997575" y="3386138"/>
          <p14:tracePt t="98753" x="6103938" y="3382963"/>
          <p14:tracePt t="98753" x="6118225" y="3382963"/>
          <p14:tracePt t="98761" x="6194425" y="3382963"/>
          <p14:tracePt t="98761" x="6208713" y="3382963"/>
          <p14:tracePt t="98769" x="6311900" y="3382963"/>
          <p14:tracePt t="98778" x="6418263" y="3382963"/>
          <p14:tracePt t="98778" x="6429375" y="3382963"/>
          <p14:tracePt t="98786" x="6508750" y="3386138"/>
          <p14:tracePt t="98794" x="6615113" y="3389313"/>
          <p14:tracePt t="98803" x="6697663" y="3389313"/>
          <p14:tracePt t="98811" x="6780213" y="3394075"/>
          <p14:tracePt t="98819" x="6861175" y="3397250"/>
          <p14:tracePt t="98828" x="6932613" y="3400425"/>
          <p14:tracePt t="98828" x="6940550" y="3400425"/>
          <p14:tracePt t="98836" x="6994525" y="3400425"/>
          <p14:tracePt t="98844" x="7061200" y="3403600"/>
          <p14:tracePt t="98853" x="7129463" y="3403600"/>
          <p14:tracePt t="98861" x="7189788" y="3403600"/>
          <p14:tracePt t="98862" x="7197725" y="3403600"/>
          <p14:tracePt t="98869" x="7265988" y="3403600"/>
          <p14:tracePt t="98878" x="7329488" y="3403600"/>
          <p14:tracePt t="98886" x="7389813" y="3400425"/>
          <p14:tracePt t="98895" x="7466013" y="3397250"/>
          <p14:tracePt t="98895" x="7472363" y="3397250"/>
          <p14:tracePt t="98903" x="7537450" y="3397250"/>
          <p14:tracePt t="98903" x="7543800" y="3397250"/>
          <p14:tracePt t="98911" x="7608888" y="3394075"/>
          <p14:tracePt t="98919" x="7675563" y="3394075"/>
          <p14:tracePt t="98928" x="7740650" y="3389313"/>
          <p14:tracePt t="98928" x="7747000" y="3389313"/>
          <p14:tracePt t="98936" x="7818438" y="3389313"/>
          <p14:tracePt t="98944" x="7883525" y="3386138"/>
          <p14:tracePt t="98953" x="7951788" y="3386138"/>
          <p14:tracePt t="98961" x="8037513" y="3382963"/>
          <p14:tracePt t="98970" x="8108950" y="3379788"/>
          <p14:tracePt t="98978" x="8172450" y="3375025"/>
          <p14:tracePt t="98986" x="8237538" y="3368675"/>
          <p14:tracePt t="98995" x="8280400" y="3360738"/>
          <p14:tracePt t="99003" x="8315325" y="3357563"/>
          <p14:tracePt t="99011" x="8340725" y="3354388"/>
          <p14:tracePt t="99020" x="8358188" y="3354388"/>
          <p14:tracePt t="99028" x="8366125" y="3354388"/>
          <p14:tracePt t="99028" x="8369300" y="3354388"/>
          <p14:tracePt t="99036" x="8372475" y="3354388"/>
          <p14:tracePt t="99068" x="8375650" y="3354388"/>
          <p14:tracePt t="99075" x="8380413" y="3354388"/>
          <p14:tracePt t="99085" x="8383588" y="3354388"/>
          <p14:tracePt t="99086" x="8386763" y="3354388"/>
          <p14:tracePt t="99095" x="8389938" y="3354388"/>
          <p14:tracePt t="99103" x="8394700" y="3354388"/>
          <p14:tracePt t="99111" x="8401050" y="3357563"/>
          <p14:tracePt t="99120" x="8408988" y="3360738"/>
          <p14:tracePt t="99128" x="8415338" y="3368675"/>
          <p14:tracePt t="99136" x="8426450" y="3379788"/>
          <p14:tracePt t="99145" x="8440738" y="3394075"/>
          <p14:tracePt t="99153" x="8451850" y="3411538"/>
          <p14:tracePt t="99154" x="8455025" y="3414713"/>
          <p14:tracePt t="99161" x="8466138" y="3432175"/>
          <p14:tracePt t="99170" x="8480425" y="3457575"/>
          <p14:tracePt t="99178" x="8494713" y="3486150"/>
          <p14:tracePt t="99186" x="8501063" y="3514725"/>
          <p14:tracePt t="99195" x="8504238" y="3536950"/>
          <p14:tracePt t="99203" x="8509000" y="3565525"/>
          <p14:tracePt t="99212" x="8509000" y="3589338"/>
          <p14:tracePt t="99220" x="8501063" y="3611563"/>
          <p14:tracePt t="99228" x="8494713" y="3636963"/>
          <p14:tracePt t="99237" x="8480425" y="3657600"/>
          <p14:tracePt t="99245" x="8466138" y="3675063"/>
          <p14:tracePt t="99245" x="8461375" y="3679825"/>
          <p14:tracePt t="99253" x="8440738" y="3697288"/>
          <p14:tracePt t="99262" x="8412163" y="3714750"/>
          <p14:tracePt t="99270" x="8375650" y="3732213"/>
          <p14:tracePt t="99278" x="8326438" y="3751263"/>
          <p14:tracePt t="99287" x="8266113" y="3768725"/>
          <p14:tracePt t="99295" x="8197850" y="3786188"/>
          <p14:tracePt t="99296" x="8183563" y="3789363"/>
          <p14:tracePt t="99303" x="8104188" y="3803650"/>
          <p14:tracePt t="99312" x="8001000" y="3822700"/>
          <p14:tracePt t="99312" x="7986713" y="3825875"/>
          <p14:tracePt t="99320" x="7889875" y="3840163"/>
          <p14:tracePt t="99328" x="7737475" y="3857625"/>
          <p14:tracePt t="99337" x="7589838" y="3868738"/>
          <p14:tracePt t="99345" x="7437438" y="3871913"/>
          <p14:tracePt t="99346" x="7418388" y="3871913"/>
          <p14:tracePt t="99353" x="7251700" y="3871913"/>
          <p14:tracePt t="99362" x="7086600" y="3871913"/>
          <p14:tracePt t="99362" x="7069138" y="3871913"/>
          <p14:tracePt t="99370" x="6937375" y="3871913"/>
          <p14:tracePt t="99378" x="6754813" y="3865563"/>
          <p14:tracePt t="99387" x="6586538" y="3857625"/>
          <p14:tracePt t="99395" x="6423025" y="3851275"/>
          <p14:tracePt t="99403" x="6265863" y="3843338"/>
          <p14:tracePt t="99412" x="6115050" y="3832225"/>
          <p14:tracePt t="99420" x="5994400" y="3825875"/>
          <p14:tracePt t="99421" x="5980113" y="3822700"/>
          <p14:tracePt t="99428" x="5875338" y="3814763"/>
          <p14:tracePt t="99437" x="5775325" y="3803650"/>
          <p14:tracePt t="99445" x="5697538" y="3797300"/>
          <p14:tracePt t="99454" x="5629275" y="3786188"/>
          <p14:tracePt t="99462" x="5583238" y="3779838"/>
          <p14:tracePt t="99463" x="5580063" y="3775075"/>
          <p14:tracePt t="99470" x="5543550" y="3768725"/>
          <p14:tracePt t="99479" x="5522913" y="3765550"/>
          <p14:tracePt t="99487" x="5511800" y="3757613"/>
          <p14:tracePt t="99495" x="5503863" y="3757613"/>
          <p14:tracePt t="99534" x="5503863" y="3754438"/>
          <p14:tracePt t="99536" x="5500688" y="3754438"/>
          <p14:tracePt t="99546" x="5497513" y="3754438"/>
          <p14:tracePt t="99546" x="5497513" y="3751263"/>
          <p14:tracePt t="99554" x="5494338" y="3751263"/>
          <p14:tracePt t="99563" x="5489575" y="3743325"/>
          <p14:tracePt t="99570" x="5483225" y="3732213"/>
          <p14:tracePt t="99579" x="5480050" y="3725863"/>
          <p14:tracePt t="99587" x="5475288" y="3714750"/>
          <p14:tracePt t="99595" x="5472113" y="3708400"/>
          <p14:tracePt t="99604" x="5468938" y="3697288"/>
          <p14:tracePt t="99612" x="5465763" y="3689350"/>
          <p14:tracePt t="99613" x="5465763" y="3686175"/>
          <p14:tracePt t="99620" x="5465763" y="3679825"/>
          <p14:tracePt t="99629" x="5465763" y="3668713"/>
          <p14:tracePt t="99637" x="5465763" y="3657600"/>
          <p14:tracePt t="99645" x="5465763" y="3643313"/>
          <p14:tracePt t="99654" x="5465763" y="3632200"/>
          <p14:tracePt t="99662" x="5465763" y="3622675"/>
          <p14:tracePt t="99671" x="5468938" y="3614738"/>
          <p14:tracePt t="99679" x="5468938" y="3611563"/>
          <p14:tracePt t="99687" x="5468938" y="3608388"/>
          <p14:tracePt t="99704" x="5465763" y="3603625"/>
          <p14:tracePt t="99712" x="5457825" y="3597275"/>
          <p14:tracePt t="99721" x="5451475" y="3594100"/>
          <p14:tracePt t="99729" x="5446713" y="3589338"/>
          <p14:tracePt t="99737" x="5440363" y="3586163"/>
          <p14:tracePt t="99746" x="5432425" y="3582988"/>
          <p14:tracePt t="99754" x="5429250" y="3582988"/>
          <p14:tracePt t="99762" x="5426075" y="3579813"/>
          <p14:tracePt t="99905" x="5422900" y="3575050"/>
          <p14:tracePt t="99912" x="5418138" y="3575050"/>
          <p14:tracePt t="99913" x="5418138" y="3571875"/>
          <p14:tracePt t="99921" x="5414963" y="3571875"/>
          <p14:tracePt t="99929" x="5411788" y="3565525"/>
          <p14:tracePt t="99938" x="5403850" y="3560763"/>
          <p14:tracePt t="99946" x="5397500" y="3554413"/>
          <p14:tracePt t="99954" x="5386388" y="3546475"/>
          <p14:tracePt t="99963" x="5380038" y="3540125"/>
          <p14:tracePt t="99971" x="5368925" y="3532188"/>
          <p14:tracePt t="99979" x="5354638" y="3522663"/>
          <p14:tracePt t="99988" x="5343525" y="3511550"/>
          <p14:tracePt t="99996" x="5332413" y="3503613"/>
          <p14:tracePt t="100004" x="5318125" y="3494088"/>
          <p14:tracePt t="100013" x="5308600" y="3482975"/>
          <p14:tracePt t="100021" x="5300663" y="3479800"/>
          <p14:tracePt t="100029" x="5294313" y="3475038"/>
          <p14:tracePt t="100038" x="5286375" y="3471863"/>
          <p14:tracePt t="100046" x="5283200" y="3468688"/>
          <p14:tracePt t="100054" x="5280025" y="3465513"/>
          <p14:tracePt t="100063" x="5275263" y="3465513"/>
          <p14:tracePt t="100157" x="5275263" y="3460750"/>
          <p14:tracePt t="100171" x="5272088" y="3460750"/>
          <p14:tracePt t="100293" x="5272088" y="3457575"/>
          <p14:tracePt t="100315" x="5268913" y="3457575"/>
          <p14:tracePt t="100323" x="5268913" y="3454400"/>
          <p14:tracePt t="100675" x="5272088" y="3454400"/>
          <p14:tracePt t="100677" x="5272088" y="3451225"/>
          <p14:tracePt t="100680" x="5275263" y="3451225"/>
          <p14:tracePt t="100688" x="5286375" y="3443288"/>
          <p14:tracePt t="100697" x="5294313" y="3440113"/>
          <p14:tracePt t="100705" x="5308600" y="3432175"/>
          <p14:tracePt t="100714" x="5322888" y="3425825"/>
          <p14:tracePt t="100722" x="5337175" y="3422650"/>
          <p14:tracePt t="100722" x="5340350" y="3417888"/>
          <p14:tracePt t="100730" x="5365750" y="3411538"/>
          <p14:tracePt t="100739" x="5386388" y="3408363"/>
          <p14:tracePt t="100747" x="5422900" y="3400425"/>
          <p14:tracePt t="100747" x="5426075" y="3400425"/>
          <p14:tracePt t="100755" x="5472113" y="3394075"/>
          <p14:tracePt t="100764" x="5522913" y="3386138"/>
          <p14:tracePt t="100764" x="5529263" y="3386138"/>
          <p14:tracePt t="100772" x="5583238" y="3382963"/>
          <p14:tracePt t="100772" x="5589588" y="3382963"/>
          <p14:tracePt t="100780" x="5654675" y="3379788"/>
          <p14:tracePt t="100789" x="5722938" y="3379788"/>
          <p14:tracePt t="100797" x="5786438" y="3379788"/>
          <p14:tracePt t="100805" x="5837238" y="3379788"/>
          <p14:tracePt t="100814" x="5883275" y="3382963"/>
          <p14:tracePt t="100814" x="5886450" y="3382963"/>
          <p14:tracePt t="100822" x="5922963" y="3382963"/>
          <p14:tracePt t="100830" x="5965825" y="3389313"/>
          <p14:tracePt t="100839" x="5997575" y="3389313"/>
          <p14:tracePt t="100847" x="6022975" y="3394075"/>
          <p14:tracePt t="100848" x="6026150" y="3394075"/>
          <p14:tracePt t="100855" x="6040438" y="3394075"/>
          <p14:tracePt t="100864" x="6043613" y="3397250"/>
          <p14:tracePt t="100936" x="6046788" y="3397250"/>
          <p14:tracePt t="100940" x="6046788" y="3400425"/>
          <p14:tracePt t="100942" x="6046788" y="3403600"/>
          <p14:tracePt t="100947" x="6046788" y="3408363"/>
          <p14:tracePt t="100956" x="6046788" y="3417888"/>
          <p14:tracePt t="100964" x="6046788" y="3429000"/>
          <p14:tracePt t="100972" x="6046788" y="3443288"/>
          <p14:tracePt t="100981" x="6043613" y="3454400"/>
          <p14:tracePt t="100989" x="6040438" y="3468688"/>
          <p14:tracePt t="100997" x="6032500" y="3489325"/>
          <p14:tracePt t="101006" x="6029325" y="3508375"/>
          <p14:tracePt t="101014" x="6026150" y="3525838"/>
          <p14:tracePt t="101022" x="6026150" y="3543300"/>
          <p14:tracePt t="101031" x="6026150" y="3557588"/>
          <p14:tracePt t="101039" x="6026150" y="3571875"/>
          <p14:tracePt t="101047" x="6026150" y="3582988"/>
          <p14:tracePt t="101056" x="6026150" y="3589338"/>
          <p14:tracePt t="101056" x="6026150" y="3594100"/>
          <p14:tracePt t="101064" x="6026150" y="3597275"/>
          <p14:tracePt t="101072" x="6029325" y="3603625"/>
          <p14:tracePt t="101081" x="6032500" y="3611563"/>
          <p14:tracePt t="101089" x="6037263" y="3617913"/>
          <p14:tracePt t="101097" x="6040438" y="3629025"/>
          <p14:tracePt t="101106" x="6046788" y="3636963"/>
          <p14:tracePt t="101114" x="6051550" y="3643313"/>
          <p14:tracePt t="101122" x="6051550" y="3646488"/>
          <p14:tracePt t="101131" x="6054725" y="3654425"/>
          <p14:tracePt t="101139" x="6054725" y="3657600"/>
          <p14:tracePt t="101147" x="6054725" y="3660775"/>
          <p14:tracePt t="101156" x="6054725" y="3665538"/>
          <p14:tracePt t="101164" x="6054725" y="3671888"/>
          <p14:tracePt t="101172" x="6054725" y="3679825"/>
          <p14:tracePt t="101181" x="6051550" y="3686175"/>
          <p14:tracePt t="101189" x="6043613" y="3694113"/>
          <p14:tracePt t="101190" x="6040438" y="3697288"/>
          <p14:tracePt t="101197" x="6032500" y="3703638"/>
          <p14:tracePt t="101206" x="6018213" y="3711575"/>
          <p14:tracePt t="101214" x="6000750" y="3717925"/>
          <p14:tracePt t="101223" x="5980113" y="3725863"/>
          <p14:tracePt t="101223" x="5980113" y="3729038"/>
          <p14:tracePt t="101231" x="5957888" y="3732213"/>
          <p14:tracePt t="101231" x="5954713" y="3732213"/>
          <p14:tracePt t="101239" x="5922963" y="3740150"/>
          <p14:tracePt t="101248" x="5883275" y="3746500"/>
          <p14:tracePt t="101248" x="5872163" y="3746500"/>
          <p14:tracePt t="101256" x="5818188" y="3751263"/>
          <p14:tracePt t="101264" x="5757863" y="3751263"/>
          <p14:tracePt t="101273" x="5680075" y="3754438"/>
          <p14:tracePt t="101281" x="5594350" y="3754438"/>
          <p14:tracePt t="101282" x="5583238" y="3754438"/>
          <p14:tracePt t="101289" x="5508625" y="3751263"/>
          <p14:tracePt t="101298" x="5426075" y="3743325"/>
          <p14:tracePt t="101306" x="5354638" y="3736975"/>
          <p14:tracePt t="101307" x="5343525" y="3736975"/>
          <p14:tracePt t="101307" x="5332413" y="3736975"/>
          <p14:tracePt t="101314" x="5275263" y="3729038"/>
          <p14:tracePt t="101323" x="5218113" y="3722688"/>
          <p14:tracePt t="101331" x="5168900" y="3717925"/>
          <p14:tracePt t="101331" x="5165725" y="3717925"/>
          <p14:tracePt t="101339" x="5132388" y="3714750"/>
          <p14:tracePt t="101348" x="5114925" y="3714750"/>
          <p14:tracePt t="101356" x="5108575" y="3711575"/>
          <p14:tracePt t="101413" x="5111750" y="3711575"/>
          <p14:tracePt t="101418" x="5111750" y="3708400"/>
          <p14:tracePt t="101424" x="5114925" y="3708400"/>
          <p14:tracePt t="101436" x="5118100" y="3708400"/>
          <p14:tracePt t="101442" x="5122863" y="3708400"/>
          <p14:tracePt t="101448" x="5126038" y="3708400"/>
          <p14:tracePt t="101456" x="5132388" y="3703638"/>
          <p14:tracePt t="101465" x="5140325" y="3703638"/>
          <p14:tracePt t="101473" x="5154613" y="3703638"/>
          <p14:tracePt t="101481" x="5172075" y="3700463"/>
          <p14:tracePt t="101490" x="5197475" y="3697288"/>
          <p14:tracePt t="101498" x="5222875" y="3694113"/>
          <p14:tracePt t="101498" x="5226050" y="3694113"/>
          <p14:tracePt t="101506" x="5251450" y="3686175"/>
          <p14:tracePt t="101515" x="5275263" y="3679825"/>
          <p14:tracePt t="101523" x="5300663" y="3668713"/>
          <p14:tracePt t="101531" x="5326063" y="3657600"/>
          <p14:tracePt t="101540" x="5340350" y="3646488"/>
          <p14:tracePt t="101548" x="5354638" y="3640138"/>
          <p14:tracePt t="101548" x="5354638" y="3636963"/>
          <p14:tracePt t="101556" x="5365750" y="3625850"/>
          <p14:tracePt t="101565" x="5368925" y="3617913"/>
          <p14:tracePt t="101573" x="5368925" y="3611563"/>
          <p14:tracePt t="101581" x="5368925" y="3600450"/>
          <p14:tracePt t="101590" x="5360988" y="3589338"/>
          <p14:tracePt t="101598" x="5351463" y="3575050"/>
          <p14:tracePt t="101606" x="5329238" y="3554413"/>
          <p14:tracePt t="101615" x="5311775" y="3540125"/>
          <p14:tracePt t="101623" x="5289550" y="3525838"/>
          <p14:tracePt t="101631" x="5265738" y="3514725"/>
          <p14:tracePt t="101640" x="5246688" y="3503613"/>
          <p14:tracePt t="101648" x="5237163" y="3500438"/>
          <p14:tracePt t="101657" x="5232400" y="3500438"/>
          <p14:tracePt t="101665" x="5229225" y="3497263"/>
          <p14:tracePt t="101729" x="5232400" y="3497263"/>
          <p14:tracePt t="101731" x="5232400" y="3494088"/>
          <p14:tracePt t="101733" x="5237163" y="3494088"/>
          <p14:tracePt t="101740" x="5240338" y="3489325"/>
          <p14:tracePt t="101748" x="5246688" y="3486150"/>
          <p14:tracePt t="101757" x="5251450" y="3482975"/>
          <p14:tracePt t="101765" x="5254625" y="3479800"/>
          <p14:tracePt t="101777" x="5254625" y="3475038"/>
          <p14:tracePt t="101842" x="5257800" y="3475038"/>
          <p14:tracePt t="101850" x="5260975" y="3475038"/>
          <p14:tracePt t="101855" x="5265738" y="3475038"/>
          <p14:tracePt t="101857" x="5265738" y="3471863"/>
          <p14:tracePt t="101865" x="5275263" y="3471863"/>
          <p14:tracePt t="101873" x="5297488" y="3465513"/>
          <p14:tracePt t="101882" x="5326063" y="3460750"/>
          <p14:tracePt t="101890" x="5357813" y="3457575"/>
          <p14:tracePt t="101891" x="5360988" y="3457575"/>
          <p14:tracePt t="101898" x="5408613" y="3454400"/>
          <p14:tracePt t="101907" x="5457825" y="3454400"/>
          <p14:tracePt t="101907" x="5465763" y="3454400"/>
          <p14:tracePt t="101915" x="5514975" y="3454400"/>
          <p14:tracePt t="101923" x="5594350" y="3454400"/>
          <p14:tracePt t="101932" x="5668963" y="3454400"/>
          <p14:tracePt t="101940" x="5746750" y="3454400"/>
          <p14:tracePt t="101948" x="5808663" y="3454400"/>
          <p14:tracePt t="101957" x="5857875" y="3454400"/>
          <p14:tracePt t="101965" x="5903913" y="3451225"/>
          <p14:tracePt t="101974" x="5932488" y="3451225"/>
          <p14:tracePt t="101982" x="5951538" y="3451225"/>
          <p14:tracePt t="101982" x="5954713" y="3451225"/>
          <p14:tracePt t="101990" x="5965825" y="3451225"/>
          <p14:tracePt t="101999" x="5972175" y="3451225"/>
          <p14:tracePt t="102110" x="5975350" y="3451225"/>
          <p14:tracePt t="102116" x="5980113" y="3451225"/>
          <p14:tracePt t="102124" x="5983288" y="3451225"/>
          <p14:tracePt t="102128" x="5986463" y="3451225"/>
          <p14:tracePt t="102133" x="5989638" y="3451225"/>
          <p14:tracePt t="102140" x="5994400" y="3451225"/>
          <p14:tracePt t="102149" x="6003925" y="3451225"/>
          <p14:tracePt t="102157" x="6011863" y="3451225"/>
          <p14:tracePt t="102165" x="6018213" y="3446463"/>
          <p14:tracePt t="102174" x="6022975" y="3446463"/>
          <p14:tracePt t="102174" x="6026150" y="3446463"/>
          <p14:tracePt t="102182" x="6029325" y="3446463"/>
          <p14:tracePt t="102190" x="6037263" y="3446463"/>
          <p14:tracePt t="102199" x="6040438" y="3446463"/>
          <p14:tracePt t="102207" x="6043613" y="3446463"/>
          <p14:tracePt t="102215" x="6046788" y="3446463"/>
          <p14:tracePt t="102224" x="6054725" y="3446463"/>
          <p14:tracePt t="102232" x="6065838" y="3457575"/>
          <p14:tracePt t="102241" x="6075363" y="3468688"/>
          <p14:tracePt t="102249" x="6086475" y="3494088"/>
          <p14:tracePt t="102257" x="6097588" y="3525838"/>
          <p14:tracePt t="102266" x="6103938" y="3557588"/>
          <p14:tracePt t="102274" x="6108700" y="3589338"/>
          <p14:tracePt t="102282" x="6108700" y="3622675"/>
          <p14:tracePt t="102291" x="6103938" y="3643313"/>
          <p14:tracePt t="102299" x="6097588" y="3660775"/>
          <p14:tracePt t="102307" x="6089650" y="3679825"/>
          <p14:tracePt t="102316" x="6080125" y="3689350"/>
          <p14:tracePt t="102316" x="6075363" y="3689350"/>
          <p14:tracePt t="102324" x="6065838" y="3700463"/>
          <p14:tracePt t="102332" x="6046788" y="3711575"/>
          <p14:tracePt t="102341" x="6022975" y="3717925"/>
          <p14:tracePt t="102341" x="6022975" y="3722688"/>
          <p14:tracePt t="102349" x="5997575" y="3729038"/>
          <p14:tracePt t="102357" x="5957888" y="3736975"/>
          <p14:tracePt t="102366" x="5908675" y="3740150"/>
          <p14:tracePt t="102374" x="5857875" y="3746500"/>
          <p14:tracePt t="102375" x="5851525" y="3746500"/>
          <p14:tracePt t="102382" x="5786438" y="3746500"/>
          <p14:tracePt t="102391" x="5722938" y="3746500"/>
          <p14:tracePt t="102399" x="5654675" y="3746500"/>
          <p14:tracePt t="102407" x="5572125" y="3743325"/>
          <p14:tracePt t="102416" x="5503863" y="3736975"/>
          <p14:tracePt t="102424" x="5446713" y="3729038"/>
          <p14:tracePt t="102425" x="5440363" y="3729038"/>
          <p14:tracePt t="102433" x="5383213" y="3722688"/>
          <p14:tracePt t="102441" x="5340350" y="3714750"/>
          <p14:tracePt t="102449" x="5308600" y="3708400"/>
          <p14:tracePt t="102458" x="5297488" y="3703638"/>
          <p14:tracePt t="102466" x="5294313" y="3703638"/>
          <p14:tracePt t="102491" x="5294313" y="3700463"/>
          <p14:tracePt t="102493" x="5297488" y="3700463"/>
          <p14:tracePt t="102499" x="5300663" y="3694113"/>
          <p14:tracePt t="102508" x="5311775" y="3686175"/>
          <p14:tracePt t="102516" x="5322888" y="3679825"/>
          <p14:tracePt t="102524" x="5337175" y="3668713"/>
          <p14:tracePt t="102533" x="5343525" y="3660775"/>
          <p14:tracePt t="102541" x="5354638" y="3657600"/>
          <p14:tracePt t="102549" x="5360988" y="3651250"/>
          <p14:tracePt t="102558" x="5368925" y="3643313"/>
          <p14:tracePt t="102566" x="5372100" y="3640138"/>
          <p14:tracePt t="102574" x="5375275" y="3636963"/>
          <p14:tracePt t="102583" x="5383213" y="3632200"/>
          <p14:tracePt t="102591" x="5386388" y="3629025"/>
          <p14:tracePt t="102599" x="5394325" y="3625850"/>
          <p14:tracePt t="102608" x="5400675" y="3617913"/>
          <p14:tracePt t="102616" x="5408613" y="3614738"/>
          <p14:tracePt t="102624" x="5414963" y="3608388"/>
          <p14:tracePt t="102633" x="5418138" y="3608388"/>
          <p14:tracePt t="102892" x="5418138" y="3603625"/>
          <p14:tracePt t="102893" x="5422900" y="3603625"/>
          <p14:tracePt t="102900" x="5426075" y="3603625"/>
          <p14:tracePt t="102908" x="5429250" y="3600450"/>
          <p14:tracePt t="102916" x="5440363" y="3594100"/>
          <p14:tracePt t="102925" x="5451475" y="3589338"/>
          <p14:tracePt t="102933" x="5461000" y="3586163"/>
          <p14:tracePt t="102941" x="5475288" y="3579813"/>
          <p14:tracePt t="102950" x="5483225" y="3575050"/>
          <p14:tracePt t="102958" x="5494338" y="3571875"/>
          <p14:tracePt t="102966" x="5500688" y="3571875"/>
          <p14:tracePt t="102975" x="5508625" y="3568700"/>
          <p14:tracePt t="102983" x="5511800" y="3568700"/>
          <p14:tracePt t="102992" x="5514975" y="3568700"/>
          <p14:tracePt t="103000" x="5518150" y="3565525"/>
          <p14:tracePt t="104593" x="5522913" y="3565525"/>
          <p14:tracePt t="104604" x="5526088" y="3565525"/>
          <p14:tracePt t="104626" x="5529263" y="3565525"/>
          <p14:tracePt t="104638" x="5532438" y="3565525"/>
          <p14:tracePt t="104655" x="5537200" y="3565525"/>
          <p14:tracePt t="104663" x="5540375" y="3565525"/>
          <p14:tracePt t="104674" x="5543550" y="3565525"/>
          <p14:tracePt t="104682" x="5546725" y="3565525"/>
          <p14:tracePt t="104699" x="5551488" y="3565525"/>
          <p14:tracePt t="104708" x="5551488" y="3560763"/>
          <p14:tracePt t="105626" x="5554663" y="3560763"/>
          <p14:tracePt t="105629" x="5557838" y="3560763"/>
          <p14:tracePt t="105637" x="5565775" y="3557588"/>
          <p14:tracePt t="105645" x="5583238" y="3551238"/>
          <p14:tracePt t="105653" x="5611813" y="3546475"/>
          <p14:tracePt t="105662" x="5637213" y="3540125"/>
          <p14:tracePt t="105670" x="5672138" y="3536950"/>
          <p14:tracePt t="105671" x="5675313" y="3536950"/>
          <p14:tracePt t="105678" x="5715000" y="3532188"/>
          <p14:tracePt t="105687" x="5768975" y="3532188"/>
          <p14:tracePt t="105695" x="5822950" y="3529013"/>
          <p14:tracePt t="105703" x="5883275" y="3529013"/>
          <p14:tracePt t="105712" x="5943600" y="3529013"/>
          <p14:tracePt t="105712" x="5951538" y="3529013"/>
          <p14:tracePt t="105720" x="6011863" y="3529013"/>
          <p14:tracePt t="105728" x="6080125" y="3529013"/>
          <p14:tracePt t="105737" x="6157913" y="3529013"/>
          <p14:tracePt t="105745" x="6246813" y="3532188"/>
          <p14:tracePt t="105754" x="6332538" y="3532188"/>
          <p14:tracePt t="105754" x="6340475" y="3532188"/>
          <p14:tracePt t="105762" x="6423025" y="3532188"/>
          <p14:tracePt t="105770" x="6526213" y="3529013"/>
          <p14:tracePt t="105779" x="6618288" y="3525838"/>
          <p14:tracePt t="105787" x="6718300" y="3517900"/>
          <p14:tracePt t="105795" x="6818313" y="3511550"/>
          <p14:tracePt t="105804" x="6923088" y="3500438"/>
          <p14:tracePt t="105812" x="7008813" y="3494088"/>
          <p14:tracePt t="105813" x="7018338" y="3489325"/>
          <p14:tracePt t="105820" x="7100888" y="3479800"/>
          <p14:tracePt t="105829" x="7186613" y="3468688"/>
          <p14:tracePt t="105837" x="7246938" y="3460750"/>
          <p14:tracePt t="105845" x="7312025" y="3451225"/>
          <p14:tracePt t="105854" x="7358063" y="3443288"/>
          <p14:tracePt t="105862" x="7400925" y="3436938"/>
          <p14:tracePt t="105863" x="7404100" y="3436938"/>
          <p14:tracePt t="105863" x="7408863" y="3436938"/>
          <p14:tracePt t="105871" x="7437438" y="3432175"/>
          <p14:tracePt t="105879" x="7461250" y="3429000"/>
          <p14:tracePt t="105887" x="7483475" y="3425825"/>
          <p14:tracePt t="105895" x="7500938" y="3422650"/>
          <p14:tracePt t="105904" x="7515225" y="3422650"/>
          <p14:tracePt t="105912" x="7523163" y="3417888"/>
          <p14:tracePt t="105920" x="7529513" y="3417888"/>
          <p14:tracePt t="106101" x="7532688" y="3417888"/>
          <p14:tracePt t="106107" x="7537450" y="3417888"/>
          <p14:tracePt t="106111" x="7540625" y="3417888"/>
          <p14:tracePt t="106113" x="7540625" y="3422650"/>
          <p14:tracePt t="106121" x="7551738" y="3425825"/>
          <p14:tracePt t="106129" x="7566025" y="3432175"/>
          <p14:tracePt t="106137" x="7580313" y="3440113"/>
          <p14:tracePt t="106146" x="7594600" y="3443288"/>
          <p14:tracePt t="106154" x="7604125" y="3451225"/>
          <p14:tracePt t="106162" x="7618413" y="3454400"/>
          <p14:tracePt t="106171" x="7629525" y="3457575"/>
          <p14:tracePt t="106179" x="7632700" y="3460750"/>
          <p14:tracePt t="106187" x="7640638" y="3460750"/>
          <p14:tracePt t="106196" x="7643813" y="3465513"/>
          <p14:tracePt t="106215" x="7646988" y="3465513"/>
          <p14:tracePt t="106339" x="7651750" y="3465513"/>
          <p14:tracePt t="106348" x="7654925" y="3465513"/>
          <p14:tracePt t="106360" x="7658100" y="3465513"/>
          <p14:tracePt t="106370" x="7661275" y="3465513"/>
          <p14:tracePt t="106385" x="7666038" y="3465513"/>
          <p14:tracePt t="106393" x="7669213" y="3465513"/>
          <p14:tracePt t="106400" x="7669213" y="3460750"/>
          <p14:tracePt t="106402" x="7672388" y="3460750"/>
          <p14:tracePt t="106407" x="7675563" y="3460750"/>
          <p14:tracePt t="106422" x="7680325" y="3457575"/>
          <p14:tracePt t="106424" x="7683500" y="3457575"/>
          <p14:tracePt t="106436" x="7683500" y="3454400"/>
          <p14:tracePt t="106438" x="7686675" y="3454400"/>
          <p14:tracePt t="106447" x="7689850" y="3454400"/>
          <p14:tracePt t="106459" x="7689850" y="3451225"/>
          <p14:tracePt t="106463" x="7694613" y="3451225"/>
          <p14:tracePt t="106582" x="7694613" y="3446463"/>
          <p14:tracePt t="106591" x="7689850" y="3446463"/>
          <p14:tracePt t="106604" x="7686675" y="3446463"/>
          <p14:tracePt t="106616" x="7683500" y="3446463"/>
          <p14:tracePt t="106620" x="7683500" y="3443288"/>
          <p14:tracePt t="106626" x="7680325" y="3443288"/>
          <p14:tracePt t="106635" x="7675563" y="3443288"/>
          <p14:tracePt t="106642" x="7672388" y="3440113"/>
          <p14:tracePt t="106649" x="7669213" y="3440113"/>
          <p14:tracePt t="106656" x="7666038" y="3440113"/>
          <p14:tracePt t="106663" x="7661275" y="3436938"/>
          <p14:tracePt t="106671" x="7658100" y="3436938"/>
          <p14:tracePt t="106680" x="7654925" y="3436938"/>
          <p14:tracePt t="106688" x="7654925" y="3432175"/>
          <p14:tracePt t="106697" x="7651750" y="3432175"/>
          <p14:tracePt t="106942" x="7646988" y="3432175"/>
          <p14:tracePt t="106957" x="7646988" y="3436938"/>
          <p14:tracePt t="106981" x="7643813" y="3440113"/>
          <p14:tracePt t="106995" x="7643813" y="3443288"/>
          <p14:tracePt t="107003" x="7640638" y="3443288"/>
          <p14:tracePt t="107004" x="7640638" y="3446463"/>
          <p14:tracePt t="107011" x="7640638" y="3451225"/>
          <p14:tracePt t="107016" x="7640638" y="3454400"/>
          <p14:tracePt t="107022" x="7637463" y="3454400"/>
          <p14:tracePt t="107030" x="7632700" y="3460750"/>
          <p14:tracePt t="107039" x="7632700" y="3468688"/>
          <p14:tracePt t="107047" x="7629525" y="3479800"/>
          <p14:tracePt t="107055" x="7626350" y="3486150"/>
          <p14:tracePt t="107064" x="7626350" y="3494088"/>
          <p14:tracePt t="107072" x="7623175" y="3500438"/>
          <p14:tracePt t="107080" x="7623175" y="3508375"/>
          <p14:tracePt t="107089" x="7618413" y="3514725"/>
          <p14:tracePt t="107097" x="7618413" y="3522663"/>
          <p14:tracePt t="107105" x="7618413" y="3525838"/>
          <p14:tracePt t="107114" x="7618413" y="3529013"/>
          <p14:tracePt t="107122" x="7618413" y="3536950"/>
          <p14:tracePt t="107130" x="7618413" y="3540125"/>
          <p14:tracePt t="107139" x="7615238" y="3543300"/>
          <p14:tracePt t="107139" x="7615238" y="3546475"/>
          <p14:tracePt t="107147" x="7615238" y="3551238"/>
          <p14:tracePt t="107155" x="7615238" y="3557588"/>
          <p14:tracePt t="107164" x="7615238" y="3560763"/>
          <p14:tracePt t="107172" x="7615238" y="3568700"/>
          <p14:tracePt t="107180" x="7615238" y="3575050"/>
          <p14:tracePt t="107189" x="7618413" y="3582988"/>
          <p14:tracePt t="107197" x="7618413" y="3586163"/>
          <p14:tracePt t="107206" x="7623175" y="3594100"/>
          <p14:tracePt t="107214" x="7623175" y="3600450"/>
          <p14:tracePt t="107222" x="7626350" y="3603625"/>
          <p14:tracePt t="107230" x="7626350" y="3608388"/>
          <p14:tracePt t="107239" x="7629525" y="3611563"/>
          <p14:tracePt t="107247" x="7629525" y="3614738"/>
          <p14:tracePt t="107264" x="7632700" y="3617913"/>
          <p14:tracePt t="107272" x="7632700" y="3622675"/>
          <p14:tracePt t="107281" x="7637463" y="3625850"/>
          <p14:tracePt t="107351" x="7637463" y="3629025"/>
          <p14:tracePt t="107364" x="7637463" y="3632200"/>
          <p14:tracePt t="107481" x="7640638" y="3632200"/>
          <p14:tracePt t="107487" x="7643813" y="3632200"/>
          <p14:tracePt t="107490" x="7643813" y="3636963"/>
          <p14:tracePt t="107498" x="7646988" y="3636963"/>
          <p14:tracePt t="107506" x="7651750" y="3636963"/>
          <p14:tracePt t="107514" x="7654925" y="3636963"/>
          <p14:tracePt t="107523" x="7661275" y="3636963"/>
          <p14:tracePt t="107531" x="7669213" y="3636963"/>
          <p14:tracePt t="107539" x="7680325" y="3636963"/>
          <p14:tracePt t="107548" x="7697788" y="3636963"/>
          <p14:tracePt t="107556" x="7718425" y="3636963"/>
          <p14:tracePt t="107564" x="7743825" y="3636963"/>
          <p14:tracePt t="107573" x="7772400" y="3636963"/>
          <p14:tracePt t="107581" x="7797800" y="3636963"/>
          <p14:tracePt t="107589" x="7823200" y="3636963"/>
          <p14:tracePt t="107598" x="7843838" y="3636963"/>
          <p14:tracePt t="107606" x="7861300" y="3640138"/>
          <p14:tracePt t="107614" x="7883525" y="3640138"/>
          <p14:tracePt t="107623" x="7897813" y="3640138"/>
          <p14:tracePt t="107623" x="7900988" y="3640138"/>
          <p14:tracePt t="107631" x="7908925" y="3640138"/>
          <p14:tracePt t="107632" x="7912100" y="3640138"/>
          <p14:tracePt t="107639" x="7918450" y="3640138"/>
          <p14:tracePt t="107648" x="7926388" y="3640138"/>
          <p14:tracePt t="107656" x="7932738" y="3640138"/>
          <p14:tracePt t="107664" x="7940675" y="3640138"/>
          <p14:tracePt t="107673" x="7943850" y="3640138"/>
          <p14:tracePt t="107681" x="7951788" y="3640138"/>
          <p14:tracePt t="107682" x="7954963" y="3640138"/>
          <p14:tracePt t="107690" x="7961313" y="3640138"/>
          <p14:tracePt t="107698" x="7975600" y="3640138"/>
          <p14:tracePt t="107706" x="7989888" y="3640138"/>
          <p14:tracePt t="107714" x="8008938" y="3640138"/>
          <p14:tracePt t="107723" x="8029575" y="3640138"/>
          <p14:tracePt t="107731" x="8051800" y="3640138"/>
          <p14:tracePt t="107740" x="8075613" y="3640138"/>
          <p14:tracePt t="107748" x="8104188" y="3640138"/>
          <p14:tracePt t="107756" x="8132763" y="3640138"/>
          <p14:tracePt t="107765" x="8154988" y="3640138"/>
          <p14:tracePt t="107773" x="8172450" y="3643313"/>
          <p14:tracePt t="107781" x="8189913" y="3643313"/>
          <p14:tracePt t="107790" x="8197850" y="3643313"/>
          <p14:tracePt t="107798" x="8204200" y="3643313"/>
          <p14:tracePt t="107806" x="8208963" y="3643313"/>
          <p14:tracePt t="107815" x="8212138" y="3643313"/>
          <p14:tracePt t="108067" x="8208963" y="3643313"/>
          <p14:tracePt t="108069" x="8208963" y="3640138"/>
          <p14:tracePt t="108080" x="8204200" y="3636963"/>
          <p14:tracePt t="108088" x="8204200" y="3632200"/>
          <p14:tracePt t="108093" x="8201025" y="3632200"/>
          <p14:tracePt t="108098" x="8201025" y="3629025"/>
          <p14:tracePt t="108107" x="8197850" y="3622675"/>
          <p14:tracePt t="108115" x="8197850" y="3614738"/>
          <p14:tracePt t="108123" x="8194675" y="3608388"/>
          <p14:tracePt t="108132" x="8186738" y="3597275"/>
          <p14:tracePt t="108140" x="8183563" y="3589338"/>
          <p14:tracePt t="108148" x="8180388" y="3575050"/>
          <p14:tracePt t="108157" x="8180388" y="3568700"/>
          <p14:tracePt t="108165" x="8175625" y="3557588"/>
          <p14:tracePt t="108173" x="8175625" y="3551238"/>
          <p14:tracePt t="108182" x="8172450" y="3546475"/>
          <p14:tracePt t="108190" x="8172450" y="3540125"/>
          <p14:tracePt t="108198" x="8169275" y="3532188"/>
          <p14:tracePt t="108207" x="8169275" y="3522663"/>
          <p14:tracePt t="108215" x="8169275" y="3514725"/>
          <p14:tracePt t="108223" x="8169275" y="3503613"/>
          <p14:tracePt t="108232" x="8166100" y="3497263"/>
          <p14:tracePt t="108232" x="8166100" y="3494088"/>
          <p14:tracePt t="108240" x="8166100" y="3486150"/>
          <p14:tracePt t="108249" x="8166100" y="3482975"/>
          <p14:tracePt t="108257" x="8166100" y="3479800"/>
          <p14:tracePt t="108257" x="8166100" y="3475038"/>
          <p14:tracePt t="108273" x="8166100" y="3471863"/>
          <p14:tracePt t="108282" x="8166100" y="3468688"/>
          <p14:tracePt t="108290" x="8166100" y="3465513"/>
          <p14:tracePt t="108307" x="8166100" y="3460750"/>
          <p14:tracePt t="108315" x="8166100" y="3457575"/>
          <p14:tracePt t="108324" x="8166100" y="3454400"/>
          <p14:tracePt t="108332" x="8166100" y="3451225"/>
          <p14:tracePt t="108340" x="8166100" y="3446463"/>
          <p14:tracePt t="108349" x="8166100" y="3440113"/>
          <p14:tracePt t="108365" x="8166100" y="3436938"/>
          <p14:tracePt t="108500" x="8161338" y="3436938"/>
          <p14:tracePt t="108507" x="8161338" y="3432175"/>
          <p14:tracePt t="108508" x="8158163" y="3432175"/>
          <p14:tracePt t="108516" x="8154988" y="3432175"/>
          <p14:tracePt t="108524" x="8151813" y="3432175"/>
          <p14:tracePt t="108532" x="8140700" y="3432175"/>
          <p14:tracePt t="108541" x="8132763" y="3432175"/>
          <p14:tracePt t="108549" x="8118475" y="3432175"/>
          <p14:tracePt t="108557" x="8101013" y="3432175"/>
          <p14:tracePt t="108566" x="8083550" y="3436938"/>
          <p14:tracePt t="108574" x="8066088" y="3436938"/>
          <p14:tracePt t="108582" x="8043863" y="3440113"/>
          <p14:tracePt t="108591" x="8023225" y="3440113"/>
          <p14:tracePt t="108599" x="8001000" y="3440113"/>
          <p14:tracePt t="108607" x="7975600" y="3443288"/>
          <p14:tracePt t="108616" x="7947025" y="3443288"/>
          <p14:tracePt t="108624" x="7918450" y="3443288"/>
          <p14:tracePt t="108632" x="7883525" y="3443288"/>
          <p14:tracePt t="108641" x="7854950" y="3446463"/>
          <p14:tracePt t="108649" x="7829550" y="3446463"/>
          <p14:tracePt t="108657" x="7800975" y="3446463"/>
          <p14:tracePt t="108666" x="7780338" y="3446463"/>
          <p14:tracePt t="108674" x="7766050" y="3446463"/>
          <p14:tracePt t="108675" x="7761288" y="3446463"/>
          <p14:tracePt t="108682" x="7747000" y="3446463"/>
          <p14:tracePt t="108691" x="7737475" y="3446463"/>
          <p14:tracePt t="108699" x="7726363" y="3451225"/>
          <p14:tracePt t="108708" x="7718425" y="3451225"/>
          <p14:tracePt t="108716" x="7715250" y="3451225"/>
          <p14:tracePt t="108724" x="7712075" y="3451225"/>
          <p14:tracePt t="108733" x="7708900" y="3451225"/>
          <p14:tracePt t="108754" x="7704138" y="3451225"/>
          <p14:tracePt t="108785" x="7700963" y="3451225"/>
          <p14:tracePt t="108793" x="7697788" y="3451225"/>
          <p14:tracePt t="108799" x="7694613" y="3451225"/>
          <p14:tracePt t="108808" x="7689850" y="3451225"/>
          <p14:tracePt t="108816" x="7683500" y="3446463"/>
          <p14:tracePt t="108824" x="7672388" y="3446463"/>
          <p14:tracePt t="108833" x="7669213" y="3443288"/>
          <p14:tracePt t="108841" x="7661275" y="3443288"/>
          <p14:tracePt t="108849" x="7654925" y="3443288"/>
          <p14:tracePt t="108866" x="7651750" y="3443288"/>
          <p14:tracePt t="108874" x="7646988" y="3443288"/>
          <p14:tracePt t="108919" x="7651750" y="3443288"/>
          <p14:tracePt t="108930" x="7654925" y="3443288"/>
          <p14:tracePt t="108934" x="7658100" y="3443288"/>
          <p14:tracePt t="108942" x="7661275" y="3443288"/>
          <p14:tracePt t="108943" x="7661275" y="3446463"/>
          <p14:tracePt t="108949" x="7666038" y="3446463"/>
          <p14:tracePt t="108958" x="7669213" y="3451225"/>
          <p14:tracePt t="109113" x="7669213" y="3454400"/>
          <p14:tracePt t="109117" x="7669213" y="3457575"/>
          <p14:tracePt t="109125" x="7669213" y="3460750"/>
          <p14:tracePt t="109133" x="7669213" y="3468688"/>
          <p14:tracePt t="109141" x="7669213" y="3475038"/>
          <p14:tracePt t="109150" x="7666038" y="3482975"/>
          <p14:tracePt t="109158" x="7661275" y="3489325"/>
          <p14:tracePt t="109166" x="7658100" y="3497263"/>
          <p14:tracePt t="109175" x="7658100" y="3508375"/>
          <p14:tracePt t="109183" x="7654925" y="3517900"/>
          <p14:tracePt t="109191" x="7654925" y="3532188"/>
          <p14:tracePt t="109200" x="7654925" y="3543300"/>
          <p14:tracePt t="109208" x="7654925" y="3560763"/>
          <p14:tracePt t="109216" x="7654925" y="3579813"/>
          <p14:tracePt t="109225" x="7658100" y="3594100"/>
          <p14:tracePt t="109233" x="7658100" y="3608388"/>
          <p14:tracePt t="109242" x="7661275" y="3617913"/>
          <p14:tracePt t="109250" x="7661275" y="3625850"/>
          <p14:tracePt t="109258" x="7666038" y="3636963"/>
          <p14:tracePt t="109267" x="7666038" y="3643313"/>
          <p14:tracePt t="109275" x="7666038" y="3646488"/>
          <p14:tracePt t="109283" x="7666038" y="3654425"/>
          <p14:tracePt t="109292" x="7666038" y="3657600"/>
          <p14:tracePt t="109300" x="7666038" y="3665538"/>
          <p14:tracePt t="109308" x="7666038" y="3668713"/>
          <p14:tracePt t="109317" x="7666038" y="3671888"/>
          <p14:tracePt t="109317" x="7666038" y="3675063"/>
          <p14:tracePt t="109325" x="7669213" y="3675063"/>
          <p14:tracePt t="109333" x="7669213" y="3683000"/>
          <p14:tracePt t="109342" x="7672388" y="3683000"/>
          <p14:tracePt t="109350" x="7672388" y="3686175"/>
          <p14:tracePt t="109419" x="7675563" y="3686175"/>
          <p14:tracePt t="109426" x="7680325" y="3686175"/>
          <p14:tracePt t="109431" x="7683500" y="3686175"/>
          <p14:tracePt t="109434" x="7686675" y="3686175"/>
          <p14:tracePt t="109442" x="7697788" y="3686175"/>
          <p14:tracePt t="109450" x="7708900" y="3686175"/>
          <p14:tracePt t="109459" x="7729538" y="3686175"/>
          <p14:tracePt t="109467" x="7751763" y="3683000"/>
          <p14:tracePt t="109467" x="7754938" y="3683000"/>
          <p14:tracePt t="109475" x="7780338" y="3675063"/>
          <p14:tracePt t="109483" x="7804150" y="3671888"/>
          <p14:tracePt t="109492" x="7837488" y="3668713"/>
          <p14:tracePt t="109492" x="7840663" y="3668713"/>
          <p14:tracePt t="109500" x="7869238" y="3665538"/>
          <p14:tracePt t="109509" x="7897813" y="3660775"/>
          <p14:tracePt t="109517" x="7926388" y="3657600"/>
          <p14:tracePt t="109517" x="7929563" y="3657600"/>
          <p14:tracePt t="109525" x="7954963" y="3657600"/>
          <p14:tracePt t="109534" x="7980363" y="3657600"/>
          <p14:tracePt t="109542" x="7997825" y="3657600"/>
          <p14:tracePt t="109543" x="8001000" y="3657600"/>
          <p14:tracePt t="109550" x="8015288" y="3657600"/>
          <p14:tracePt t="109559" x="8026400" y="3657600"/>
          <p14:tracePt t="109567" x="8032750" y="3657600"/>
          <p14:tracePt t="109575" x="8037513" y="3657600"/>
          <p14:tracePt t="109584" x="8040688" y="3657600"/>
          <p14:tracePt t="109604" x="8043863" y="3657600"/>
          <p14:tracePt t="109612" x="8047038" y="3657600"/>
          <p14:tracePt t="109617" x="8047038" y="3660775"/>
          <p14:tracePt t="109625" x="8054975" y="3660775"/>
          <p14:tracePt t="109634" x="8058150" y="3665538"/>
          <p14:tracePt t="109642" x="8061325" y="3668713"/>
          <p14:tracePt t="109650" x="8069263" y="3671888"/>
          <p14:tracePt t="109659" x="8072438" y="3671888"/>
          <p14:tracePt t="109667" x="8075613" y="3671888"/>
          <p14:tracePt t="109675" x="8080375" y="3675063"/>
          <p14:tracePt t="109684" x="8083550" y="3675063"/>
          <p14:tracePt t="109692" x="8086725" y="3679825"/>
          <p14:tracePt t="109700" x="8094663" y="3679825"/>
          <p14:tracePt t="109709" x="8097838" y="3679825"/>
          <p14:tracePt t="109726" x="8112125" y="3683000"/>
          <p14:tracePt t="109734" x="8118475" y="3683000"/>
          <p14:tracePt t="109735" x="8123238" y="3683000"/>
          <p14:tracePt t="109742" x="8126413" y="3683000"/>
          <p14:tracePt t="109750" x="8132763" y="3683000"/>
          <p14:tracePt t="109759" x="8137525" y="3683000"/>
          <p14:tracePt t="109767" x="8140700" y="3683000"/>
          <p14:tracePt t="109784" x="8143875" y="3683000"/>
          <p14:tracePt t="109816" x="8147050" y="3683000"/>
          <p14:tracePt t="109824" x="8151813" y="3683000"/>
          <p14:tracePt t="109833" x="8154988" y="3683000"/>
          <p14:tracePt t="109839" x="8158163" y="3683000"/>
          <p14:tracePt t="109849" x="8161338" y="3683000"/>
          <p14:tracePt t="109851" x="8161338" y="3679825"/>
          <p14:tracePt t="109859" x="8166100" y="3679825"/>
          <p14:tracePt t="109876" x="8169275" y="3679825"/>
          <p14:tracePt t="109884" x="8169275" y="3675063"/>
          <p14:tracePt t="109892" x="8172450" y="3675063"/>
          <p14:tracePt t="110005" x="8172450" y="3671888"/>
          <p14:tracePt t="110048" x="8172450" y="3668713"/>
          <p14:tracePt t="110052" x="8169275" y="3668713"/>
          <p14:tracePt t="110055" x="8169275" y="3665538"/>
          <p14:tracePt t="110065" x="8169275" y="3660775"/>
          <p14:tracePt t="110071" x="8169275" y="3657600"/>
          <p14:tracePt t="110076" x="8169275" y="3654425"/>
          <p14:tracePt t="110084" x="8169275" y="3646488"/>
          <p14:tracePt t="110093" x="8169275" y="3640138"/>
          <p14:tracePt t="110101" x="8169275" y="3629025"/>
          <p14:tracePt t="110109" x="8169275" y="3611563"/>
          <p14:tracePt t="110118" x="8169275" y="3597275"/>
          <p14:tracePt t="110126" x="8169275" y="3579813"/>
          <p14:tracePt t="110127" x="8169275" y="3575050"/>
          <p14:tracePt t="110134" x="8166100" y="3557588"/>
          <p14:tracePt t="110143" x="8166100" y="3540125"/>
          <p14:tracePt t="110151" x="8161338" y="3522663"/>
          <p14:tracePt t="110159" x="8161338" y="3508375"/>
          <p14:tracePt t="110168" x="8158163" y="3497263"/>
          <p14:tracePt t="110176" x="8158163" y="3489325"/>
          <p14:tracePt t="110184" x="8158163" y="3482975"/>
          <p14:tracePt t="110193" x="8154988" y="3479800"/>
          <p14:tracePt t="110201" x="8154988" y="3475038"/>
          <p14:tracePt t="110209" x="8154988" y="3471863"/>
          <p14:tracePt t="110218" x="8151813" y="3468688"/>
          <p14:tracePt t="110236" x="8151813" y="3465513"/>
          <p14:tracePt t="110282" x="8151813" y="3460750"/>
          <p14:tracePt t="110291" x="8147050" y="3460750"/>
          <p14:tracePt t="110308" x="8147050" y="3457575"/>
          <p14:tracePt t="110323" x="8143875" y="3457575"/>
          <p14:tracePt t="110350" x="8143875" y="3454400"/>
          <p14:tracePt t="110449" x="8140700" y="3454400"/>
          <p14:tracePt t="110454" x="8137525" y="3454400"/>
          <p14:tracePt t="110458" x="8132763" y="3454400"/>
          <p14:tracePt t="110461" x="8129588" y="3454400"/>
          <p14:tracePt t="110468" x="8123238" y="3454400"/>
          <p14:tracePt t="110476" x="8112125" y="3454400"/>
          <p14:tracePt t="110485" x="8097838" y="3454400"/>
          <p14:tracePt t="110493" x="8080375" y="3454400"/>
          <p14:tracePt t="110502" x="8058150" y="3457575"/>
          <p14:tracePt t="110510" x="8037513" y="3457575"/>
          <p14:tracePt t="110518" x="8004175" y="3457575"/>
          <p14:tracePt t="110527" x="7972425" y="3460750"/>
          <p14:tracePt t="110535" x="7940675" y="3460750"/>
          <p14:tracePt t="110543" x="7897813" y="3460750"/>
          <p14:tracePt t="110552" x="7869238" y="3460750"/>
          <p14:tracePt t="110560" x="7837488" y="3460750"/>
          <p14:tracePt t="110568" x="7797800" y="3460750"/>
          <p14:tracePt t="110577" x="7769225" y="3460750"/>
          <p14:tracePt t="110585" x="7747000" y="3460750"/>
          <p14:tracePt t="110593" x="7723188" y="3457575"/>
          <p14:tracePt t="110602" x="7704138" y="3457575"/>
          <p14:tracePt t="110602" x="7700963" y="3457575"/>
          <p14:tracePt t="110610" x="7689850" y="3457575"/>
          <p14:tracePt t="110618" x="7680325" y="3454400"/>
          <p14:tracePt t="110627" x="7675563" y="3454400"/>
          <p14:tracePt t="110635" x="7669213" y="3454400"/>
          <p14:tracePt t="110652" x="7666038" y="3454400"/>
          <p14:tracePt t="110710" x="7661275" y="3454400"/>
          <p14:tracePt t="110744" x="7661275" y="3451225"/>
          <p14:tracePt t="110758" x="7658100" y="3451225"/>
          <p14:tracePt t="110779" x="7654925" y="3451225"/>
          <p14:tracePt t="110812" x="7651750" y="3451225"/>
          <p14:tracePt t="110933" x="7651750" y="3454400"/>
          <p14:tracePt t="110938" x="7651750" y="3457575"/>
          <p14:tracePt t="110941" x="7646988" y="3457575"/>
          <p14:tracePt t="110944" x="7646988" y="3460750"/>
          <p14:tracePt t="110952" x="7646988" y="3468688"/>
          <p14:tracePt t="110960" x="7643813" y="3482975"/>
          <p14:tracePt t="110969" x="7640638" y="3494088"/>
          <p14:tracePt t="110977" x="7640638" y="3503613"/>
          <p14:tracePt t="110986" x="7637463" y="3514725"/>
          <p14:tracePt t="110994" x="7632700" y="3522663"/>
          <p14:tracePt t="111002" x="7632700" y="3532188"/>
          <p14:tracePt t="111011" x="7629525" y="3546475"/>
          <p14:tracePt t="111019" x="7626350" y="3557588"/>
          <p14:tracePt t="111027" x="7626350" y="3568700"/>
          <p14:tracePt t="111036" x="7623175" y="3579813"/>
          <p14:tracePt t="111036" x="7623175" y="3582988"/>
          <p14:tracePt t="111044" x="7618413" y="3589338"/>
          <p14:tracePt t="111052" x="7615238" y="3603625"/>
          <p14:tracePt t="111061" x="7608888" y="3614738"/>
          <p14:tracePt t="111061" x="7608888" y="3617913"/>
          <p14:tracePt t="111069" x="7608888" y="3629025"/>
          <p14:tracePt t="111077" x="7604125" y="3640138"/>
          <p14:tracePt t="111086" x="7600950" y="3651250"/>
          <p14:tracePt t="111094" x="7600950" y="3657600"/>
          <p14:tracePt t="111102" x="7597775" y="3665538"/>
          <p14:tracePt t="111119" x="7597775" y="3668713"/>
          <p14:tracePt t="111333" x="7600950" y="3668713"/>
          <p14:tracePt t="111337" x="7604125" y="3668713"/>
          <p14:tracePt t="111340" x="7608888" y="3668713"/>
          <p14:tracePt t="111345" x="7612063" y="3668713"/>
          <p14:tracePt t="111353" x="7615238" y="3668713"/>
          <p14:tracePt t="111361" x="7623175" y="3668713"/>
          <p14:tracePt t="111369" x="7637463" y="3665538"/>
          <p14:tracePt t="111378" x="7643813" y="3665538"/>
          <p14:tracePt t="111386" x="7651750" y="3665538"/>
          <p14:tracePt t="111394" x="7661275" y="3660775"/>
          <p14:tracePt t="111403" x="7666038" y="3660775"/>
          <p14:tracePt t="111411" x="7672388" y="3660775"/>
          <p14:tracePt t="111419" x="7675563" y="3660775"/>
          <p14:tracePt t="111428" x="7680325" y="3660775"/>
          <p14:tracePt t="113113" x="7683500" y="3660775"/>
          <p14:tracePt t="115923" x="7686675" y="3660775"/>
          <p14:tracePt t="115953" x="7689850" y="3660775"/>
          <p14:tracePt t="116579" x="7694613" y="3660775"/>
          <p14:tracePt t="116582" x="7697788" y="3660775"/>
          <p14:tracePt t="116586" x="7700963" y="3660775"/>
          <p14:tracePt t="116593" x="7708900" y="3660775"/>
          <p14:tracePt t="116601" x="7718425" y="3665538"/>
          <p14:tracePt t="116610" x="7729538" y="3665538"/>
          <p14:tracePt t="116618" x="7737475" y="3668713"/>
          <p14:tracePt t="116626" x="7747000" y="3671888"/>
          <p14:tracePt t="116635" x="7754938" y="3675063"/>
          <p14:tracePt t="116643" x="7758113" y="3675063"/>
          <p14:tracePt t="116651" x="7761288" y="3679825"/>
          <p14:tracePt t="116871" x="7761288" y="3683000"/>
          <p14:tracePt t="116873" x="7761288" y="3686175"/>
          <p14:tracePt t="116877" x="7761288" y="3689350"/>
          <p14:tracePt t="116885" x="7758113" y="3711575"/>
          <p14:tracePt t="116893" x="7751763" y="3751263"/>
          <p14:tracePt t="116902" x="7743825" y="3794125"/>
          <p14:tracePt t="116910" x="7732713" y="3840163"/>
          <p14:tracePt t="116911" x="7732713" y="3843338"/>
          <p14:tracePt t="116918" x="7715250" y="3889375"/>
          <p14:tracePt t="116927" x="7694613" y="3932238"/>
          <p14:tracePt t="116935" x="7666038" y="3975100"/>
          <p14:tracePt t="116936" x="7658100" y="3979863"/>
          <p14:tracePt t="116943" x="7626350" y="4017963"/>
          <p14:tracePt t="116952" x="7589838" y="4051300"/>
          <p14:tracePt t="116952" x="7583488" y="4057650"/>
          <p14:tracePt t="116960" x="7543800" y="4089400"/>
          <p14:tracePt t="116968" x="7497763" y="4129088"/>
          <p14:tracePt t="116977" x="7458075" y="4160838"/>
          <p14:tracePt t="116985" x="7418388" y="4194175"/>
          <p14:tracePt t="116986" x="7415213" y="4197350"/>
          <p14:tracePt t="116993" x="7389813" y="4222750"/>
          <p14:tracePt t="117002" x="7369175" y="4251325"/>
          <p14:tracePt t="117010" x="7354888" y="4279900"/>
          <p14:tracePt t="117018" x="7351713" y="4300538"/>
          <p14:tracePt t="117027" x="7351713" y="4318000"/>
          <p14:tracePt t="117035" x="7361238" y="4332288"/>
          <p14:tracePt t="117044" x="7380288" y="4346575"/>
          <p14:tracePt t="117052" x="7400925" y="4360863"/>
          <p14:tracePt t="117060" x="7426325" y="4375150"/>
          <p14:tracePt t="117069" x="7451725" y="4386263"/>
          <p14:tracePt t="117069" x="7454900" y="4386263"/>
          <p14:tracePt t="117077" x="7480300" y="4397375"/>
          <p14:tracePt t="117085" x="7500938" y="4403725"/>
          <p14:tracePt t="117094" x="7512050" y="4411663"/>
          <p14:tracePt t="117102" x="7518400" y="4411663"/>
          <p14:tracePt t="117138" x="7518400" y="4414838"/>
          <p14:tracePt t="117144" x="7515225" y="4414838"/>
          <p14:tracePt t="117146" x="7515225" y="4418013"/>
          <p14:tracePt t="117152" x="7508875" y="4422775"/>
          <p14:tracePt t="117160" x="7489825" y="4437063"/>
          <p14:tracePt t="117169" x="7469188" y="4446588"/>
          <p14:tracePt t="117169" x="7469188" y="4451350"/>
          <p14:tracePt t="117177" x="7451725" y="4460875"/>
          <p14:tracePt t="117178" x="7446963" y="4465638"/>
          <p14:tracePt t="117178" x="7443788" y="4465638"/>
          <p14:tracePt t="117185" x="7429500" y="4475163"/>
          <p14:tracePt t="117194" x="7415213" y="4486275"/>
          <p14:tracePt t="117202" x="7404100" y="4494213"/>
          <p14:tracePt t="117203" x="7404100" y="4497388"/>
          <p14:tracePt t="117241" x="7408863" y="4497388"/>
          <p14:tracePt t="117243" x="7408863" y="4500563"/>
          <p14:tracePt t="117244" x="7412038" y="4500563"/>
          <p14:tracePt t="117252" x="7426325" y="4500563"/>
          <p14:tracePt t="117261" x="7446963" y="4503738"/>
          <p14:tracePt t="117269" x="7469188" y="4503738"/>
          <p14:tracePt t="117277" x="7497763" y="4503738"/>
          <p14:tracePt t="117286" x="7523163" y="4503738"/>
          <p14:tracePt t="117294" x="7554913" y="4500563"/>
          <p14:tracePt t="117302" x="7589838" y="4497388"/>
          <p14:tracePt t="117311" x="7623175" y="4494213"/>
          <p14:tracePt t="117319" x="7658100" y="4489450"/>
          <p14:tracePt t="117327" x="7694613" y="4483100"/>
          <p14:tracePt t="117336" x="7723188" y="4483100"/>
          <p14:tracePt t="117344" x="7751763" y="4479925"/>
          <p14:tracePt t="117352" x="7772400" y="4475163"/>
          <p14:tracePt t="117361" x="7794625" y="4475163"/>
          <p14:tracePt t="117369" x="7808913" y="4475163"/>
          <p14:tracePt t="117377" x="7826375" y="4475163"/>
          <p14:tracePt t="117386" x="7837488" y="4475163"/>
          <p14:tracePt t="117394" x="7847013" y="4475163"/>
          <p14:tracePt t="117402" x="7851775" y="4475163"/>
          <p14:tracePt t="117411" x="7854950" y="4475163"/>
          <p14:tracePt t="117494" x="7851775" y="4475163"/>
          <p14:tracePt t="117502" x="7847013" y="4475163"/>
          <p14:tracePt t="117507" x="7843838" y="4475163"/>
          <p14:tracePt t="117511" x="7843838" y="4479925"/>
          <p14:tracePt t="117519" x="7832725" y="4479925"/>
          <p14:tracePt t="117528" x="7823200" y="4483100"/>
          <p14:tracePt t="117536" x="7812088" y="4483100"/>
          <p14:tracePt t="117544" x="7797800" y="4486275"/>
          <p14:tracePt t="117553" x="7783513" y="4486275"/>
          <p14:tracePt t="117561" x="7769225" y="4489450"/>
          <p14:tracePt t="117569" x="7754938" y="4489450"/>
          <p14:tracePt t="117578" x="7740650" y="4494213"/>
          <p14:tracePt t="117578" x="7737475" y="4494213"/>
          <p14:tracePt t="117586" x="7726363" y="4497388"/>
          <p14:tracePt t="117594" x="7708900" y="4497388"/>
          <p14:tracePt t="117603" x="7697788" y="4500563"/>
          <p14:tracePt t="117611" x="7686675" y="4500563"/>
          <p14:tracePt t="117619" x="7680325" y="4500563"/>
          <p14:tracePt t="117628" x="7666038" y="4503738"/>
          <p14:tracePt t="117636" x="7654925" y="4503738"/>
          <p14:tracePt t="117644" x="7632700" y="4508500"/>
          <p14:tracePt t="117653" x="7612063" y="4511675"/>
          <p14:tracePt t="117661" x="7586663" y="4514850"/>
          <p14:tracePt t="117669" x="7551738" y="4518025"/>
          <p14:tracePt t="117678" x="7515225" y="4522788"/>
          <p14:tracePt t="117686" x="7480300" y="4529138"/>
          <p14:tracePt t="117694" x="7432675" y="4532313"/>
          <p14:tracePt t="117703" x="7389813" y="4537075"/>
          <p14:tracePt t="117703" x="7383463" y="4537075"/>
          <p14:tracePt t="117711" x="7340600" y="4540250"/>
          <p14:tracePt t="117719" x="7297738" y="4543425"/>
          <p14:tracePt t="117728" x="7258050" y="4546600"/>
          <p14:tracePt t="117736" x="7223125" y="4546600"/>
          <p14:tracePt t="117737" x="7218363" y="4546600"/>
          <p14:tracePt t="117745" x="7186613" y="4546600"/>
          <p14:tracePt t="117753" x="7165975" y="4546600"/>
          <p14:tracePt t="117761" x="7137400" y="4546600"/>
          <p14:tracePt t="117769" x="7118350" y="4546600"/>
          <p14:tracePt t="117778" x="7100888" y="4543425"/>
          <p14:tracePt t="117786" x="7086600" y="4543425"/>
          <p14:tracePt t="117795" x="7080250" y="4543425"/>
          <p14:tracePt t="117867" x="7083425" y="4543425"/>
          <p14:tracePt t="117871" x="7086600" y="4543425"/>
          <p14:tracePt t="117873" x="7089775" y="4543425"/>
          <p14:tracePt t="117878" x="7094538" y="4540250"/>
          <p14:tracePt t="117886" x="7115175" y="4537075"/>
          <p14:tracePt t="117895" x="7143750" y="4532313"/>
          <p14:tracePt t="117903" x="7180263" y="4529138"/>
          <p14:tracePt t="117911" x="7226300" y="4522788"/>
          <p14:tracePt t="117920" x="7275513" y="4514850"/>
          <p14:tracePt t="117928" x="7337425" y="4511675"/>
          <p14:tracePt t="117936" x="7394575" y="4503738"/>
          <p14:tracePt t="117945" x="7451725" y="4500563"/>
          <p14:tracePt t="117953" x="7500938" y="4497388"/>
          <p14:tracePt t="117954" x="7508875" y="4497388"/>
          <p14:tracePt t="117961" x="7554913" y="4497388"/>
          <p14:tracePt t="117970" x="7586663" y="4494213"/>
          <p14:tracePt t="117970" x="7589838" y="4494213"/>
          <p14:tracePt t="117978" x="7615238" y="4494213"/>
          <p14:tracePt t="117979" x="7618413" y="4494213"/>
          <p14:tracePt t="117986" x="7637463" y="4494213"/>
          <p14:tracePt t="117995" x="7643813" y="4494213"/>
          <p14:tracePt t="118041" x="7640638" y="4494213"/>
          <p14:tracePt t="118044" x="7637463" y="4494213"/>
          <p14:tracePt t="118047" x="7632700" y="4494213"/>
          <p14:tracePt t="118053" x="7623175" y="4494213"/>
          <p14:tracePt t="118062" x="7600950" y="4494213"/>
          <p14:tracePt t="118070" x="7575550" y="4494213"/>
          <p14:tracePt t="118078" x="7546975" y="4494213"/>
          <p14:tracePt t="118087" x="7518400" y="4497388"/>
          <p14:tracePt t="118087" x="7515225" y="4497388"/>
          <p14:tracePt t="118095" x="7486650" y="4497388"/>
          <p14:tracePt t="118103" x="7454900" y="4503738"/>
          <p14:tracePt t="118112" x="7423150" y="4503738"/>
          <p14:tracePt t="118120" x="7394575" y="4508500"/>
          <p14:tracePt t="118128" x="7369175" y="4511675"/>
          <p14:tracePt t="118137" x="7346950" y="4511675"/>
          <p14:tracePt t="118145" x="7337425" y="4511675"/>
          <p14:tracePt t="118153" x="7332663" y="4511675"/>
          <p14:tracePt t="118206" x="7337425" y="4511675"/>
          <p14:tracePt t="118209" x="7340600" y="4511675"/>
          <p14:tracePt t="118212" x="7340600" y="4514850"/>
          <p14:tracePt t="118220" x="7354888" y="4514850"/>
          <p14:tracePt t="118228" x="7380288" y="4514850"/>
          <p14:tracePt t="118237" x="7408863" y="4514850"/>
          <p14:tracePt t="118245" x="7440613" y="4514850"/>
          <p14:tracePt t="118253" x="7475538" y="4514850"/>
          <p14:tracePt t="118262" x="7504113" y="4511675"/>
          <p14:tracePt t="118270" x="7529513" y="4511675"/>
          <p14:tracePt t="118278" x="7546975" y="4508500"/>
          <p14:tracePt t="118287" x="7561263" y="4508500"/>
          <p14:tracePt t="118295" x="7566025" y="4508500"/>
          <p14:tracePt t="118342" x="7561263" y="4508500"/>
          <p14:tracePt t="118345" x="7558088" y="4508500"/>
          <p14:tracePt t="118354" x="7543800" y="4508500"/>
          <p14:tracePt t="118362" x="7526338" y="4511675"/>
          <p14:tracePt t="118370" x="7500938" y="4511675"/>
          <p14:tracePt t="118379" x="7475538" y="4514850"/>
          <p14:tracePt t="118387" x="7451725" y="4514850"/>
          <p14:tracePt t="118395" x="7426325" y="4518025"/>
          <p14:tracePt t="118404" x="7400925" y="4518025"/>
          <p14:tracePt t="118412" x="7383463" y="4518025"/>
          <p14:tracePt t="118420" x="7361238" y="4518025"/>
          <p14:tracePt t="118429" x="7343775" y="4522788"/>
          <p14:tracePt t="118437" x="7332663" y="4522788"/>
          <p14:tracePt t="118445" x="7329488" y="4522788"/>
          <p14:tracePt t="118500" x="7332663" y="4522788"/>
          <p14:tracePt t="118504" x="7337425" y="4522788"/>
          <p14:tracePt t="118507" x="7340600" y="4522788"/>
          <p14:tracePt t="118512" x="7343775" y="4522788"/>
          <p14:tracePt t="118520" x="7358063" y="4522788"/>
          <p14:tracePt t="118529" x="7375525" y="4522788"/>
          <p14:tracePt t="118529" x="7380288" y="4522788"/>
          <p14:tracePt t="118537" x="7397750" y="4522788"/>
          <p14:tracePt t="118546" x="7423150" y="4518025"/>
          <p14:tracePt t="118554" x="7446963" y="4514850"/>
          <p14:tracePt t="118562" x="7480300" y="4508500"/>
          <p14:tracePt t="118571" x="7512050" y="4503738"/>
          <p14:tracePt t="118579" x="7543800" y="4497388"/>
          <p14:tracePt t="118587" x="7580313" y="4489450"/>
          <p14:tracePt t="118596" x="7612063" y="4483100"/>
          <p14:tracePt t="118604" x="7643813" y="4475163"/>
          <p14:tracePt t="118612" x="7672388" y="4471988"/>
          <p14:tracePt t="118621" x="7700963" y="4465638"/>
          <p14:tracePt t="118629" x="7723188" y="4460875"/>
          <p14:tracePt t="118637" x="7747000" y="4457700"/>
          <p14:tracePt t="118646" x="7766050" y="4454525"/>
          <p14:tracePt t="118654" x="7780338" y="4451350"/>
          <p14:tracePt t="118662" x="7794625" y="4443413"/>
          <p14:tracePt t="118671" x="7804150" y="4437063"/>
          <p14:tracePt t="118679" x="7815263" y="4429125"/>
          <p14:tracePt t="118687" x="7826375" y="4422775"/>
          <p14:tracePt t="118696" x="7832725" y="4411663"/>
          <p14:tracePt t="118704" x="7843838" y="4397375"/>
          <p14:tracePt t="118712" x="7858125" y="4375150"/>
          <p14:tracePt t="118721" x="7866063" y="4354513"/>
          <p14:tracePt t="118729" x="7875588" y="4329113"/>
          <p14:tracePt t="118737" x="7883525" y="4303713"/>
          <p14:tracePt t="118746" x="7889875" y="4279900"/>
          <p14:tracePt t="118754" x="7894638" y="4254500"/>
          <p14:tracePt t="118762" x="7897813" y="4222750"/>
          <p14:tracePt t="118771" x="7900988" y="4189413"/>
          <p14:tracePt t="118779" x="7900988" y="4154488"/>
          <p14:tracePt t="118788" x="7900988" y="4117975"/>
          <p14:tracePt t="118789" x="7900988" y="4114800"/>
          <p14:tracePt t="118796" x="7900988" y="4083050"/>
          <p14:tracePt t="118804" x="7897813" y="4054475"/>
          <p14:tracePt t="118813" x="7894638" y="4022725"/>
          <p14:tracePt t="118813" x="7894638" y="4017963"/>
          <p14:tracePt t="118821" x="7886700" y="3989388"/>
          <p14:tracePt t="118829" x="7880350" y="3957638"/>
          <p14:tracePt t="118838" x="7872413" y="3929063"/>
          <p14:tracePt t="118838" x="7872413" y="3922713"/>
          <p14:tracePt t="118846" x="7861300" y="3894138"/>
          <p14:tracePt t="118846" x="7861300" y="3889375"/>
          <p14:tracePt t="118854" x="7854950" y="3865563"/>
          <p14:tracePt t="118863" x="7847013" y="3840163"/>
          <p14:tracePt t="118871" x="7840663" y="3822700"/>
          <p14:tracePt t="118872" x="7837488" y="3817938"/>
          <p14:tracePt t="118879" x="7832725" y="3803650"/>
          <p14:tracePt t="118888" x="7826375" y="3797300"/>
          <p14:tracePt t="118888" x="7826375" y="3794125"/>
          <p14:tracePt t="118896" x="7823200" y="3789363"/>
          <p14:tracePt t="118904" x="7818438" y="3786188"/>
          <p14:tracePt t="118913" x="7818438" y="3783013"/>
          <p14:tracePt t="118955" x="7823200" y="3779838"/>
          <p14:tracePt t="118958" x="7823200" y="3775075"/>
          <p14:tracePt t="118963" x="7826375" y="3771900"/>
          <p14:tracePt t="118971" x="7837488" y="3760788"/>
          <p14:tracePt t="118979" x="7854950" y="3743325"/>
          <p14:tracePt t="118988" x="7872413" y="3732213"/>
          <p14:tracePt t="118996" x="7894638" y="3722688"/>
          <p14:tracePt t="119004" x="7918450" y="3708400"/>
          <p14:tracePt t="119013" x="7943850" y="3697288"/>
          <p14:tracePt t="119021" x="7972425" y="3689350"/>
          <p14:tracePt t="119030" x="7997825" y="3679825"/>
          <p14:tracePt t="119038" x="8023225" y="3671888"/>
          <p14:tracePt t="119038" x="8026400" y="3671888"/>
          <p14:tracePt t="119046" x="8051800" y="3665538"/>
          <p14:tracePt t="119055" x="8072438" y="3660775"/>
          <p14:tracePt t="119063" x="8089900" y="3657600"/>
          <p14:tracePt t="119071" x="8104188" y="3657600"/>
          <p14:tracePt t="119080" x="8112125" y="3657600"/>
          <p14:tracePt t="119258" x="8108950" y="3657600"/>
          <p14:tracePt t="119266" x="8104188" y="3657600"/>
          <p14:tracePt t="119275" x="8101013" y="3657600"/>
          <p14:tracePt t="119286" x="8097838" y="3660775"/>
          <p14:tracePt t="119294" x="8094663" y="3660775"/>
          <p14:tracePt t="119303" x="8089900" y="3660775"/>
          <p14:tracePt t="119308" x="8089900" y="3665538"/>
          <p14:tracePt t="119309" x="8086725" y="3665538"/>
          <p14:tracePt t="119323" x="8083550" y="3665538"/>
          <p14:tracePt t="119379" x="8080375" y="3665538"/>
          <p14:tracePt t="119388" x="8080375" y="3668713"/>
          <p14:tracePt t="119391" x="8075613" y="3668713"/>
          <p14:tracePt t="119398" x="8072438" y="3668713"/>
          <p14:tracePt t="119411" x="8069263" y="3668713"/>
          <p14:tracePt t="119417" x="8069263" y="3671888"/>
          <p14:tracePt t="119422" x="8066088" y="3671888"/>
          <p14:tracePt t="119430" x="8061325" y="3671888"/>
          <p14:tracePt t="119438" x="8058150" y="3671888"/>
          <p14:tracePt t="119447" x="8054975" y="3671888"/>
          <p14:tracePt t="119455" x="8054975" y="3675063"/>
          <p14:tracePt t="119463" x="8051800" y="3675063"/>
          <p14:tracePt t="119480" x="8047038" y="3675063"/>
          <p14:tracePt t="119490" x="8043863" y="3675063"/>
          <p14:tracePt t="119511" x="8040688" y="3675063"/>
          <p14:tracePt t="119519" x="8037513" y="3675063"/>
          <p14:tracePt t="119528" x="8032750" y="3675063"/>
          <p14:tracePt t="119532" x="8032750" y="3679825"/>
          <p14:tracePt t="119534" x="8029575" y="3679825"/>
          <p14:tracePt t="119540" x="8026400" y="3679825"/>
          <p14:tracePt t="119548" x="8023225" y="3679825"/>
          <p14:tracePt t="119555" x="8018463" y="3679825"/>
          <p14:tracePt t="119564" x="8015288" y="3679825"/>
          <p14:tracePt t="119572" x="8008938" y="3683000"/>
          <p14:tracePt t="119580" x="8004175" y="3683000"/>
          <p14:tracePt t="119589" x="7997825" y="3683000"/>
          <p14:tracePt t="119597" x="7994650" y="3686175"/>
          <p14:tracePt t="119605" x="7989888" y="3686175"/>
          <p14:tracePt t="119991" x="7986713" y="3686175"/>
          <p14:tracePt t="119998" x="7983538" y="3686175"/>
          <p14:tracePt t="120006" x="7980363" y="3686175"/>
          <p14:tracePt t="120014" x="7975600" y="3686175"/>
          <p14:tracePt t="120023" x="7972425" y="3686175"/>
          <p14:tracePt t="120031" x="7969250" y="3686175"/>
          <p14:tracePt t="120039" x="7961313" y="3686175"/>
          <p14:tracePt t="120047" x="7958138" y="3686175"/>
          <p14:tracePt t="120056" x="7954963" y="3686175"/>
          <p14:tracePt t="120064" x="7951788" y="3686175"/>
          <p14:tracePt t="120073" x="7947025" y="3686175"/>
          <p14:tracePt t="120091" x="7943850" y="3686175"/>
          <p14:tracePt t="120398" x="7940675" y="3686175"/>
          <p14:tracePt t="120408" x="7937500" y="3686175"/>
          <p14:tracePt t="121141" x="7932738" y="3686175"/>
          <p14:tracePt t="121146" x="7929563" y="3686175"/>
          <p14:tracePt t="121150" x="7926388" y="3686175"/>
          <p14:tracePt t="121157" x="7923213" y="3686175"/>
          <p14:tracePt t="121166" x="7915275" y="3686175"/>
          <p14:tracePt t="121174" x="7908925" y="3686175"/>
          <p14:tracePt t="121182" x="7900988" y="3686175"/>
          <p14:tracePt t="121191" x="7894638" y="3686175"/>
          <p14:tracePt t="121199" x="7886700" y="3686175"/>
          <p14:tracePt t="121200" x="7883525" y="3686175"/>
          <p14:tracePt t="121207" x="7875588" y="3686175"/>
          <p14:tracePt t="121216" x="7869238" y="3686175"/>
          <p14:tracePt t="121224" x="7858125" y="3686175"/>
          <p14:tracePt t="121232" x="7847013" y="3683000"/>
          <p14:tracePt t="121241" x="7837488" y="3683000"/>
          <p14:tracePt t="121241" x="7832725" y="3679825"/>
          <p14:tracePt t="121249" x="7826375" y="3679825"/>
          <p14:tracePt t="121257" x="7812088" y="3675063"/>
          <p14:tracePt t="121266" x="7800975" y="3671888"/>
          <p14:tracePt t="121274" x="7794625" y="3668713"/>
          <p14:tracePt t="121283" x="7786688" y="3668713"/>
          <p14:tracePt t="121291" x="7783513" y="3668713"/>
          <p14:tracePt t="121299" x="7780338" y="3665538"/>
          <p14:tracePt t="121308" x="7775575" y="3665538"/>
          <p14:tracePt t="121692" x="7775575" y="3660775"/>
          <p14:tracePt t="121694" x="7780338" y="3660775"/>
          <p14:tracePt t="121701" x="7783513" y="3660775"/>
          <p14:tracePt t="121708" x="7783513" y="3657600"/>
          <p14:tracePt t="121716" x="7789863" y="3654425"/>
          <p14:tracePt t="121725" x="7794625" y="3654425"/>
          <p14:tracePt t="121733" x="7797800" y="3651250"/>
          <p14:tracePt t="121741" x="7804150" y="3651250"/>
          <p14:tracePt t="121750" x="7808913" y="3646488"/>
          <p14:tracePt t="121758" x="7812088" y="3646488"/>
          <p14:tracePt t="121766" x="7815263" y="3646488"/>
          <p14:tracePt t="121775" x="7823200" y="3646488"/>
          <p14:tracePt t="121783" x="7826375" y="3646488"/>
          <p14:tracePt t="121792" x="7832725" y="3646488"/>
          <p14:tracePt t="121800" x="7837488" y="3643313"/>
          <p14:tracePt t="121800" x="7840663" y="3643313"/>
          <p14:tracePt t="121808" x="7843838" y="3643313"/>
          <p14:tracePt t="121817" x="7851775" y="3643313"/>
          <p14:tracePt t="121825" x="7858125" y="3643313"/>
          <p14:tracePt t="121833" x="7866063" y="3643313"/>
          <p14:tracePt t="121842" x="7869238" y="3643313"/>
          <p14:tracePt t="121850" x="7875588" y="3643313"/>
          <p14:tracePt t="121858" x="7883525" y="3643313"/>
          <p14:tracePt t="121867" x="7889875" y="3643313"/>
          <p14:tracePt t="121875" x="7897813" y="3643313"/>
          <p14:tracePt t="121883" x="7908925" y="3643313"/>
          <p14:tracePt t="121892" x="7912100" y="3643313"/>
          <p14:tracePt t="121900" x="7915275" y="3643313"/>
          <p14:tracePt t="121908" x="7918450" y="3643313"/>
          <p14:tracePt t="122137" x="7923213" y="3643313"/>
          <p14:tracePt t="122999" x="7918450" y="3643313"/>
          <p14:tracePt t="123016" x="7918450" y="3646488"/>
          <p14:tracePt t="123039" x="7915275" y="3646488"/>
          <p14:tracePt t="123052" x="7912100" y="3646488"/>
          <p14:tracePt t="123064" x="7908925" y="3646488"/>
          <p14:tracePt t="123065" x="7908925" y="3651250"/>
          <p14:tracePt t="123073" x="7904163" y="3651250"/>
          <p14:tracePt t="123084" x="7900988" y="3651250"/>
          <p14:tracePt t="123085" x="7900988" y="3654425"/>
          <p14:tracePt t="123093" x="7897813" y="3654425"/>
          <p14:tracePt t="123102" x="7894638" y="3654425"/>
          <p14:tracePt t="123110" x="7894638" y="3657600"/>
          <p14:tracePt t="123110" x="7889875" y="3657600"/>
          <p14:tracePt t="123702" x="7886700" y="3657600"/>
          <p14:tracePt t="125709" x="7883525" y="3657600"/>
          <p14:tracePt t="125732" x="7880350" y="3657600"/>
          <p14:tracePt t="126064" x="7875588" y="3657600"/>
          <p14:tracePt t="126067" x="7875588" y="3654425"/>
          <p14:tracePt t="126268" x="7872413" y="3654425"/>
          <p14:tracePt t="126276" x="7869238" y="3654425"/>
          <p14:tracePt t="126285" x="7866063" y="3654425"/>
          <p14:tracePt t="126293" x="7866063" y="3651250"/>
          <p14:tracePt t="126296" x="7861300" y="3651250"/>
          <p14:tracePt t="126304" x="7858125" y="3651250"/>
          <p14:tracePt t="126310" x="7854950" y="3651250"/>
          <p14:tracePt t="126316" x="7851775" y="3651250"/>
          <p14:tracePt t="126323" x="7847013" y="3651250"/>
          <p14:tracePt t="126331" x="7840663" y="3651250"/>
          <p14:tracePt t="126339" x="7829550" y="3651250"/>
          <p14:tracePt t="126348" x="7818438" y="3651250"/>
          <p14:tracePt t="126348" x="7815263" y="3651250"/>
          <p14:tracePt t="126356" x="7808913" y="3651250"/>
          <p14:tracePt t="126364" x="7794625" y="3651250"/>
          <p14:tracePt t="126373" x="7783513" y="3651250"/>
          <p14:tracePt t="126381" x="7772400" y="3651250"/>
          <p14:tracePt t="126389" x="7766050" y="3654425"/>
          <p14:tracePt t="126398" x="7758113" y="3654425"/>
          <p14:tracePt t="126406" x="7754938" y="3654425"/>
          <p14:tracePt t="126414" x="7751763" y="3654425"/>
          <p14:tracePt t="126441" x="7747000" y="3654425"/>
          <p14:tracePt t="126724" x="7751763" y="3654425"/>
          <p14:tracePt t="126743" x="7754938" y="3654425"/>
          <p14:tracePt t="126753" x="7758113" y="3654425"/>
          <p14:tracePt t="126768" x="7761288" y="3654425"/>
          <p14:tracePt t="126808" x="7761288" y="3657600"/>
          <p14:tracePt t="126875" x="7761288" y="3660775"/>
          <p14:tracePt t="126877" x="7758113" y="3660775"/>
          <p14:tracePt t="126882" x="7758113" y="3665538"/>
          <p14:tracePt t="126890" x="7751763" y="3668713"/>
          <p14:tracePt t="126898" x="7743825" y="3675063"/>
          <p14:tracePt t="126907" x="7740650" y="3675063"/>
          <p14:tracePt t="126915" x="7740650" y="3679825"/>
          <p14:tracePt t="126923" x="7737475" y="3679825"/>
          <p14:tracePt t="127960" x="7740650" y="3679825"/>
          <p14:tracePt t="128528" x="7740650" y="3675063"/>
          <p14:tracePt t="128543" x="7743825" y="3675063"/>
          <p14:tracePt t="128551" x="7743825" y="3671888"/>
          <p14:tracePt t="128602" x="7743825" y="3668713"/>
          <p14:tracePt t="128623" x="7743825" y="3665538"/>
          <p14:tracePt t="128675" x="7747000" y="3665538"/>
          <p14:tracePt t="128869" x="7751763" y="3665538"/>
          <p14:tracePt t="128881" x="7754938" y="3665538"/>
          <p14:tracePt t="129143" x="7754938" y="3660775"/>
          <p14:tracePt t="129159" x="7751763" y="3660775"/>
          <p14:tracePt t="129180" x="7747000" y="3660775"/>
          <p14:tracePt t="129213" x="7747000" y="3657600"/>
          <p14:tracePt t="129331" x="7743825" y="3657600"/>
          <p14:tracePt t="129411" x="7740650" y="3657600"/>
          <p14:tracePt t="129436" x="7737475" y="3657600"/>
          <p14:tracePt t="129452" x="7732713" y="3654425"/>
          <p14:tracePt t="129465" x="7729538" y="3654425"/>
          <p14:tracePt t="129478" x="7726363" y="3654425"/>
          <p14:tracePt t="129493" x="7723188" y="3654425"/>
          <p14:tracePt t="129502" x="7723188" y="3651250"/>
          <p14:tracePt t="129516" x="7718425" y="3651250"/>
          <p14:tracePt t="129547" x="7715250" y="3651250"/>
          <p14:tracePt t="129560" x="7712075" y="3651250"/>
          <p14:tracePt t="129573" x="7708900" y="3651250"/>
          <p14:tracePt t="129587" x="7704138" y="3651250"/>
          <p14:tracePt t="129597" x="7700963" y="3651250"/>
          <p14:tracePt t="129609" x="7697788" y="3651250"/>
          <p14:tracePt t="129616" x="7694613" y="3651250"/>
          <p14:tracePt t="129629" x="7689850" y="3651250"/>
          <p14:tracePt t="129642" x="7686675" y="3651250"/>
          <p14:tracePt t="129655" x="7683500" y="3651250"/>
          <p14:tracePt t="129667" x="7680325" y="3651250"/>
          <p14:tracePt t="129963" x="7680325" y="3654425"/>
          <p14:tracePt t="130366" x="7675563" y="3654425"/>
          <p14:tracePt t="130399" x="7672388" y="3654425"/>
          <p14:tracePt t="130412" x="7669213" y="3654425"/>
          <p14:tracePt t="130425" x="7666038" y="3654425"/>
          <p14:tracePt t="130427" x="7666038" y="3651250"/>
          <p14:tracePt t="130435" x="7661275" y="3651250"/>
          <p14:tracePt t="130455" x="7658100" y="3651250"/>
          <p14:tracePt t="130521" x="7654925" y="3651250"/>
          <p14:tracePt t="130585" x="7651750" y="3651250"/>
          <p14:tracePt t="131084" x="7654925" y="3651250"/>
          <p14:tracePt t="131110" x="7658100" y="3651250"/>
          <p14:tracePt t="131169" x="7661275" y="3651250"/>
          <p14:tracePt t="131179" x="7666038" y="3651250"/>
          <p14:tracePt t="131187" x="7669213" y="3651250"/>
          <p14:tracePt t="131192" x="7672388" y="3651250"/>
          <p14:tracePt t="131201" x="7675563" y="3651250"/>
          <p14:tracePt t="131208" x="7680325" y="3651250"/>
          <p14:tracePt t="131215" x="7683500" y="3651250"/>
          <p14:tracePt t="131221" x="7686675" y="3651250"/>
          <p14:tracePt t="131229" x="7689850" y="3651250"/>
          <p14:tracePt t="131237" x="7697788" y="3651250"/>
          <p14:tracePt t="131246" x="7704138" y="3651250"/>
          <p14:tracePt t="131254" x="7712075" y="3651250"/>
          <p14:tracePt t="131262" x="7718425" y="3651250"/>
          <p14:tracePt t="131271" x="7729538" y="3651250"/>
          <p14:tracePt t="131279" x="7740650" y="3651250"/>
          <p14:tracePt t="131287" x="7758113" y="3651250"/>
          <p14:tracePt t="131296" x="7772400" y="3651250"/>
          <p14:tracePt t="131304" x="7789863" y="3654425"/>
          <p14:tracePt t="131312" x="7808913" y="3654425"/>
          <p14:tracePt t="131321" x="7829550" y="3654425"/>
          <p14:tracePt t="131329" x="7851775" y="3654425"/>
          <p14:tracePt t="131338" x="7869238" y="3654425"/>
          <p14:tracePt t="131338" x="7872413" y="3654425"/>
          <p14:tracePt t="131346" x="7889875" y="3654425"/>
          <p14:tracePt t="131354" x="7915275" y="3654425"/>
          <p14:tracePt t="131363" x="7937500" y="3654425"/>
          <p14:tracePt t="131371" x="7951788" y="3654425"/>
          <p14:tracePt t="131371" x="7954963" y="3654425"/>
          <p14:tracePt t="131379" x="7972425" y="3651250"/>
          <p14:tracePt t="131388" x="7986713" y="3651250"/>
          <p14:tracePt t="131388" x="7989888" y="3651250"/>
          <p14:tracePt t="131396" x="8001000" y="3651250"/>
          <p14:tracePt t="131404" x="8015288" y="3651250"/>
          <p14:tracePt t="131413" x="8029575" y="3651250"/>
          <p14:tracePt t="131421" x="8040688" y="3651250"/>
          <p14:tracePt t="131429" x="8047038" y="3651250"/>
          <p14:tracePt t="131438" x="8054975" y="3651250"/>
          <p14:tracePt t="131446" x="8058150" y="3651250"/>
          <p14:tracePt t="131454" x="8066088" y="3646488"/>
          <p14:tracePt t="131463" x="8069263" y="3646488"/>
          <p14:tracePt t="131471" x="8072438" y="3646488"/>
          <p14:tracePt t="131479" x="8075613" y="3646488"/>
          <p14:tracePt t="131488" x="8080375" y="3646488"/>
          <p14:tracePt t="131496" x="8083550" y="3646488"/>
          <p14:tracePt t="131504" x="8089900" y="3646488"/>
          <p14:tracePt t="131513" x="8094663" y="3646488"/>
          <p14:tracePt t="131521" x="8101013" y="3646488"/>
          <p14:tracePt t="131529" x="8104188" y="3643313"/>
          <p14:tracePt t="131538" x="8108950" y="3643313"/>
          <p14:tracePt t="131546" x="8115300" y="3643313"/>
          <p14:tracePt t="131566" x="8118475" y="3643313"/>
          <p14:tracePt t="131583" x="8123238" y="3643313"/>
          <p14:tracePt t="131617" x="8126413" y="3643313"/>
          <p14:tracePt t="131624" x="8129588" y="3643313"/>
          <p14:tracePt t="131631" x="8132763" y="3643313"/>
          <p14:tracePt t="131636" x="8137525" y="3643313"/>
          <p14:tracePt t="131642" x="8140700" y="3640138"/>
          <p14:tracePt t="131647" x="8143875" y="3640138"/>
          <p14:tracePt t="131655" x="8151813" y="3640138"/>
          <p14:tracePt t="131663" x="8158163" y="3640138"/>
          <p14:tracePt t="131671" x="8169275" y="3640138"/>
          <p14:tracePt t="131680" x="8175625" y="3636963"/>
          <p14:tracePt t="131688" x="8186738" y="3636963"/>
          <p14:tracePt t="131696" x="8189913" y="3636963"/>
          <p14:tracePt t="131705" x="8197850" y="3636963"/>
          <p14:tracePt t="131721" x="8197850" y="3632200"/>
          <p14:tracePt t="131782" x="8194675" y="3632200"/>
          <p14:tracePt t="131784" x="8189913" y="3632200"/>
          <p14:tracePt t="131788" x="8180388" y="3632200"/>
          <p14:tracePt t="131796" x="8137525" y="3632200"/>
          <p14:tracePt t="131805" x="8083550" y="3632200"/>
          <p14:tracePt t="131805" x="8075613" y="3632200"/>
          <p14:tracePt t="131813" x="8008938" y="3632200"/>
          <p14:tracePt t="131821" x="7940675" y="3632200"/>
          <p14:tracePt t="131830" x="7872413" y="3640138"/>
          <p14:tracePt t="131830" x="7866063" y="3640138"/>
          <p14:tracePt t="131838" x="7804150" y="3646488"/>
          <p14:tracePt t="131847" x="7743825" y="3654425"/>
          <p14:tracePt t="131855" x="7689850" y="3660775"/>
          <p14:tracePt t="131863" x="7640638" y="3665538"/>
          <p14:tracePt t="131872" x="7600950" y="3668713"/>
          <p14:tracePt t="131880" x="7566025" y="3671888"/>
          <p14:tracePt t="131880" x="7561263" y="3671888"/>
          <p14:tracePt t="131888" x="7540625" y="3675063"/>
          <p14:tracePt t="131897" x="7529513" y="3675063"/>
          <p14:tracePt t="131928" x="7532688" y="3675063"/>
          <p14:tracePt t="131931" x="7537450" y="3675063"/>
          <p14:tracePt t="131932" x="7540625" y="3675063"/>
          <p14:tracePt t="131938" x="7558088" y="3675063"/>
          <p14:tracePt t="131947" x="7589838" y="3675063"/>
          <p14:tracePt t="131955" x="7626350" y="3671888"/>
          <p14:tracePt t="131956" x="7632700" y="3671888"/>
          <p14:tracePt t="131963" x="7672388" y="3668713"/>
          <p14:tracePt t="131972" x="7718425" y="3665538"/>
          <p14:tracePt t="131980" x="7769225" y="3660775"/>
          <p14:tracePt t="131988" x="7829550" y="3660775"/>
          <p14:tracePt t="131997" x="7875588" y="3657600"/>
          <p14:tracePt t="132005" x="7918450" y="3657600"/>
          <p14:tracePt t="132013" x="7958138" y="3657600"/>
          <p14:tracePt t="132022" x="7983538" y="3657600"/>
          <p14:tracePt t="132030" x="8001000" y="3657600"/>
          <p14:tracePt t="132038" x="8008938" y="3657600"/>
          <p14:tracePt t="132076" x="8004175" y="3657600"/>
          <p14:tracePt t="132079" x="8001000" y="3657600"/>
          <p14:tracePt t="132081" x="7997825" y="3657600"/>
          <p14:tracePt t="132089" x="7983538" y="3660775"/>
          <p14:tracePt t="132097" x="7958138" y="3668713"/>
          <p14:tracePt t="132105" x="7923213" y="3675063"/>
          <p14:tracePt t="132114" x="7889875" y="3683000"/>
          <p14:tracePt t="132122" x="7858125" y="3689350"/>
          <p14:tracePt t="132122" x="7854950" y="3689350"/>
          <p14:tracePt t="132130" x="7832725" y="3694113"/>
          <p14:tracePt t="132139" x="7815263" y="3700463"/>
          <p14:tracePt t="132147" x="7808913" y="3700463"/>
          <p14:tracePt t="132180" x="7812088" y="3700463"/>
          <p14:tracePt t="132183" x="7815263" y="3700463"/>
          <p14:tracePt t="132189" x="7823200" y="3700463"/>
          <p14:tracePt t="132197" x="7854950" y="3700463"/>
          <p14:tracePt t="132205" x="7904163" y="3697288"/>
          <p14:tracePt t="132214" x="7969250" y="3689350"/>
          <p14:tracePt t="132222" x="8032750" y="3686175"/>
          <p14:tracePt t="132230" x="8115300" y="3683000"/>
          <p14:tracePt t="132239" x="8183563" y="3679825"/>
          <p14:tracePt t="132247" x="8237538" y="3675063"/>
          <p14:tracePt t="132255" x="8280400" y="3675063"/>
          <p14:tracePt t="132264" x="8297863" y="3675063"/>
          <p14:tracePt t="132264" x="8301038" y="3675063"/>
          <p14:tracePt t="132272" x="8304213" y="3675063"/>
          <p14:tracePt t="133146" x="8301038" y="3675063"/>
          <p14:tracePt t="133151" x="8297863" y="3675063"/>
          <p14:tracePt t="133155" x="8294688" y="3675063"/>
          <p14:tracePt t="133158" x="8289925" y="3675063"/>
          <p14:tracePt t="133165" x="8280400" y="3675063"/>
          <p14:tracePt t="133173" x="8255000" y="3671888"/>
          <p14:tracePt t="133182" x="8226425" y="3671888"/>
          <p14:tracePt t="133190" x="8189913" y="3671888"/>
          <p14:tracePt t="133191" x="8180388" y="3671888"/>
          <p14:tracePt t="133198" x="8137525" y="3675063"/>
          <p14:tracePt t="133207" x="8097838" y="3675063"/>
          <p14:tracePt t="133215" x="8054975" y="3675063"/>
          <p14:tracePt t="133223" x="8026400" y="3675063"/>
          <p14:tracePt t="133232" x="8015288" y="3675063"/>
          <p14:tracePt t="133267" x="8018463" y="3675063"/>
          <p14:tracePt t="133273" x="8023225" y="3675063"/>
          <p14:tracePt t="133275" x="8023225" y="3679825"/>
          <p14:tracePt t="133282" x="8032750" y="3679825"/>
          <p14:tracePt t="133290" x="8051800" y="3679825"/>
          <p14:tracePt t="133298" x="8083550" y="3679825"/>
          <p14:tracePt t="133307" x="8118475" y="3683000"/>
          <p14:tracePt t="133315" x="8161338" y="3683000"/>
          <p14:tracePt t="133316" x="8166100" y="3683000"/>
          <p14:tracePt t="133323" x="8194675" y="3686175"/>
          <p14:tracePt t="133332" x="8201025" y="3686175"/>
          <p14:tracePt t="133356" x="8197850" y="3686175"/>
          <p14:tracePt t="133359" x="8194675" y="3686175"/>
          <p14:tracePt t="133365" x="8175625" y="3686175"/>
          <p14:tracePt t="133374" x="8140700" y="3686175"/>
          <p14:tracePt t="133382" x="8089900" y="3683000"/>
          <p14:tracePt t="133390" x="8015288" y="3679825"/>
          <p14:tracePt t="133399" x="7947025" y="3671888"/>
          <p14:tracePt t="133407" x="7875588" y="3671888"/>
          <p14:tracePt t="133407" x="7869238" y="3671888"/>
          <p14:tracePt t="133415" x="7794625" y="3668713"/>
          <p14:tracePt t="133424" x="7718425" y="3668713"/>
          <p14:tracePt t="133432" x="7661275" y="3668713"/>
          <p14:tracePt t="133440" x="7612063" y="3668713"/>
          <p14:tracePt t="133449" x="7589838" y="3668713"/>
          <p14:tracePt t="133457" x="7583488" y="3668713"/>
          <p14:tracePt t="133499" x="7586663" y="3665538"/>
          <p14:tracePt t="133503" x="7589838" y="3665538"/>
          <p14:tracePt t="133507" x="7597775" y="3665538"/>
          <p14:tracePt t="133515" x="7623175" y="3665538"/>
          <p14:tracePt t="133524" x="7654925" y="3660775"/>
          <p14:tracePt t="133524" x="7661275" y="3660775"/>
          <p14:tracePt t="133532" x="7694613" y="3660775"/>
          <p14:tracePt t="133540" x="7751763" y="3657600"/>
          <p14:tracePt t="133549" x="7797800" y="3654425"/>
          <p14:tracePt t="133549" x="7800975" y="3654425"/>
          <p14:tracePt t="133557" x="7837488" y="3651250"/>
          <p14:tracePt t="133565" x="7883525" y="3646488"/>
          <p14:tracePt t="133574" x="7918450" y="3646488"/>
          <p14:tracePt t="133582" x="7943850" y="3646488"/>
          <p14:tracePt t="133583" x="7951788" y="3646488"/>
          <p14:tracePt t="133590" x="7972425" y="3643313"/>
          <p14:tracePt t="133599" x="7989888" y="3643313"/>
          <p14:tracePt t="133607" x="8004175" y="3643313"/>
          <p14:tracePt t="133616" x="8012113" y="3643313"/>
          <p14:tracePt t="133624" x="8015288" y="3643313"/>
          <p14:tracePt t="140207" x="8012113" y="3643313"/>
          <p14:tracePt t="140211" x="8008938" y="3643313"/>
          <p14:tracePt t="140216" x="7997825" y="3643313"/>
          <p14:tracePt t="140224" x="7966075" y="3643313"/>
          <p14:tracePt t="140233" x="7926388" y="3643313"/>
          <p14:tracePt t="140241" x="7883525" y="3646488"/>
          <p14:tracePt t="140249" x="7823200" y="3651250"/>
          <p14:tracePt t="140258" x="7754938" y="3651250"/>
          <p14:tracePt t="140266" x="7672388" y="3654425"/>
          <p14:tracePt t="140267" x="7661275" y="3654425"/>
          <p14:tracePt t="140274" x="7558088" y="3657600"/>
          <p14:tracePt t="140283" x="7458075" y="3665538"/>
          <p14:tracePt t="140283" x="7443788" y="3665538"/>
          <p14:tracePt t="140291" x="7332663" y="3671888"/>
          <p14:tracePt t="140292" x="7318375" y="3671888"/>
          <p14:tracePt t="140292" x="7304088" y="3671888"/>
          <p14:tracePt t="140299" x="7200900" y="3675063"/>
          <p14:tracePt t="140308" x="7080250" y="3679825"/>
          <p14:tracePt t="140316" x="6969125" y="3683000"/>
          <p14:tracePt t="140317" x="6946900" y="3683000"/>
          <p14:tracePt t="140324" x="6837363" y="3683000"/>
          <p14:tracePt t="140333" x="6732588" y="3683000"/>
          <p14:tracePt t="140341" x="6629400" y="3686175"/>
          <p14:tracePt t="140350" x="6532563" y="3686175"/>
          <p14:tracePt t="140358" x="6454775" y="3686175"/>
          <p14:tracePt t="140358" x="6446838" y="3686175"/>
          <p14:tracePt t="140366" x="6365875" y="3686175"/>
          <p14:tracePt t="140375" x="6303963" y="3686175"/>
          <p14:tracePt t="140383" x="6243638" y="3686175"/>
          <p14:tracePt t="140391" x="6194425" y="3689350"/>
          <p14:tracePt t="140400" x="6157913" y="3689350"/>
          <p14:tracePt t="140408" x="6126163" y="3694113"/>
          <p14:tracePt t="140416" x="6094413" y="3697288"/>
          <p14:tracePt t="140425" x="6065838" y="3700463"/>
          <p14:tracePt t="140433" x="6037263" y="3703638"/>
          <p14:tracePt t="140441" x="6003925" y="3708400"/>
          <p14:tracePt t="140450" x="5969000" y="3714750"/>
          <p14:tracePt t="140458" x="5937250" y="3722688"/>
          <p14:tracePt t="140466" x="5894388" y="3729038"/>
          <p14:tracePt t="140475" x="5854700" y="3740150"/>
          <p14:tracePt t="140483" x="5808663" y="3751263"/>
          <p14:tracePt t="140491" x="5746750" y="3765550"/>
          <p14:tracePt t="140500" x="5686425" y="3775075"/>
          <p14:tracePt t="140500" x="5683250" y="3779838"/>
          <p14:tracePt t="140508" x="5632450" y="3789363"/>
          <p14:tracePt t="140516" x="5561013" y="3803650"/>
          <p14:tracePt t="140525" x="5508625" y="3811588"/>
          <p14:tracePt t="140533" x="5454650" y="3822700"/>
          <p14:tracePt t="140542" x="5397500" y="3832225"/>
          <p14:tracePt t="140550" x="5357813" y="3840163"/>
          <p14:tracePt t="140558" x="5326063" y="3843338"/>
          <p14:tracePt t="140566" x="5300663" y="3843338"/>
          <p14:tracePt t="140575" x="5294313" y="3843338"/>
          <p14:tracePt t="140583" x="5289550" y="3843338"/>
          <p14:tracePt t="140655" x="5294313" y="3843338"/>
          <p14:tracePt t="140657" x="5297488" y="3843338"/>
          <p14:tracePt t="140661" x="5300663" y="3843338"/>
          <p14:tracePt t="140667" x="5303838" y="3840163"/>
          <p14:tracePt t="140675" x="5314950" y="3832225"/>
          <p14:tracePt t="140683" x="5329238" y="3825875"/>
          <p14:tracePt t="140692" x="5346700" y="3817938"/>
          <p14:tracePt t="140692" x="5351463" y="3814763"/>
          <p14:tracePt t="140700" x="5368925" y="3808413"/>
          <p14:tracePt t="140708" x="5389563" y="3797300"/>
          <p14:tracePt t="140717" x="5408613" y="3786188"/>
          <p14:tracePt t="140725" x="5426075" y="3779838"/>
          <p14:tracePt t="140733" x="5443538" y="3768725"/>
          <p14:tracePt t="140742" x="5457825" y="3760788"/>
          <p14:tracePt t="140750" x="5472113" y="3757613"/>
          <p14:tracePt t="140758" x="5486400" y="3751263"/>
          <p14:tracePt t="140767" x="5494338" y="3746500"/>
          <p14:tracePt t="140775" x="5503863" y="3740150"/>
          <p14:tracePt t="140783" x="5511800" y="3736975"/>
          <p14:tracePt t="140792" x="5518150" y="3732213"/>
          <p14:tracePt t="140808" x="5522913" y="3732213"/>
          <p14:tracePt t="140847" x="5522913" y="3729038"/>
          <p14:tracePt t="140859" x="5518150" y="3729038"/>
          <p14:tracePt t="140865" x="5514975" y="3725863"/>
          <p14:tracePt t="140870" x="5511800" y="3725863"/>
          <p14:tracePt t="140875" x="5508625" y="3722688"/>
          <p14:tracePt t="140884" x="5494338" y="3717925"/>
          <p14:tracePt t="140892" x="5475288" y="3711575"/>
          <p14:tracePt t="140892" x="5472113" y="3711575"/>
          <p14:tracePt t="140900" x="5457825" y="3708400"/>
          <p14:tracePt t="140909" x="5440363" y="3700463"/>
          <p14:tracePt t="140917" x="5422900" y="3697288"/>
          <p14:tracePt t="140925" x="5403850" y="3694113"/>
          <p14:tracePt t="140934" x="5389563" y="3689350"/>
          <p14:tracePt t="140934" x="5386388" y="3689350"/>
          <p14:tracePt t="140942" x="5375275" y="3686175"/>
          <p14:tracePt t="140950" x="5368925" y="3683000"/>
          <p14:tracePt t="140959" x="5365750" y="3683000"/>
          <p14:tracePt t="141034" x="5368925" y="3683000"/>
          <p14:tracePt t="141038" x="5368925" y="3679825"/>
          <p14:tracePt t="141042" x="5372100" y="3679825"/>
          <p14:tracePt t="141050" x="5383213" y="3679825"/>
          <p14:tracePt t="141059" x="5389563" y="3675063"/>
          <p14:tracePt t="141067" x="5397500" y="3675063"/>
          <p14:tracePt t="141075" x="5403850" y="3675063"/>
          <p14:tracePt t="141084" x="5411788" y="3671888"/>
          <p14:tracePt t="141092" x="5418138" y="3671888"/>
          <p14:tracePt t="141100" x="5429250" y="3671888"/>
          <p14:tracePt t="141109" x="5437188" y="3671888"/>
          <p14:tracePt t="141117" x="5451475" y="3671888"/>
          <p14:tracePt t="141125" x="5461000" y="3671888"/>
          <p14:tracePt t="141134" x="5472113" y="3671888"/>
          <p14:tracePt t="141142" x="5486400" y="3671888"/>
          <p14:tracePt t="141151" x="5500688" y="3671888"/>
          <p14:tracePt t="141159" x="5514975" y="3671888"/>
          <p14:tracePt t="141167" x="5532438" y="3671888"/>
          <p14:tracePt t="141176" x="5551488" y="3671888"/>
          <p14:tracePt t="141184" x="5568950" y="3671888"/>
          <p14:tracePt t="141192" x="5586413" y="3671888"/>
          <p14:tracePt t="141201" x="5608638" y="3671888"/>
          <p14:tracePt t="141209" x="5629275" y="3671888"/>
          <p14:tracePt t="141217" x="5654675" y="3668713"/>
          <p14:tracePt t="141226" x="5680075" y="3668713"/>
          <p14:tracePt t="141234" x="5703888" y="3665538"/>
          <p14:tracePt t="141242" x="5729288" y="3660775"/>
          <p14:tracePt t="141251" x="5754688" y="3657600"/>
          <p14:tracePt t="141251" x="5757863" y="3657600"/>
          <p14:tracePt t="141259" x="5780088" y="3657600"/>
          <p14:tracePt t="141260" x="5783263" y="3657600"/>
          <p14:tracePt t="141267" x="5808663" y="3654425"/>
          <p14:tracePt t="141276" x="5832475" y="3654425"/>
          <p14:tracePt t="141284" x="5854700" y="3651250"/>
          <p14:tracePt t="141285" x="5857875" y="3651250"/>
          <p14:tracePt t="141292" x="5872163" y="3651250"/>
          <p14:tracePt t="141301" x="5883275" y="3651250"/>
          <p14:tracePt t="141309" x="5889625" y="3651250"/>
          <p14:tracePt t="141317" x="5894388" y="3651250"/>
          <p14:tracePt t="141483" x="5897563" y="3651250"/>
          <p14:tracePt t="141489" x="5900738" y="3651250"/>
          <p14:tracePt t="141495" x="5903913" y="3651250"/>
          <p14:tracePt t="141502" x="5908675" y="3651250"/>
          <p14:tracePt t="141509" x="5911850" y="3651250"/>
          <p14:tracePt t="141518" x="5915025" y="3651250"/>
          <p14:tracePt t="141526" x="5922963" y="3651250"/>
          <p14:tracePt t="141534" x="5926138" y="3651250"/>
          <p14:tracePt t="141543" x="5929313" y="3651250"/>
          <p14:tracePt t="141551" x="5932488" y="3651250"/>
          <p14:tracePt t="141559" x="5937250" y="3651250"/>
          <p14:tracePt t="141568" x="5940425" y="3651250"/>
          <p14:tracePt t="141585" x="5943600" y="3651250"/>
          <p14:tracePt t="141614" x="5946775" y="3651250"/>
          <p14:tracePt t="141634" x="5951538" y="3651250"/>
          <p14:tracePt t="141646" x="5954713" y="3651250"/>
          <p14:tracePt t="141657" x="5957888" y="3651250"/>
          <p14:tracePt t="141673" x="5961063" y="3651250"/>
          <p14:tracePt t="141702" x="5965825" y="3651250"/>
          <p14:tracePt t="141752" x="5969000" y="3651250"/>
          <p14:tracePt t="141765" x="5972175" y="3651250"/>
          <p14:tracePt t="141772" x="5975350" y="3651250"/>
          <p14:tracePt t="141779" x="5980113" y="3651250"/>
          <p14:tracePt t="141784" x="5983288" y="3651250"/>
          <p14:tracePt t="141790" x="5986463" y="3651250"/>
          <p14:tracePt t="141794" x="5989638" y="3651250"/>
          <p14:tracePt t="141801" x="5994400" y="3651250"/>
          <p14:tracePt t="141810" x="6000750" y="3651250"/>
          <p14:tracePt t="141818" x="6003925" y="3651250"/>
          <p14:tracePt t="141826" x="6011863" y="3651250"/>
          <p14:tracePt t="141835" x="6015038" y="3651250"/>
          <p14:tracePt t="141843" x="6018213" y="3651250"/>
          <p14:tracePt t="141852" x="6022975" y="3651250"/>
          <p14:tracePt t="141868" x="6026150" y="3651250"/>
          <p14:tracePt t="141885" x="6029325" y="3651250"/>
          <p14:tracePt t="142138" x="6026150" y="3651250"/>
          <p14:tracePt t="142146" x="6022975" y="3651250"/>
          <p14:tracePt t="142158" x="6018213" y="3651250"/>
          <p14:tracePt t="142165" x="6015038" y="3651250"/>
          <p14:tracePt t="142173" x="6011863" y="3651250"/>
          <p14:tracePt t="142179" x="6008688" y="3651250"/>
          <p14:tracePt t="142188" x="6003925" y="3651250"/>
          <p14:tracePt t="142192" x="6000750" y="3651250"/>
          <p14:tracePt t="142199" x="5997575" y="3651250"/>
          <p14:tracePt t="142207" x="5994400" y="3651250"/>
          <p14:tracePt t="142212" x="5989638" y="3651250"/>
          <p14:tracePt t="142222" x="5986463" y="3651250"/>
          <p14:tracePt t="142231" x="5983288" y="3651250"/>
          <p14:tracePt t="142285" x="5980113" y="3651250"/>
          <p14:tracePt t="142324" x="5975350" y="3651250"/>
          <p14:tracePt t="143378" x="5972175" y="3651250"/>
          <p14:tracePt t="143381" x="5969000" y="3651250"/>
          <p14:tracePt t="143387" x="5946775" y="3657600"/>
          <p14:tracePt t="143395" x="5900738" y="3665538"/>
          <p14:tracePt t="143403" x="5840413" y="3679825"/>
          <p14:tracePt t="143412" x="5765800" y="3694113"/>
          <p14:tracePt t="143420" x="5651500" y="3703638"/>
          <p14:tracePt t="143429" x="5526088" y="3714750"/>
          <p14:tracePt t="143437" x="5400675" y="3722688"/>
          <p14:tracePt t="143445" x="5229225" y="3722688"/>
          <p14:tracePt t="143454" x="5097463" y="3717925"/>
          <p14:tracePt t="143462" x="4946650" y="3697288"/>
          <p14:tracePt t="143470" x="4800600" y="3665538"/>
          <p14:tracePt t="143479" x="4686300" y="3622675"/>
          <p14:tracePt t="143479" x="4672013" y="3614738"/>
          <p14:tracePt t="143487" x="4594225" y="3571875"/>
          <p14:tracePt t="143495" x="4500563" y="3494088"/>
          <p14:tracePt t="143504" x="4451350" y="3400425"/>
          <p14:tracePt t="143512" x="4422775" y="3279775"/>
          <p14:tracePt t="143520" x="4414838" y="3179763"/>
          <p14:tracePt t="143529" x="4432300" y="3097213"/>
          <p14:tracePt t="143529" x="4440238" y="3089275"/>
          <p14:tracePt t="143537" x="4475163" y="3032125"/>
          <p14:tracePt t="143545" x="4543425" y="2960688"/>
          <p14:tracePt t="143554" x="4637088" y="2879725"/>
          <p14:tracePt t="143562" x="4743450" y="2811463"/>
          <p14:tracePt t="143563" x="4765675" y="2797175"/>
          <p14:tracePt t="143570" x="4897438" y="2725738"/>
          <p14:tracePt t="143579" x="5051425" y="2657475"/>
          <p14:tracePt t="143579" x="5080000" y="2646363"/>
          <p14:tracePt t="143587" x="5229225" y="2593975"/>
          <p14:tracePt t="143595" x="5451475" y="2522538"/>
          <p14:tracePt t="143604" x="5675313" y="2457450"/>
          <p14:tracePt t="143612" x="5911850" y="2403475"/>
          <p14:tracePt t="143613" x="5926138" y="2400300"/>
          <p14:tracePt t="143620" x="6161088" y="2357438"/>
          <p14:tracePt t="143629" x="6369050" y="2339975"/>
          <p14:tracePt t="143637" x="6551613" y="2339975"/>
          <p14:tracePt t="143645" x="6669088" y="2354263"/>
          <p14:tracePt t="143654" x="6751638" y="2371725"/>
          <p14:tracePt t="143662" x="6789738" y="2397125"/>
          <p14:tracePt t="143671" x="6797675" y="2411413"/>
          <p14:tracePt t="143679" x="6786563" y="2436813"/>
          <p14:tracePt t="143687" x="6743700" y="2486025"/>
          <p14:tracePt t="143696" x="6669088" y="2540000"/>
          <p14:tracePt t="143697" x="6657975" y="2546350"/>
          <p14:tracePt t="143704" x="6551613" y="2589213"/>
          <p14:tracePt t="143712" x="6394450" y="2625725"/>
          <p14:tracePt t="143721" x="6200775" y="2646363"/>
          <p14:tracePt t="143721" x="6165850" y="2651125"/>
          <p14:tracePt t="143729" x="5965825" y="2660650"/>
          <p14:tracePt t="143737" x="5672138" y="2668588"/>
          <p14:tracePt t="143746" x="5414963" y="2668588"/>
          <p14:tracePt t="143746" x="5400675" y="2668588"/>
          <p14:tracePt t="143754" x="5143500" y="2657475"/>
          <p14:tracePt t="143755" x="5129213" y="2657475"/>
          <p14:tracePt t="143762" x="4872038" y="2622550"/>
          <p14:tracePt t="143771" x="4654550" y="2574925"/>
          <p14:tracePt t="143779" x="4451350" y="2508250"/>
          <p14:tracePt t="143780" x="4429125" y="2497138"/>
          <p14:tracePt t="143787" x="4294188" y="2414588"/>
          <p14:tracePt t="143796" x="4214813" y="2332038"/>
          <p14:tracePt t="143796" x="4208463" y="2325688"/>
          <p14:tracePt t="143804" x="4168775" y="2239963"/>
          <p14:tracePt t="143805" x="4165600" y="2225675"/>
          <p14:tracePt t="143805" x="4165600" y="2211388"/>
          <p14:tracePt t="143812" x="4160838" y="2128838"/>
          <p14:tracePt t="143821" x="4197350" y="2022475"/>
          <p14:tracePt t="143829" x="4257675" y="1914525"/>
          <p14:tracePt t="143830" x="4265613" y="1897063"/>
          <p14:tracePt t="143837" x="4357688" y="1779588"/>
          <p14:tracePt t="143846" x="4479925" y="1654175"/>
          <p14:tracePt t="143854" x="4622800" y="1531938"/>
          <p14:tracePt t="143855" x="4643438" y="1517650"/>
          <p14:tracePt t="143862" x="4829175" y="1389063"/>
          <p14:tracePt t="143871" x="5037138" y="1257300"/>
          <p14:tracePt t="143871" x="5060950" y="1239838"/>
          <p14:tracePt t="143879" x="5280025" y="1125538"/>
          <p14:tracePt t="143888" x="5537200" y="1017588"/>
          <p14:tracePt t="143889" x="5568950" y="1008063"/>
          <p14:tracePt t="143896" x="5754688" y="950913"/>
          <p14:tracePt t="143904" x="6026150" y="896938"/>
          <p14:tracePt t="143913" x="6254750" y="874713"/>
          <p14:tracePt t="143921" x="6457950" y="868363"/>
          <p14:tracePt t="143929" x="6646863" y="868363"/>
          <p14:tracePt t="143938" x="6811963" y="882650"/>
          <p14:tracePt t="143946" x="6951663" y="908050"/>
          <p14:tracePt t="143954" x="7075488" y="939800"/>
          <p14:tracePt t="143963" x="7161213" y="971550"/>
          <p14:tracePt t="143971" x="7237413" y="1011238"/>
          <p14:tracePt t="143979" x="7300913" y="1068388"/>
          <p14:tracePt t="143988" x="7340600" y="1122363"/>
          <p14:tracePt t="143996" x="7369175" y="1174750"/>
          <p14:tracePt t="144004" x="7389813" y="1250950"/>
          <p14:tracePt t="144013" x="7397750" y="1328738"/>
          <p14:tracePt t="144013" x="7397750" y="1336675"/>
          <p14:tracePt t="144021" x="7397750" y="1400175"/>
          <p14:tracePt t="144022" x="7397750" y="1411288"/>
          <p14:tracePt t="144022" x="7397750" y="1417638"/>
          <p14:tracePt t="144029" x="7386638" y="1479550"/>
          <p14:tracePt t="144038" x="7369175" y="1546225"/>
          <p14:tracePt t="144046" x="7346950" y="1611313"/>
          <p14:tracePt t="144054" x="7318375" y="1693863"/>
          <p14:tracePt t="144063" x="7294563" y="1751013"/>
          <p14:tracePt t="144071" x="7269163" y="1803400"/>
          <p14:tracePt t="144079" x="7251700" y="1839913"/>
          <p14:tracePt t="144088" x="7229475" y="1868488"/>
          <p14:tracePt t="144096" x="7212013" y="1882775"/>
          <p14:tracePt t="144097" x="7208838" y="1885950"/>
          <p14:tracePt t="144104" x="7183438" y="1893888"/>
          <p14:tracePt t="144113" x="7165975" y="1897063"/>
          <p14:tracePt t="144121" x="7132638" y="1893888"/>
          <p14:tracePt t="144130" x="7080250" y="1885950"/>
          <p14:tracePt t="144138" x="6989763" y="1871663"/>
          <p14:tracePt t="144146" x="6837363" y="1851025"/>
          <p14:tracePt t="144155" x="6661150" y="1831975"/>
          <p14:tracePt t="144163" x="6426200" y="1811338"/>
          <p14:tracePt t="144164" x="6380163" y="1803400"/>
          <p14:tracePt t="144171" x="6118225" y="1785938"/>
          <p14:tracePt t="144180" x="5800725" y="1768475"/>
          <p14:tracePt t="144188" x="5483225" y="1757363"/>
          <p14:tracePt t="144188" x="5437188" y="1754188"/>
          <p14:tracePt t="144196" x="5118100" y="1746250"/>
          <p14:tracePt t="144205" x="4800600" y="1743075"/>
          <p14:tracePt t="144213" x="4497388" y="1743075"/>
          <p14:tracePt t="144221" x="4179888" y="1751013"/>
          <p14:tracePt t="144230" x="3937000" y="1757363"/>
          <p14:tracePt t="144230" x="3889375" y="1757363"/>
          <p14:tracePt t="144238" x="3708400" y="1760538"/>
          <p14:tracePt t="144239" x="3665538" y="1760538"/>
          <p14:tracePt t="144246" x="3475038" y="1765300"/>
          <p14:tracePt t="144255" x="3322638" y="1765300"/>
          <p14:tracePt t="144263" x="3194050" y="1757363"/>
          <p14:tracePt t="144271" x="3108325" y="1746250"/>
          <p14:tracePt t="144280" x="3065463" y="1736725"/>
          <p14:tracePt t="144280" x="3060700" y="1736725"/>
          <p14:tracePt t="144288" x="3057525" y="1731963"/>
          <p14:tracePt t="144301" x="3060700" y="1731963"/>
          <p14:tracePt t="144306" x="3065463" y="1731963"/>
          <p14:tracePt t="144313" x="3071813" y="1728788"/>
          <p14:tracePt t="144321" x="3108325" y="1725613"/>
          <p14:tracePt t="144330" x="3165475" y="1711325"/>
          <p14:tracePt t="144338" x="3268663" y="1693863"/>
          <p14:tracePt t="144346" x="3414713" y="1674813"/>
          <p14:tracePt t="144355" x="3582988" y="1665288"/>
          <p14:tracePt t="144363" x="3775075" y="1657350"/>
          <p14:tracePt t="144372" x="4043363" y="1657350"/>
          <p14:tracePt t="144380" x="4314825" y="1671638"/>
          <p14:tracePt t="144388" x="4614863" y="1693863"/>
          <p14:tracePt t="144397" x="4889500" y="1717675"/>
          <p14:tracePt t="144405" x="5165725" y="1746250"/>
          <p14:tracePt t="144413" x="5503863" y="1782763"/>
          <p14:tracePt t="144422" x="5746750" y="1811338"/>
          <p14:tracePt t="144430" x="6040438" y="1846263"/>
          <p14:tracePt t="144438" x="6311900" y="1879600"/>
          <p14:tracePt t="144447" x="6529388" y="1908175"/>
          <p14:tracePt t="144455" x="6732588" y="1936750"/>
          <p14:tracePt t="144455" x="6743700" y="1936750"/>
          <p14:tracePt t="144463" x="6911975" y="1960563"/>
          <p14:tracePt t="144472" x="7069138" y="1993900"/>
          <p14:tracePt t="144480" x="7200900" y="2017713"/>
          <p14:tracePt t="144480" x="7215188" y="2022475"/>
          <p14:tracePt t="144488" x="7329488" y="2051050"/>
          <p14:tracePt t="144497" x="7415213" y="2071688"/>
          <p14:tracePt t="144505" x="7483475" y="2089150"/>
          <p14:tracePt t="144513" x="7540625" y="2108200"/>
          <p14:tracePt t="144522" x="7580313" y="2122488"/>
          <p14:tracePt t="144530" x="7604125" y="2128838"/>
          <p14:tracePt t="144538" x="7615238" y="2136775"/>
          <p14:tracePt t="144547" x="7623175" y="2136775"/>
          <p14:tracePt t="144726" x="7623175" y="2139950"/>
          <p14:tracePt t="144729" x="7623175" y="2143125"/>
          <p14:tracePt t="144732" x="7618413" y="2146300"/>
          <p14:tracePt t="144739" x="7604125" y="2168525"/>
          <p14:tracePt t="144747" x="7575550" y="2211388"/>
          <p14:tracePt t="144747" x="7572375" y="2217738"/>
          <p14:tracePt t="144755" x="7532688" y="2279650"/>
          <p14:tracePt t="144764" x="7489825" y="2343150"/>
          <p14:tracePt t="144772" x="7432675" y="2436813"/>
          <p14:tracePt t="144780" x="7375525" y="2532063"/>
          <p14:tracePt t="144789" x="7318375" y="2632075"/>
          <p14:tracePt t="144797" x="7254875" y="2732088"/>
          <p14:tracePt t="144805" x="7186613" y="2836863"/>
          <p14:tracePt t="144814" x="7112000" y="2940050"/>
          <p14:tracePt t="144814" x="7100888" y="2951163"/>
          <p14:tracePt t="144822" x="7029450" y="3043238"/>
          <p14:tracePt t="144830" x="6926263" y="3165475"/>
          <p14:tracePt t="144839" x="6846888" y="3251200"/>
          <p14:tracePt t="144847" x="6757988" y="3346450"/>
          <p14:tracePt t="144848" x="6743700" y="3360738"/>
          <p14:tracePt t="144855" x="6657975" y="3446463"/>
          <p14:tracePt t="144864" x="6580188" y="3522663"/>
          <p14:tracePt t="144872" x="6500813" y="3589338"/>
          <p14:tracePt t="144873" x="6489700" y="3600450"/>
          <p14:tracePt t="144881" x="6423025" y="3660775"/>
          <p14:tracePt t="144889" x="6361113" y="3708400"/>
          <p14:tracePt t="144889" x="6354763" y="3714750"/>
          <p14:tracePt t="144897" x="6297613" y="3754438"/>
          <p14:tracePt t="144906" x="6251575" y="3783013"/>
          <p14:tracePt t="144914" x="6203950" y="3811588"/>
          <p14:tracePt t="144914" x="6200775" y="3811588"/>
          <p14:tracePt t="144922" x="6165850" y="3832225"/>
          <p14:tracePt t="144931" x="6129338" y="3851275"/>
          <p14:tracePt t="144939" x="6100763" y="3865563"/>
          <p14:tracePt t="144947" x="6075363" y="3871913"/>
          <p14:tracePt t="144948" x="6075363" y="3875088"/>
          <p14:tracePt t="144956" x="6057900" y="3883025"/>
          <p14:tracePt t="144964" x="6046788" y="3886200"/>
          <p14:tracePt t="144972" x="6040438" y="3886200"/>
          <p14:tracePt t="145444" x="6037263" y="3886200"/>
          <p14:tracePt t="145451" x="6032500" y="3886200"/>
          <p14:tracePt t="145457" x="6029325" y="3886200"/>
          <p14:tracePt t="145461" x="6026150" y="3886200"/>
          <p14:tracePt t="145465" x="6022975" y="3886200"/>
          <p14:tracePt t="145473" x="6015038" y="3886200"/>
          <p14:tracePt t="145481" x="6003925" y="3886200"/>
          <p14:tracePt t="145490" x="5989638" y="3883025"/>
          <p14:tracePt t="145498" x="5972175" y="3883025"/>
          <p14:tracePt t="145506" x="5954713" y="3879850"/>
          <p14:tracePt t="145515" x="5937250" y="3875088"/>
          <p14:tracePt t="145515" x="5932488" y="3875088"/>
          <p14:tracePt t="145523" x="5915025" y="3871913"/>
          <p14:tracePt t="145531" x="5894388" y="3868738"/>
          <p14:tracePt t="145540" x="5875338" y="3865563"/>
          <p14:tracePt t="145548" x="5857875" y="3860800"/>
          <p14:tracePt t="145556" x="5840413" y="3857625"/>
          <p14:tracePt t="145565" x="5826125" y="3854450"/>
          <p14:tracePt t="145573" x="5811838" y="3851275"/>
          <p14:tracePt t="145581" x="5797550" y="3843338"/>
          <p14:tracePt t="145590" x="5786438" y="3840163"/>
          <p14:tracePt t="145590" x="5783263" y="3836988"/>
          <p14:tracePt t="145598" x="5772150" y="3832225"/>
          <p14:tracePt t="145606" x="5761038" y="3829050"/>
          <p14:tracePt t="145615" x="5751513" y="3825875"/>
          <p14:tracePt t="145623" x="5743575" y="3822700"/>
          <p14:tracePt t="145632" x="5737225" y="3822700"/>
          <p14:tracePt t="145640" x="5732463" y="3822700"/>
          <p14:tracePt t="145648" x="5729288" y="3817938"/>
          <p14:tracePt t="145657" x="5726113" y="3814763"/>
          <p14:tracePt t="145665" x="5722938" y="3814763"/>
          <p14:tracePt t="145673" x="5718175" y="3811588"/>
          <p14:tracePt t="145682" x="5711825" y="3811588"/>
          <p14:tracePt t="145690" x="5708650" y="3808413"/>
          <p14:tracePt t="145698" x="5700713" y="3808413"/>
          <p14:tracePt t="145707" x="5694363" y="3803650"/>
          <p14:tracePt t="145715" x="5686425" y="3800475"/>
          <p14:tracePt t="145715" x="5683250" y="3800475"/>
          <p14:tracePt t="145723" x="5672138" y="3797300"/>
          <p14:tracePt t="145732" x="5661025" y="3794125"/>
          <p14:tracePt t="145740" x="5646738" y="3789363"/>
          <p14:tracePt t="145748" x="5632450" y="3786188"/>
          <p14:tracePt t="145757" x="5618163" y="3783013"/>
          <p14:tracePt t="145765" x="5608638" y="3779838"/>
          <p14:tracePt t="145766" x="5603875" y="3779838"/>
          <p14:tracePt t="145773" x="5594350" y="3775075"/>
          <p14:tracePt t="145782" x="5580063" y="3771900"/>
          <p14:tracePt t="145790" x="5568950" y="3768725"/>
          <p14:tracePt t="145798" x="5554663" y="3760788"/>
          <p14:tracePt t="145807" x="5540375" y="3757613"/>
          <p14:tracePt t="145815" x="5529263" y="3754438"/>
          <p14:tracePt t="145823" x="5518150" y="3751263"/>
          <p14:tracePt t="145832" x="5511800" y="3751263"/>
          <p14:tracePt t="145840" x="5508625" y="3746500"/>
          <p14:tracePt t="145860" x="5503863" y="3746500"/>
          <p14:tracePt t="146257" x="5500688" y="3746500"/>
          <p14:tracePt t="146263" x="5497513" y="3746500"/>
          <p14:tracePt t="146266" x="5497513" y="3743325"/>
          <p14:tracePt t="146274" x="5489575" y="3743325"/>
          <p14:tracePt t="146282" x="5483225" y="3743325"/>
          <p14:tracePt t="146299" x="5480050" y="3743325"/>
          <p14:tracePt t="146307" x="5475288" y="3743325"/>
          <p14:tracePt t="146375" x="5472113" y="3743325"/>
          <p14:tracePt t="146381" x="5468938" y="3743325"/>
          <p14:tracePt t="146384" x="5465763" y="3743325"/>
          <p14:tracePt t="146391" x="5461000" y="3743325"/>
          <p14:tracePt t="146399" x="5451475" y="3743325"/>
          <p14:tracePt t="146408" x="5440363" y="3743325"/>
          <p14:tracePt t="146408" x="5437188" y="3743325"/>
          <p14:tracePt t="146416" x="5426075" y="3743325"/>
          <p14:tracePt t="146424" x="5414963" y="3743325"/>
          <p14:tracePt t="146433" x="5403850" y="3743325"/>
          <p14:tracePt t="146433" x="5400675" y="3743325"/>
          <p14:tracePt t="146441" x="5394325" y="3743325"/>
          <p14:tracePt t="146450" x="5383213" y="3743325"/>
          <p14:tracePt t="146458" x="5372100" y="3743325"/>
          <p14:tracePt t="146466" x="5365750" y="3743325"/>
          <p14:tracePt t="146474" x="5354638" y="3743325"/>
          <p14:tracePt t="146483" x="5343525" y="3743325"/>
          <p14:tracePt t="146491" x="5337175" y="3740150"/>
          <p14:tracePt t="146499" x="5322888" y="3740150"/>
          <p14:tracePt t="146508" x="5314950" y="3740150"/>
          <p14:tracePt t="146516" x="5300663" y="3740150"/>
          <p14:tracePt t="146524" x="5289550" y="3740150"/>
          <p14:tracePt t="146533" x="5280025" y="3740150"/>
          <p14:tracePt t="146541" x="5268913" y="3740150"/>
          <p14:tracePt t="146549" x="5257800" y="3740150"/>
          <p14:tracePt t="146558" x="5246688" y="3740150"/>
          <p14:tracePt t="146566" x="5237163" y="3740150"/>
          <p14:tracePt t="146574" x="5226050" y="3740150"/>
          <p14:tracePt t="146583" x="5218113" y="3740150"/>
          <p14:tracePt t="146591" x="5211763" y="3740150"/>
          <p14:tracePt t="146599" x="5208588" y="3740150"/>
          <p14:tracePt t="146608" x="5203825" y="3740150"/>
          <p14:tracePt t="146722" x="5208588" y="3740150"/>
          <p14:tracePt t="146728" x="5211763" y="3736975"/>
          <p14:tracePt t="146733" x="5214938" y="3736975"/>
          <p14:tracePt t="146736" x="5214938" y="3732213"/>
          <p14:tracePt t="146741" x="5222875" y="3732213"/>
          <p14:tracePt t="146750" x="5229225" y="3729038"/>
          <p14:tracePt t="146750" x="5229225" y="3725863"/>
          <p14:tracePt t="146758" x="5237163" y="3725863"/>
          <p14:tracePt t="146766" x="5243513" y="3717925"/>
          <p14:tracePt t="146775" x="5251450" y="3717925"/>
          <p14:tracePt t="146783" x="5254625" y="3714750"/>
          <p14:tracePt t="146791" x="5257800" y="3714750"/>
          <p14:tracePt t="146800" x="5260975" y="3711575"/>
          <p14:tracePt t="147312" x="5265738" y="3711575"/>
          <p14:tracePt t="147328" x="5268913" y="3711575"/>
          <p14:tracePt t="147341" x="5272088" y="3711575"/>
          <p14:tracePt t="147346" x="5275263" y="3711575"/>
          <p14:tracePt t="147352" x="5280025" y="3711575"/>
          <p14:tracePt t="147357" x="5283200" y="3711575"/>
          <p14:tracePt t="147361" x="5286375" y="3711575"/>
          <p14:tracePt t="147367" x="5289550" y="3711575"/>
          <p14:tracePt t="147375" x="5300663" y="3714750"/>
          <p14:tracePt t="147384" x="5314950" y="3714750"/>
          <p14:tracePt t="147392" x="5332413" y="3714750"/>
          <p14:tracePt t="147401" x="5351463" y="3714750"/>
          <p14:tracePt t="147409" x="5372100" y="3714750"/>
          <p14:tracePt t="147417" x="5400675" y="3714750"/>
          <p14:tracePt t="147426" x="5426075" y="3714750"/>
          <p14:tracePt t="147434" x="5457825" y="3714750"/>
          <p14:tracePt t="147442" x="5489575" y="3711575"/>
          <p14:tracePt t="147451" x="5518150" y="3711575"/>
          <p14:tracePt t="147459" x="5543550" y="3708400"/>
          <p14:tracePt t="147467" x="5572125" y="3708400"/>
          <p14:tracePt t="147476" x="5594350" y="3708400"/>
          <p14:tracePt t="147484" x="5614988" y="3708400"/>
          <p14:tracePt t="147492" x="5637213" y="3708400"/>
          <p14:tracePt t="147501" x="5651500" y="3708400"/>
          <p14:tracePt t="147509" x="5661025" y="3708400"/>
          <p14:tracePt t="147517" x="5672138" y="3703638"/>
          <p14:tracePt t="147526" x="5680075" y="3703638"/>
          <p14:tracePt t="147534" x="5683250" y="3703638"/>
          <p14:tracePt t="147551" x="5686425" y="3703638"/>
          <p14:tracePt t="147565" x="5689600" y="3703638"/>
          <p14:tracePt t="147589" x="5694363" y="3703638"/>
          <p14:tracePt t="147596" x="5697538" y="3703638"/>
          <p14:tracePt t="147603" x="5700713" y="3703638"/>
          <p14:tracePt t="147607" x="5703888" y="3703638"/>
          <p14:tracePt t="147611" x="5708650" y="3703638"/>
          <p14:tracePt t="147617" x="5711825" y="3703638"/>
          <p14:tracePt t="147626" x="5718175" y="3700463"/>
          <p14:tracePt t="147634" x="5729288" y="3700463"/>
          <p14:tracePt t="147643" x="5737225" y="3700463"/>
          <p14:tracePt t="147651" x="5751513" y="3700463"/>
          <p14:tracePt t="147659" x="5761038" y="3697288"/>
          <p14:tracePt t="147667" x="5772150" y="3697288"/>
          <p14:tracePt t="147676" x="5783263" y="3697288"/>
          <p14:tracePt t="147684" x="5797550" y="3694113"/>
          <p14:tracePt t="147693" x="5808663" y="3694113"/>
          <p14:tracePt t="147693" x="5811838" y="3694113"/>
          <p14:tracePt t="147701" x="5822950" y="3694113"/>
          <p14:tracePt t="147709" x="5832475" y="3694113"/>
          <p14:tracePt t="147710" x="5832475" y="3689350"/>
          <p14:tracePt t="147718" x="5843588" y="3689350"/>
          <p14:tracePt t="147726" x="5854700" y="3689350"/>
          <p14:tracePt t="147734" x="5865813" y="3689350"/>
          <p14:tracePt t="147743" x="5875338" y="3686175"/>
          <p14:tracePt t="147751" x="5886450" y="3686175"/>
          <p14:tracePt t="147759" x="5897563" y="3683000"/>
          <p14:tracePt t="147768" x="5908675" y="3683000"/>
          <p14:tracePt t="147776" x="5918200" y="3683000"/>
          <p14:tracePt t="147784" x="5929313" y="3679825"/>
          <p14:tracePt t="147793" x="5940425" y="3679825"/>
          <p14:tracePt t="147801" x="5951538" y="3679825"/>
          <p14:tracePt t="147809" x="5957888" y="3675063"/>
          <p14:tracePt t="147818" x="5969000" y="3675063"/>
          <p14:tracePt t="147826" x="5975350" y="3671888"/>
          <p14:tracePt t="147834" x="5983288" y="3671888"/>
          <p14:tracePt t="147843" x="5994400" y="3671888"/>
          <p14:tracePt t="147843" x="5994400" y="3668713"/>
          <p14:tracePt t="147851" x="5997575" y="3668713"/>
          <p14:tracePt t="147859" x="6003925" y="3668713"/>
          <p14:tracePt t="147868" x="6011863" y="3668713"/>
          <p14:tracePt t="147876" x="6015038" y="3665538"/>
          <p14:tracePt t="147884" x="6018213" y="3665538"/>
          <p14:tracePt t="147893" x="6022975" y="3665538"/>
          <p14:tracePt t="147901" x="6026150" y="3665538"/>
          <p14:tracePt t="147909" x="6029325" y="3665538"/>
          <p14:tracePt t="147918" x="6037263" y="3660775"/>
          <p14:tracePt t="147935" x="6043613" y="3660775"/>
          <p14:tracePt t="147951" x="6051550" y="3660775"/>
          <p14:tracePt t="147960" x="6054725" y="3660775"/>
          <p14:tracePt t="147968" x="6057900" y="3657600"/>
          <p14:tracePt t="147977" x="6065838" y="3657600"/>
          <p14:tracePt t="147985" x="6072188" y="3657600"/>
          <p14:tracePt t="147993" x="6075363" y="3657600"/>
          <p14:tracePt t="148001" x="6083300" y="3654425"/>
          <p14:tracePt t="148018" x="6086475" y="3654425"/>
          <p14:tracePt t="148026" x="6089650" y="3654425"/>
          <p14:tracePt t="148137" x="6086475" y="3654425"/>
          <p14:tracePt t="148143" x="6083300" y="3654425"/>
          <p14:tracePt t="148146" x="6080125" y="3654425"/>
          <p14:tracePt t="148151" x="6072188" y="3657600"/>
          <p14:tracePt t="148160" x="6057900" y="3660775"/>
          <p14:tracePt t="148168" x="6037263" y="3665538"/>
          <p14:tracePt t="148177" x="6015038" y="3668713"/>
          <p14:tracePt t="148185" x="5994400" y="3671888"/>
          <p14:tracePt t="148193" x="5961063" y="3675063"/>
          <p14:tracePt t="148202" x="5929313" y="3679825"/>
          <p14:tracePt t="148210" x="5900738" y="3683000"/>
          <p14:tracePt t="148218" x="5857875" y="3683000"/>
          <p14:tracePt t="148227" x="5826125" y="3683000"/>
          <p14:tracePt t="148227" x="5818188" y="3683000"/>
          <p14:tracePt t="148235" x="5789613" y="3686175"/>
          <p14:tracePt t="148243" x="5751513" y="3686175"/>
          <p14:tracePt t="148252" x="5718175" y="3686175"/>
          <p14:tracePt t="148260" x="5686425" y="3686175"/>
          <p14:tracePt t="148268" x="5643563" y="3689350"/>
          <p14:tracePt t="148277" x="5611813" y="3689350"/>
          <p14:tracePt t="148277" x="5608638" y="3689350"/>
          <p14:tracePt t="148285" x="5575300" y="3694113"/>
          <p14:tracePt t="148286" x="5572125" y="3694113"/>
          <p14:tracePt t="148286" x="5568950" y="3694113"/>
          <p14:tracePt t="148293" x="5540375" y="3694113"/>
          <p14:tracePt t="148302" x="5508625" y="3694113"/>
          <p14:tracePt t="148310" x="5483225" y="3697288"/>
          <p14:tracePt t="148318" x="5454650" y="3697288"/>
          <p14:tracePt t="148327" x="5429250" y="3697288"/>
          <p14:tracePt t="148327" x="5426075" y="3697288"/>
          <p14:tracePt t="148335" x="5403850" y="3697288"/>
          <p14:tracePt t="148343" x="5383213" y="3697288"/>
          <p14:tracePt t="148352" x="5360988" y="3700463"/>
          <p14:tracePt t="148353" x="5357813" y="3700463"/>
          <p14:tracePt t="148360" x="5343525" y="3700463"/>
          <p14:tracePt t="148368" x="5322888" y="3703638"/>
          <p14:tracePt t="148377" x="5303838" y="3708400"/>
          <p14:tracePt t="148377" x="5300663" y="3708400"/>
          <p14:tracePt t="148385" x="5286375" y="3708400"/>
          <p14:tracePt t="148394" x="5272088" y="3711575"/>
          <p14:tracePt t="148402" x="5260975" y="3714750"/>
          <p14:tracePt t="148410" x="5251450" y="3714750"/>
          <p14:tracePt t="148505" x="5251450" y="3717925"/>
          <p14:tracePt t="148507" x="5254625" y="3717925"/>
          <p14:tracePt t="148512" x="5257800" y="3717925"/>
          <p14:tracePt t="148519" x="5260975" y="3717925"/>
          <p14:tracePt t="148527" x="5275263" y="3717925"/>
          <p14:tracePt t="148535" x="5300663" y="3717925"/>
          <p14:tracePt t="148544" x="5329238" y="3717925"/>
          <p14:tracePt t="148544" x="5332413" y="3717925"/>
          <p14:tracePt t="148552" x="5365750" y="3717925"/>
          <p14:tracePt t="148553" x="5372100" y="3717925"/>
          <p14:tracePt t="148553" x="5375275" y="3717925"/>
          <p14:tracePt t="148560" x="5408613" y="3714750"/>
          <p14:tracePt t="148569" x="5451475" y="3714750"/>
          <p14:tracePt t="148577" x="5500688" y="3711575"/>
          <p14:tracePt t="148585" x="5554663" y="3711575"/>
          <p14:tracePt t="148594" x="5597525" y="3708400"/>
          <p14:tracePt t="148594" x="5603875" y="3708400"/>
          <p14:tracePt t="148602" x="5643563" y="3703638"/>
          <p14:tracePt t="148610" x="5686425" y="3700463"/>
          <p14:tracePt t="148619" x="5722938" y="3700463"/>
          <p14:tracePt t="148627" x="5746750" y="3697288"/>
          <p14:tracePt t="148628" x="5751513" y="3697288"/>
          <p14:tracePt t="148635" x="5765800" y="3697288"/>
          <p14:tracePt t="148644" x="5775325" y="3697288"/>
          <p14:tracePt t="148652" x="5780088" y="3697288"/>
          <p14:tracePt t="148660" x="5783263" y="3694113"/>
          <p14:tracePt t="149093" x="5786438" y="3694113"/>
          <p14:tracePt t="149100" x="5789613" y="3694113"/>
          <p14:tracePt t="149110" x="5794375" y="3694113"/>
          <p14:tracePt t="149123" x="5797550" y="3694113"/>
          <p14:tracePt t="149178" x="5800725" y="3694113"/>
          <p14:tracePt t="149199" x="5803900" y="3694113"/>
          <p14:tracePt t="149208" x="5808663" y="3694113"/>
          <p14:tracePt t="149213" x="5811838" y="3694113"/>
          <p14:tracePt t="149217" x="5815013" y="3694113"/>
          <p14:tracePt t="149223" x="5818188" y="3694113"/>
          <p14:tracePt t="149229" x="5822950" y="3694113"/>
          <p14:tracePt t="149236" x="5829300" y="3694113"/>
          <p14:tracePt t="149245" x="5837238" y="3694113"/>
          <p14:tracePt t="149253" x="5843588" y="3694113"/>
          <p14:tracePt t="149254" x="5846763" y="3694113"/>
          <p14:tracePt t="149261" x="5857875" y="3694113"/>
          <p14:tracePt t="149270" x="5875338" y="3694113"/>
          <p14:tracePt t="149278" x="5894388" y="3694113"/>
          <p14:tracePt t="149278" x="5897563" y="3694113"/>
          <p14:tracePt t="149286" x="5918200" y="3694113"/>
          <p14:tracePt t="149295" x="5943600" y="3694113"/>
          <p14:tracePt t="149303" x="5969000" y="3694113"/>
          <p14:tracePt t="149311" x="5997575" y="3694113"/>
          <p14:tracePt t="149320" x="6029325" y="3694113"/>
          <p14:tracePt t="149328" x="6065838" y="3694113"/>
          <p14:tracePt t="149329" x="6069013" y="3694113"/>
          <p14:tracePt t="149336" x="6108700" y="3694113"/>
          <p14:tracePt t="149345" x="6143625" y="3689350"/>
          <p14:tracePt t="149345" x="6146800" y="3689350"/>
          <p14:tracePt t="149353" x="6180138" y="3689350"/>
          <p14:tracePt t="149354" x="6186488" y="3689350"/>
          <p14:tracePt t="149361" x="6229350" y="3686175"/>
          <p14:tracePt t="149370" x="6269038" y="3683000"/>
          <p14:tracePt t="149378" x="6308725" y="3683000"/>
          <p14:tracePt t="149379" x="6311900" y="3683000"/>
          <p14:tracePt t="149386" x="6354763" y="3679825"/>
          <p14:tracePt t="149395" x="6394450" y="3675063"/>
          <p14:tracePt t="149403" x="6451600" y="3675063"/>
          <p14:tracePt t="149412" x="6500813" y="3671888"/>
          <p14:tracePt t="149420" x="6557963" y="3671888"/>
          <p14:tracePt t="149428" x="6623050" y="3668713"/>
          <p14:tracePt t="149437" x="6686550" y="3665538"/>
          <p14:tracePt t="149437" x="6694488" y="3665538"/>
          <p14:tracePt t="149445" x="6754813" y="3660775"/>
          <p14:tracePt t="149453" x="6832600" y="3657600"/>
          <p14:tracePt t="149462" x="6897688" y="3651250"/>
          <p14:tracePt t="149470" x="6972300" y="3646488"/>
          <p14:tracePt t="149470" x="6980238" y="3646488"/>
          <p14:tracePt t="149478" x="7051675" y="3640138"/>
          <p14:tracePt t="149487" x="7118350" y="3636963"/>
          <p14:tracePt t="149487" x="7126288" y="3636963"/>
          <p14:tracePt t="149495" x="7189788" y="3632200"/>
          <p14:tracePt t="149495" x="7197725" y="3629025"/>
          <p14:tracePt t="149503" x="7275513" y="3625850"/>
          <p14:tracePt t="149512" x="7351713" y="3617913"/>
          <p14:tracePt t="149520" x="7418388" y="3614738"/>
          <p14:tracePt t="149528" x="7497763" y="3611563"/>
          <p14:tracePt t="149537" x="7558088" y="3603625"/>
          <p14:tracePt t="149545" x="7618413" y="3600450"/>
          <p14:tracePt t="149546" x="7626350" y="3600450"/>
          <p14:tracePt t="149553" x="7686675" y="3600450"/>
          <p14:tracePt t="149562" x="7740650" y="3597275"/>
          <p14:tracePt t="149562" x="7747000" y="3597275"/>
          <p14:tracePt t="149570" x="7794625" y="3594100"/>
          <p14:tracePt t="149578" x="7847013" y="3589338"/>
          <p14:tracePt t="149587" x="7886700" y="3589338"/>
          <p14:tracePt t="149595" x="7926388" y="3586163"/>
          <p14:tracePt t="149603" x="7961313" y="3582988"/>
          <p14:tracePt t="149612" x="7986713" y="3579813"/>
          <p14:tracePt t="149620" x="8008938" y="3579813"/>
          <p14:tracePt t="149628" x="8029575" y="3579813"/>
          <p14:tracePt t="149637" x="8043863" y="3575050"/>
          <p14:tracePt t="149645" x="8054975" y="3575050"/>
          <p14:tracePt t="149654" x="8058150" y="3571875"/>
          <p14:tracePt t="149754" x="8061325" y="3571875"/>
          <p14:tracePt t="149779" x="8066088" y="3571875"/>
          <p14:tracePt t="149791" x="8069263" y="3571875"/>
          <p14:tracePt t="149800" x="8072438" y="3571875"/>
          <p14:tracePt t="149808" x="8075613" y="3571875"/>
          <p14:tracePt t="149814" x="8080375" y="3571875"/>
          <p14:tracePt t="149821" x="8083550" y="3571875"/>
          <p14:tracePt t="149824" x="8086725" y="3571875"/>
          <p14:tracePt t="149829" x="8089900" y="3571875"/>
          <p14:tracePt t="149837" x="8097838" y="3571875"/>
          <p14:tracePt t="149845" x="8115300" y="3571875"/>
          <p14:tracePt t="149854" x="8129588" y="3571875"/>
          <p14:tracePt t="149862" x="8147050" y="3575050"/>
          <p14:tracePt t="149870" x="8166100" y="3579813"/>
          <p14:tracePt t="149879" x="8175625" y="3579813"/>
          <p14:tracePt t="149887" x="8189913" y="3582988"/>
          <p14:tracePt t="149896" x="8197850" y="3582988"/>
          <p14:tracePt t="149917" x="8197850" y="3586163"/>
          <p14:tracePt t="149933" x="8194675" y="3586163"/>
          <p14:tracePt t="149935" x="8189913" y="3589338"/>
          <p14:tracePt t="149937" x="8186738" y="3589338"/>
          <p14:tracePt t="149946" x="8166100" y="3600450"/>
          <p14:tracePt t="149954" x="8132763" y="3608388"/>
          <p14:tracePt t="149962" x="8086725" y="3622675"/>
          <p14:tracePt t="149971" x="8032750" y="3636963"/>
          <p14:tracePt t="149971" x="8026400" y="3640138"/>
          <p14:tracePt t="149979" x="7975600" y="3651250"/>
          <p14:tracePt t="149980" x="7969250" y="3654425"/>
          <p14:tracePt t="149980" x="7961313" y="3654425"/>
          <p14:tracePt t="149987" x="7904163" y="3671888"/>
          <p14:tracePt t="149989" x="7894638" y="3671888"/>
          <p14:tracePt t="149996" x="7837488" y="3689350"/>
          <p14:tracePt t="150004" x="7772400" y="3708400"/>
          <p14:tracePt t="150012" x="7686675" y="3729038"/>
          <p14:tracePt t="150021" x="7623175" y="3743325"/>
          <p14:tracePt t="150029" x="7551738" y="3757613"/>
          <p14:tracePt t="150037" x="7480300" y="3765550"/>
          <p14:tracePt t="150046" x="7412038" y="3768725"/>
          <p14:tracePt t="150054" x="7361238" y="3768725"/>
          <p14:tracePt t="150062" x="7312025" y="3768725"/>
          <p14:tracePt t="150071" x="7280275" y="3768725"/>
          <p14:tracePt t="150079" x="7254875" y="3768725"/>
          <p14:tracePt t="150088" x="7237413" y="3768725"/>
          <p14:tracePt t="150096" x="7229475" y="3768725"/>
          <p14:tracePt t="150150" x="7226300" y="3768725"/>
          <p14:tracePt t="150162" x="7223125" y="3768725"/>
          <p14:tracePt t="150166" x="7223125" y="3771900"/>
          <p14:tracePt t="150183" x="7218363" y="3771900"/>
          <p14:tracePt t="150194" x="7218363" y="3775075"/>
          <p14:tracePt t="150202" x="7215188" y="3775075"/>
          <p14:tracePt t="150353" x="7212013" y="3775075"/>
          <p14:tracePt t="150617" x="7215188" y="3775075"/>
          <p14:tracePt t="150620" x="7218363" y="3775075"/>
          <p14:tracePt t="150621" x="7223125" y="3775075"/>
          <p14:tracePt t="150630" x="7246938" y="3775075"/>
          <p14:tracePt t="150638" x="7286625" y="3775075"/>
          <p14:tracePt t="150646" x="7351713" y="3775075"/>
          <p14:tracePt t="150655" x="7412038" y="3775075"/>
          <p14:tracePt t="150663" x="7494588" y="3775075"/>
          <p14:tracePt t="150672" x="7580313" y="3775075"/>
          <p14:tracePt t="150680" x="7661275" y="3771900"/>
          <p14:tracePt t="150688" x="7772400" y="3768725"/>
          <p14:tracePt t="150697" x="7861300" y="3768725"/>
          <p14:tracePt t="150705" x="7969250" y="3765550"/>
          <p14:tracePt t="150705" x="7980363" y="3765550"/>
          <p14:tracePt t="150713" x="8066088" y="3760788"/>
          <p14:tracePt t="150722" x="8158163" y="3760788"/>
          <p14:tracePt t="150730" x="8232775" y="3757613"/>
          <p14:tracePt t="150738" x="8312150" y="3757613"/>
          <p14:tracePt t="150747" x="8358188" y="3757613"/>
          <p14:tracePt t="150747" x="8361363" y="3757613"/>
          <p14:tracePt t="150755" x="8389938" y="3757613"/>
          <p14:tracePt t="150756" x="8394700" y="3757613"/>
          <p14:tracePt t="150763" x="8412163" y="3757613"/>
          <p14:tracePt t="150809" x="8408988" y="3757613"/>
          <p14:tracePt t="150811" x="8404225" y="3757613"/>
          <p14:tracePt t="150814" x="8401050" y="3757613"/>
          <p14:tracePt t="150822" x="8386763" y="3757613"/>
          <p14:tracePt t="150830" x="8358188" y="3757613"/>
          <p14:tracePt t="150838" x="8318500" y="3765550"/>
          <p14:tracePt t="150847" x="8275638" y="3768725"/>
          <p14:tracePt t="150855" x="8229600" y="3775075"/>
          <p14:tracePt t="150863" x="8161338" y="3783013"/>
          <p14:tracePt t="150872" x="8104188" y="3794125"/>
          <p14:tracePt t="150880" x="8037513" y="3797300"/>
          <p14:tracePt t="150888" x="7937500" y="3808413"/>
          <p14:tracePt t="150897" x="7858125" y="3814763"/>
          <p14:tracePt t="150905" x="7747000" y="3822700"/>
          <p14:tracePt t="150913" x="7661275" y="3825875"/>
          <p14:tracePt t="150922" x="7558088" y="3829050"/>
          <p14:tracePt t="150930" x="7451725" y="3829050"/>
          <p14:tracePt t="150931" x="7443788" y="3832225"/>
          <p14:tracePt t="150938" x="7361238" y="3832225"/>
          <p14:tracePt t="150947" x="7272338" y="3832225"/>
          <p14:tracePt t="150955" x="7180263" y="3832225"/>
          <p14:tracePt t="150964" x="7112000" y="3832225"/>
          <p14:tracePt t="150972" x="7046913" y="3832225"/>
          <p14:tracePt t="150973" x="7040563" y="3832225"/>
          <p14:tracePt t="150973" x="7032625" y="3832225"/>
          <p14:tracePt t="150980" x="6994525" y="3829050"/>
          <p14:tracePt t="150989" x="6969125" y="3829050"/>
          <p14:tracePt t="150997" x="6954838" y="3829050"/>
          <p14:tracePt t="151023" x="6958013" y="3829050"/>
          <p14:tracePt t="151026" x="6961188" y="3829050"/>
          <p14:tracePt t="151030" x="6965950" y="3829050"/>
          <p14:tracePt t="151039" x="6989763" y="3829050"/>
          <p14:tracePt t="151047" x="7023100" y="3829050"/>
          <p14:tracePt t="151048" x="7026275" y="3829050"/>
          <p14:tracePt t="151055" x="7065963" y="3829050"/>
          <p14:tracePt t="151064" x="7108825" y="3825875"/>
          <p14:tracePt t="151072" x="7169150" y="3822700"/>
          <p14:tracePt t="151080" x="7229475" y="3822700"/>
          <p14:tracePt t="151089" x="7297738" y="3814763"/>
          <p14:tracePt t="151089" x="7304088" y="3814763"/>
          <p14:tracePt t="151097" x="7372350" y="3814763"/>
          <p14:tracePt t="151105" x="7461250" y="3811588"/>
          <p14:tracePt t="151114" x="7540625" y="3808413"/>
          <p14:tracePt t="151122" x="7626350" y="3803650"/>
          <p14:tracePt t="151130" x="7726363" y="3800475"/>
          <p14:tracePt t="151139" x="7818438" y="3797300"/>
          <p14:tracePt t="151139" x="7829550" y="3797300"/>
          <p14:tracePt t="151147" x="7900988" y="3794125"/>
          <p14:tracePt t="151155" x="7994650" y="3794125"/>
          <p14:tracePt t="151164" x="8072438" y="3789363"/>
          <p14:tracePt t="151172" x="8140700" y="3786188"/>
          <p14:tracePt t="151180" x="8189913" y="3786188"/>
          <p14:tracePt t="151189" x="8212138" y="3786188"/>
          <p14:tracePt t="151189" x="8215313" y="3786188"/>
          <p14:tracePt t="151197" x="8218488" y="3786188"/>
          <p14:tracePt t="151220" x="8215313" y="3786188"/>
          <p14:tracePt t="151223" x="8212138" y="3786188"/>
          <p14:tracePt t="151231" x="8189913" y="3786188"/>
          <p14:tracePt t="151239" x="8154988" y="3786188"/>
          <p14:tracePt t="151247" x="8086725" y="3794125"/>
          <p14:tracePt t="151256" x="8008938" y="3800475"/>
          <p14:tracePt t="151264" x="7923213" y="3808413"/>
          <p14:tracePt t="151265" x="7912100" y="3811588"/>
          <p14:tracePt t="151272" x="7815263" y="3817938"/>
          <p14:tracePt t="151281" x="7694613" y="3825875"/>
          <p14:tracePt t="151289" x="7572375" y="3829050"/>
          <p14:tracePt t="151297" x="7412038" y="3832225"/>
          <p14:tracePt t="151306" x="7251700" y="3840163"/>
          <p14:tracePt t="151314" x="7104063" y="3840163"/>
          <p14:tracePt t="151315" x="7072313" y="3843338"/>
          <p14:tracePt t="151322" x="6918325" y="3843338"/>
          <p14:tracePt t="151331" x="6754813" y="3846513"/>
          <p14:tracePt t="151339" x="6608763" y="3851275"/>
          <p14:tracePt t="151340" x="6589713" y="3851275"/>
          <p14:tracePt t="151347" x="6451600" y="3854450"/>
          <p14:tracePt t="151356" x="6311900" y="3857625"/>
          <p14:tracePt t="151364" x="6189663" y="3860800"/>
          <p14:tracePt t="151372" x="6072188" y="3860800"/>
          <p14:tracePt t="151381" x="5980113" y="3865563"/>
          <p14:tracePt t="151389" x="5903913" y="3868738"/>
          <p14:tracePt t="151390" x="5894388" y="3868738"/>
          <p14:tracePt t="151397" x="5837238" y="3868738"/>
          <p14:tracePt t="151406" x="5800725" y="3871913"/>
          <p14:tracePt t="151406" x="5797550" y="3871913"/>
          <p14:tracePt t="151414" x="5772150" y="3875088"/>
          <p14:tracePt t="151423" x="5765800" y="3879850"/>
          <p14:tracePt t="152222" x="5768975" y="3879850"/>
          <p14:tracePt t="152223" x="5772150" y="3879850"/>
          <p14:tracePt t="152224" x="5772150" y="3875088"/>
          <p14:tracePt t="152232" x="5797550" y="3868738"/>
          <p14:tracePt t="152240" x="5846763" y="3846513"/>
          <p14:tracePt t="152249" x="5900738" y="3822700"/>
          <p14:tracePt t="152257" x="5969000" y="3797300"/>
          <p14:tracePt t="152265" x="6057900" y="3760788"/>
          <p14:tracePt t="152274" x="6137275" y="3732213"/>
          <p14:tracePt t="152274" x="6140450" y="3732213"/>
          <p14:tracePt t="152282" x="6215063" y="3708400"/>
          <p14:tracePt t="152283" x="6226175" y="3703638"/>
          <p14:tracePt t="152290" x="6311900" y="3679825"/>
          <p14:tracePt t="152299" x="6403975" y="3657600"/>
          <p14:tracePt t="152299" x="6415088" y="3654425"/>
          <p14:tracePt t="152307" x="6500813" y="3636963"/>
          <p14:tracePt t="152315" x="6600825" y="3617913"/>
          <p14:tracePt t="152324" x="6708775" y="3603625"/>
          <p14:tracePt t="152332" x="6794500" y="3597275"/>
          <p14:tracePt t="152340" x="6897688" y="3589338"/>
          <p14:tracePt t="152349" x="6969125" y="3589338"/>
          <p14:tracePt t="152357" x="7032625" y="3589338"/>
          <p14:tracePt t="152365" x="7097713" y="3589338"/>
          <p14:tracePt t="152374" x="7140575" y="3589338"/>
          <p14:tracePt t="152382" x="7169150" y="3589338"/>
          <p14:tracePt t="152390" x="7189788" y="3589338"/>
          <p14:tracePt t="152399" x="7194550" y="3589338"/>
          <p14:tracePt t="152573" x="7197725" y="3589338"/>
          <p14:tracePt t="152576" x="7200900" y="3589338"/>
          <p14:tracePt t="152579" x="7204075" y="3589338"/>
          <p14:tracePt t="152582" x="7208838" y="3589338"/>
          <p14:tracePt t="152591" x="7218363" y="3589338"/>
          <p14:tracePt t="152599" x="7237413" y="3594100"/>
          <p14:tracePt t="152607" x="7254875" y="3594100"/>
          <p14:tracePt t="152616" x="7275513" y="3594100"/>
          <p14:tracePt t="152624" x="7300913" y="3594100"/>
          <p14:tracePt t="152625" x="7304088" y="3594100"/>
          <p14:tracePt t="152632" x="7332663" y="3597275"/>
          <p14:tracePt t="152641" x="7361238" y="3597275"/>
          <p14:tracePt t="152641" x="7366000" y="3600450"/>
          <p14:tracePt t="152649" x="7397750" y="3603625"/>
          <p14:tracePt t="152657" x="7437438" y="3608388"/>
          <p14:tracePt t="152666" x="7469188" y="3611563"/>
          <p14:tracePt t="152667" x="7475538" y="3611563"/>
          <p14:tracePt t="152674" x="7504113" y="3614738"/>
          <p14:tracePt t="152683" x="7532688" y="3617913"/>
          <p14:tracePt t="152691" x="7558088" y="3617913"/>
          <p14:tracePt t="152699" x="7572375" y="3622675"/>
          <p14:tracePt t="152708" x="7580313" y="3622675"/>
          <p14:tracePt t="152762" x="7575550" y="3622675"/>
          <p14:tracePt t="152767" x="7572375" y="3622675"/>
          <p14:tracePt t="152770" x="7569200" y="3622675"/>
          <p14:tracePt t="152774" x="7566025" y="3622675"/>
          <p14:tracePt t="152783" x="7551738" y="3622675"/>
          <p14:tracePt t="152791" x="7540625" y="3622675"/>
          <p14:tracePt t="152799" x="7526338" y="3622675"/>
          <p14:tracePt t="152808" x="7515225" y="3622675"/>
          <p14:tracePt t="152816" x="7500938" y="3622675"/>
          <p14:tracePt t="152824" x="7486650" y="3622675"/>
          <p14:tracePt t="152833" x="7469188" y="3622675"/>
          <p14:tracePt t="152841" x="7451725" y="3617913"/>
          <p14:tracePt t="152849" x="7429500" y="3614738"/>
          <p14:tracePt t="152858" x="7408863" y="3611563"/>
          <p14:tracePt t="152866" x="7386638" y="3603625"/>
          <p14:tracePt t="152874" x="7358063" y="3597275"/>
          <p14:tracePt t="152883" x="7340600" y="3594100"/>
          <p14:tracePt t="152891" x="7323138" y="3586163"/>
          <p14:tracePt t="152892" x="7318375" y="3586163"/>
          <p14:tracePt t="152900" x="7304088" y="3582988"/>
          <p14:tracePt t="152908" x="7289800" y="3579813"/>
          <p14:tracePt t="152916" x="7280275" y="3575050"/>
          <p14:tracePt t="152925" x="7269163" y="3571875"/>
          <p14:tracePt t="152933" x="7261225" y="3571875"/>
          <p14:tracePt t="152941" x="7258050" y="3568700"/>
          <p14:tracePt t="153192" x="7254875" y="3568700"/>
          <p14:tracePt t="153203" x="7251700" y="3568700"/>
          <p14:tracePt t="153220" x="7251700" y="3565525"/>
          <p14:tracePt t="153231" x="7246938" y="3565525"/>
          <p14:tracePt t="153238" x="7243763" y="3565525"/>
          <p14:tracePt t="153241" x="7243763" y="3560763"/>
          <p14:tracePt t="153250" x="7240588" y="3560763"/>
          <p14:tracePt t="153258" x="7232650" y="3560763"/>
          <p14:tracePt t="153267" x="7229475" y="3557588"/>
          <p14:tracePt t="153283" x="7226300" y="3554413"/>
          <p14:tracePt t="153292" x="7218363" y="3554413"/>
          <p14:tracePt t="153300" x="7215188" y="3551238"/>
          <p14:tracePt t="153308" x="7204075" y="3546475"/>
          <p14:tracePt t="153317" x="7189788" y="3543300"/>
          <p14:tracePt t="153325" x="7180263" y="3540125"/>
          <p14:tracePt t="153326" x="7175500" y="3540125"/>
          <p14:tracePt t="153333" x="7158038" y="3536950"/>
          <p14:tracePt t="153342" x="7140575" y="3529013"/>
          <p14:tracePt t="153350" x="7118350" y="3525838"/>
          <p14:tracePt t="153351" x="7115175" y="3525838"/>
          <p14:tracePt t="153358" x="7086600" y="3522663"/>
          <p14:tracePt t="153367" x="7058025" y="3517900"/>
          <p14:tracePt t="153375" x="7026275" y="3514725"/>
          <p14:tracePt t="153376" x="7023100" y="3511550"/>
          <p14:tracePt t="153383" x="6986588" y="3508375"/>
          <p14:tracePt t="153392" x="6951663" y="3508375"/>
          <p14:tracePt t="153400" x="6915150" y="3503613"/>
          <p14:tracePt t="153408" x="6872288" y="3500438"/>
          <p14:tracePt t="153417" x="6829425" y="3500438"/>
          <p14:tracePt t="153425" x="6786563" y="3497263"/>
          <p14:tracePt t="153433" x="6751638" y="3497263"/>
          <p14:tracePt t="153442" x="6708775" y="3497263"/>
          <p14:tracePt t="153450" x="6669088" y="3497263"/>
          <p14:tracePt t="153459" x="6632575" y="3497263"/>
          <p14:tracePt t="153467" x="6600825" y="3497263"/>
          <p14:tracePt t="153467" x="6597650" y="3497263"/>
          <p14:tracePt t="153475" x="6569075" y="3497263"/>
          <p14:tracePt t="153484" x="6543675" y="3497263"/>
          <p14:tracePt t="153484" x="6540500" y="3497263"/>
          <p14:tracePt t="153492" x="6518275" y="3497263"/>
          <p14:tracePt t="153493" x="6515100" y="3497263"/>
          <p14:tracePt t="153500" x="6494463" y="3497263"/>
          <p14:tracePt t="153509" x="6475413" y="3497263"/>
          <p14:tracePt t="153517" x="6454775" y="3497263"/>
          <p14:tracePt t="153525" x="6432550" y="3497263"/>
          <p14:tracePt t="153534" x="6411913" y="3497263"/>
          <p14:tracePt t="153542" x="6386513" y="3497263"/>
          <p14:tracePt t="153550" x="6361113" y="3497263"/>
          <p14:tracePt t="153559" x="6337300" y="3500438"/>
          <p14:tracePt t="153559" x="6332538" y="3500438"/>
          <p14:tracePt t="153567" x="6311900" y="3500438"/>
          <p14:tracePt t="153575" x="6286500" y="3503613"/>
          <p14:tracePt t="153584" x="6265863" y="3503613"/>
          <p14:tracePt t="153592" x="6243638" y="3508375"/>
          <p14:tracePt t="153600" x="6223000" y="3508375"/>
          <p14:tracePt t="153609" x="6208713" y="3508375"/>
          <p14:tracePt t="153617" x="6197600" y="3508375"/>
          <p14:tracePt t="153625" x="6186488" y="3511550"/>
          <p14:tracePt t="153634" x="6180138" y="3511550"/>
          <p14:tracePt t="153642" x="6175375" y="3511550"/>
          <p14:tracePt t="153650" x="6172200" y="3511550"/>
          <p14:tracePt t="153659" x="6169025" y="3511550"/>
          <p14:tracePt t="153676" x="6165850" y="3511550"/>
          <p14:tracePt t="153684" x="6161088" y="3511550"/>
          <p14:tracePt t="153700" x="6157913" y="3511550"/>
          <p14:tracePt t="153717" x="6154738" y="3511550"/>
          <p14:tracePt t="153841" x="6157913" y="3511550"/>
          <p14:tracePt t="153845" x="6161088" y="3511550"/>
          <p14:tracePt t="153851" x="6169025" y="3511550"/>
          <p14:tracePt t="153859" x="6183313" y="3508375"/>
          <p14:tracePt t="153867" x="6211888" y="3500438"/>
          <p14:tracePt t="153876" x="6240463" y="3494088"/>
          <p14:tracePt t="153876" x="6243638" y="3494088"/>
          <p14:tracePt t="153884" x="6272213" y="3489325"/>
          <p14:tracePt t="153885" x="6275388" y="3489325"/>
          <p14:tracePt t="153892" x="6311900" y="3482975"/>
          <p14:tracePt t="153901" x="6346825" y="3475038"/>
          <p14:tracePt t="153909" x="6386513" y="3468688"/>
          <p14:tracePt t="153910" x="6394450" y="3468688"/>
          <p14:tracePt t="153917" x="6429375" y="3465513"/>
          <p14:tracePt t="153926" x="6475413" y="3460750"/>
          <p14:tracePt t="153934" x="6529388" y="3457575"/>
          <p14:tracePt t="153943" x="6575425" y="3457575"/>
          <p14:tracePt t="153951" x="6626225" y="3454400"/>
          <p14:tracePt t="153959" x="6697663" y="3454400"/>
          <p14:tracePt t="153968" x="6754813" y="3454400"/>
          <p14:tracePt t="153976" x="6823075" y="3454400"/>
          <p14:tracePt t="153984" x="6886575" y="3454400"/>
          <p14:tracePt t="153993" x="6954838" y="3454400"/>
          <p14:tracePt t="153993" x="6961188" y="3454400"/>
          <p14:tracePt t="154001" x="7015163" y="3454400"/>
          <p14:tracePt t="154009" x="7075488" y="3454400"/>
          <p14:tracePt t="154018" x="7129463" y="3454400"/>
          <p14:tracePt t="154026" x="7180263" y="3454400"/>
          <p14:tracePt t="154027" x="7183438" y="3454400"/>
          <p14:tracePt t="154034" x="7223125" y="3454400"/>
          <p14:tracePt t="154043" x="7258050" y="3454400"/>
          <p14:tracePt t="154043" x="7261225" y="3454400"/>
          <p14:tracePt t="154051" x="7286625" y="3454400"/>
          <p14:tracePt t="154059" x="7315200" y="3454400"/>
          <p14:tracePt t="154068" x="7329488" y="3454400"/>
          <p14:tracePt t="154076" x="7343775" y="3454400"/>
          <p14:tracePt t="154084" x="7354888" y="3454400"/>
          <p14:tracePt t="154093" x="7361238" y="3454400"/>
          <p14:tracePt t="154101" x="7369175" y="3454400"/>
          <p14:tracePt t="154109" x="7375525" y="3454400"/>
          <p14:tracePt t="154118" x="7383463" y="3457575"/>
          <p14:tracePt t="154126" x="7386638" y="3457575"/>
          <p14:tracePt t="154134" x="7394575" y="3457575"/>
          <p14:tracePt t="154309" x="7394575" y="3460750"/>
          <p14:tracePt t="154311" x="7397750" y="3465513"/>
          <p14:tracePt t="154318" x="7400925" y="3471863"/>
          <p14:tracePt t="154326" x="7408863" y="3494088"/>
          <p14:tracePt t="154335" x="7415213" y="3514725"/>
          <p14:tracePt t="154343" x="7423150" y="3532188"/>
          <p14:tracePt t="154344" x="7423150" y="3536950"/>
          <p14:tracePt t="154351" x="7429500" y="3554413"/>
          <p14:tracePt t="154360" x="7432675" y="3575050"/>
          <p14:tracePt t="154368" x="7437438" y="3594100"/>
          <p14:tracePt t="154376" x="7437438" y="3614738"/>
          <p14:tracePt t="154385" x="7437438" y="3629025"/>
          <p14:tracePt t="154393" x="7437438" y="3646488"/>
          <p14:tracePt t="154401" x="7429500" y="3660775"/>
          <p14:tracePt t="154410" x="7426325" y="3679825"/>
          <p14:tracePt t="154418" x="7423150" y="3694113"/>
          <p14:tracePt t="154426" x="7418388" y="3703638"/>
          <p14:tracePt t="154435" x="7415213" y="3714750"/>
          <p14:tracePt t="154443" x="7412038" y="3725863"/>
          <p14:tracePt t="154452" x="7408863" y="3732213"/>
          <p14:tracePt t="154460" x="7408863" y="3736975"/>
          <p14:tracePt t="154477" x="7408863" y="3740150"/>
          <p14:tracePt t="154485" x="7404100" y="3740150"/>
          <p14:tracePt t="154493" x="7404100" y="3743325"/>
          <p14:tracePt t="154513" x="7404100" y="3746500"/>
          <p14:tracePt t="154518" x="7400925" y="3746500"/>
          <p14:tracePt t="154527" x="7400925" y="3751263"/>
          <p14:tracePt t="154535" x="7397750" y="3751263"/>
          <p14:tracePt t="154543" x="7394575" y="3754438"/>
          <p14:tracePt t="154552" x="7386638" y="3757613"/>
          <p14:tracePt t="154560" x="7383463" y="3760788"/>
          <p14:tracePt t="154568" x="7375525" y="3760788"/>
          <p14:tracePt t="154577" x="7372350" y="3765550"/>
          <p14:tracePt t="154585" x="7366000" y="3765550"/>
          <p14:tracePt t="154593" x="7361238" y="3765550"/>
          <p14:tracePt t="154602" x="7361238" y="3768725"/>
          <p14:tracePt t="154610" x="7358063" y="3768725"/>
          <p14:tracePt t="154657" x="7354888" y="3768725"/>
          <p14:tracePt t="154667" x="7351713" y="3768725"/>
          <p14:tracePt t="154674" x="7346950" y="3768725"/>
          <p14:tracePt t="154685" x="7343775" y="3768725"/>
          <p14:tracePt t="154702" x="7340600" y="3768725"/>
          <p14:tracePt t="154785" x="7337425" y="3768725"/>
          <p14:tracePt t="154794" x="7332663" y="3768725"/>
          <p14:tracePt t="154803" x="7329488" y="3768725"/>
          <p14:tracePt t="154809" x="7326313" y="3768725"/>
          <p14:tracePt t="154816" x="7323138" y="3768725"/>
          <p14:tracePt t="154821" x="7318375" y="3768725"/>
          <p14:tracePt t="154827" x="7315200" y="3768725"/>
          <p14:tracePt t="154835" x="7308850" y="3768725"/>
          <p14:tracePt t="154844" x="7300913" y="3768725"/>
          <p14:tracePt t="154844" x="7297738" y="3768725"/>
          <p14:tracePt t="154852" x="7286625" y="3768725"/>
          <p14:tracePt t="154860" x="7269163" y="3768725"/>
          <p14:tracePt t="154869" x="7251700" y="3768725"/>
          <p14:tracePt t="154877" x="7229475" y="3771900"/>
          <p14:tracePt t="154878" x="7226300" y="3771900"/>
          <p14:tracePt t="154885" x="7197725" y="3771900"/>
          <p14:tracePt t="154894" x="7165975" y="3771900"/>
          <p14:tracePt t="154902" x="7126288" y="3771900"/>
          <p14:tracePt t="154903" x="7118350" y="3771900"/>
          <p14:tracePt t="154910" x="7072313" y="3771900"/>
          <p14:tracePt t="154919" x="7023100" y="3771900"/>
          <p14:tracePt t="154927" x="6958013" y="3771900"/>
          <p14:tracePt t="154935" x="6900863" y="3771900"/>
          <p14:tracePt t="154944" x="6846888" y="3771900"/>
          <p14:tracePt t="154952" x="6780213" y="3771900"/>
          <p14:tracePt t="154961" x="6711950" y="3771900"/>
          <p14:tracePt t="154969" x="6651625" y="3771900"/>
          <p14:tracePt t="154977" x="6583363" y="3768725"/>
          <p14:tracePt t="154986" x="6518275" y="3760788"/>
          <p14:tracePt t="154994" x="6461125" y="3754438"/>
          <p14:tracePt t="155002" x="6400800" y="3746500"/>
          <p14:tracePt t="155011" x="6354763" y="3740150"/>
          <p14:tracePt t="155019" x="6318250" y="3729038"/>
          <p14:tracePt t="155027" x="6280150" y="3722688"/>
          <p14:tracePt t="155036" x="6251575" y="3711575"/>
          <p14:tracePt t="155044" x="6226175" y="3700463"/>
          <p14:tracePt t="155052" x="6203950" y="3689350"/>
          <p14:tracePt t="155061" x="6189663" y="3683000"/>
          <p14:tracePt t="155061" x="6189663" y="3679825"/>
          <p14:tracePt t="155069" x="6180138" y="3675063"/>
          <p14:tracePt t="155077" x="6169025" y="3665538"/>
          <p14:tracePt t="155086" x="6161088" y="3660775"/>
          <p14:tracePt t="155094" x="6157913" y="3657600"/>
          <p14:tracePt t="155102" x="6154738" y="3654425"/>
          <p14:tracePt t="155111" x="6151563" y="3654425"/>
          <p14:tracePt t="155119" x="6151563" y="3651250"/>
          <p14:tracePt t="155127" x="6146800" y="3651250"/>
          <p14:tracePt t="155136" x="6146800" y="3646488"/>
          <p14:tracePt t="155168" x="6146800" y="3643313"/>
          <p14:tracePt t="155171" x="6143625" y="3643313"/>
          <p14:tracePt t="155180" x="6143625" y="3640138"/>
          <p14:tracePt t="155186" x="6140450" y="3640138"/>
          <p14:tracePt t="155211" x="6140450" y="3636963"/>
          <p14:tracePt t="155223" x="6140450" y="3632200"/>
          <p14:tracePt t="155231" x="6140450" y="3629025"/>
          <p14:tracePt t="155236" x="6140450" y="3625850"/>
          <p14:tracePt t="155241" x="6143625" y="3622675"/>
          <p14:tracePt t="155246" x="6143625" y="3617913"/>
          <p14:tracePt t="155253" x="6146800" y="3614738"/>
          <p14:tracePt t="155261" x="6157913" y="3603625"/>
          <p14:tracePt t="155269" x="6172200" y="3594100"/>
          <p14:tracePt t="155278" x="6186488" y="3582988"/>
          <p14:tracePt t="155278" x="6189663" y="3579813"/>
          <p14:tracePt t="155286" x="6203950" y="3568700"/>
          <p14:tracePt t="155294" x="6229350" y="3554413"/>
          <p14:tracePt t="155303" x="6254750" y="3540125"/>
          <p14:tracePt t="155311" x="6275388" y="3529013"/>
          <p14:tracePt t="155319" x="6308725" y="3514725"/>
          <p14:tracePt t="155328" x="6332538" y="3503613"/>
          <p14:tracePt t="155328" x="6337300" y="3500438"/>
          <p14:tracePt t="155336" x="6354763" y="3494088"/>
          <p14:tracePt t="155336" x="6357938" y="3494088"/>
          <p14:tracePt t="155344" x="6380163" y="3486150"/>
          <p14:tracePt t="155353" x="6397625" y="3479800"/>
          <p14:tracePt t="155361" x="6418263" y="3471863"/>
          <p14:tracePt t="155362" x="6423025" y="3468688"/>
          <p14:tracePt t="155369" x="6440488" y="3465513"/>
          <p14:tracePt t="155378" x="6454775" y="3460750"/>
          <p14:tracePt t="155386" x="6465888" y="3457575"/>
          <p14:tracePt t="155394" x="6475413" y="3454400"/>
          <p14:tracePt t="155403" x="6480175" y="3454400"/>
          <p14:tracePt t="155411" x="6483350" y="3454400"/>
          <p14:tracePt t="155555" x="6486525" y="3454400"/>
          <p14:tracePt t="155562" x="6489700" y="3454400"/>
          <p14:tracePt t="155570" x="6494463" y="3454400"/>
          <p14:tracePt t="155578" x="6503988" y="3454400"/>
          <p14:tracePt t="155586" x="6518275" y="3454400"/>
          <p14:tracePt t="155595" x="6532563" y="3457575"/>
          <p14:tracePt t="155595" x="6537325" y="3457575"/>
          <p14:tracePt t="155603" x="6551613" y="3457575"/>
          <p14:tracePt t="155604" x="6554788" y="3457575"/>
          <p14:tracePt t="155611" x="6572250" y="3460750"/>
          <p14:tracePt t="155620" x="6597650" y="3460750"/>
          <p14:tracePt t="155628" x="6626225" y="3460750"/>
          <p14:tracePt t="155636" x="6651625" y="3460750"/>
          <p14:tracePt t="155645" x="6672263" y="3460750"/>
          <p14:tracePt t="155645" x="6675438" y="3460750"/>
          <p14:tracePt t="155653" x="6694488" y="3460750"/>
          <p14:tracePt t="155661" x="6711950" y="3465513"/>
          <p14:tracePt t="155670" x="6726238" y="3465513"/>
          <p14:tracePt t="155678" x="6737350" y="3468688"/>
          <p14:tracePt t="155686" x="6746875" y="3471863"/>
          <p14:tracePt t="155695" x="6751638" y="3471863"/>
          <p14:tracePt t="155753" x="6751638" y="3475038"/>
          <p14:tracePt t="155754" x="6746875" y="3475038"/>
          <p14:tracePt t="155762" x="6743700" y="3479800"/>
          <p14:tracePt t="155770" x="6732588" y="3479800"/>
          <p14:tracePt t="155778" x="6715125" y="3486150"/>
          <p14:tracePt t="155787" x="6697663" y="3489325"/>
          <p14:tracePt t="155795" x="6672263" y="3497263"/>
          <p14:tracePt t="155795" x="6669088" y="3500438"/>
          <p14:tracePt t="155803" x="6640513" y="3503613"/>
          <p14:tracePt t="155812" x="6611938" y="3511550"/>
          <p14:tracePt t="155812" x="6608763" y="3511550"/>
          <p14:tracePt t="155820" x="6580188" y="3517900"/>
          <p14:tracePt t="155828" x="6540500" y="3525838"/>
          <p14:tracePt t="155837" x="6508750" y="3532188"/>
          <p14:tracePt t="155845" x="6475413" y="3540125"/>
          <p14:tracePt t="155853" x="6443663" y="3546475"/>
          <p14:tracePt t="155862" x="6426200" y="3551238"/>
          <p14:tracePt t="155862" x="6423025" y="3551238"/>
          <p14:tracePt t="155870" x="6411913" y="3554413"/>
          <p14:tracePt t="155878" x="6403975" y="3557588"/>
          <p14:tracePt t="155909" x="6403975" y="3560763"/>
          <p14:tracePt t="155914" x="6408738" y="3565525"/>
          <p14:tracePt t="155916" x="6411913" y="3565525"/>
          <p14:tracePt t="155920" x="6411913" y="3568700"/>
          <p14:tracePt t="155928" x="6429375" y="3579813"/>
          <p14:tracePt t="155937" x="6451600" y="3589338"/>
          <p14:tracePt t="155945" x="6480175" y="3600450"/>
          <p14:tracePt t="155954" x="6508750" y="3603625"/>
          <p14:tracePt t="155962" x="6540500" y="3608388"/>
          <p14:tracePt t="155962" x="6543675" y="3608388"/>
          <p14:tracePt t="155970" x="6583363" y="3608388"/>
          <p14:tracePt t="155979" x="6629400" y="3608388"/>
          <p14:tracePt t="155987" x="6672263" y="3608388"/>
          <p14:tracePt t="155995" x="6732588" y="3600450"/>
          <p14:tracePt t="156004" x="6786563" y="3594100"/>
          <p14:tracePt t="156004" x="6794500" y="3594100"/>
          <p14:tracePt t="156012" x="6840538" y="3586163"/>
          <p14:tracePt t="156020" x="6897688" y="3575050"/>
          <p14:tracePt t="156029" x="6940550" y="3568700"/>
          <p14:tracePt t="156037" x="6972300" y="3560763"/>
          <p14:tracePt t="156045" x="6994525" y="3557588"/>
          <p14:tracePt t="156054" x="7000875" y="3557588"/>
          <p14:tracePt t="156073" x="7000875" y="3554413"/>
          <p14:tracePt t="156081" x="6997700" y="3554413"/>
          <p14:tracePt t="156087" x="6994525" y="3551238"/>
          <p14:tracePt t="156095" x="6975475" y="3551238"/>
          <p14:tracePt t="156104" x="6958013" y="3543300"/>
          <p14:tracePt t="156104" x="6954838" y="3543300"/>
          <p14:tracePt t="156112" x="6932613" y="3540125"/>
          <p14:tracePt t="156120" x="6908800" y="3536950"/>
          <p14:tracePt t="156129" x="6883400" y="3536950"/>
          <p14:tracePt t="156137" x="6861175" y="3536950"/>
          <p14:tracePt t="156138" x="6858000" y="3536950"/>
          <p14:tracePt t="156145" x="6837363" y="3536950"/>
          <p14:tracePt t="156154" x="6823075" y="3540125"/>
          <p14:tracePt t="156154" x="6818313" y="3540125"/>
          <p14:tracePt t="156162" x="6811963" y="3543300"/>
          <p14:tracePt t="156170" x="6804025" y="3546475"/>
          <p14:tracePt t="156187" x="6804025" y="3551238"/>
          <p14:tracePt t="156195" x="6808788" y="3557588"/>
          <p14:tracePt t="156204" x="6823075" y="3568700"/>
          <p14:tracePt t="156212" x="6837363" y="3582988"/>
          <p14:tracePt t="156221" x="6854825" y="3594100"/>
          <p14:tracePt t="156229" x="6875463" y="3603625"/>
          <p14:tracePt t="156237" x="6904038" y="3614738"/>
          <p14:tracePt t="156246" x="6932613" y="3622675"/>
          <p14:tracePt t="156254" x="6961188" y="3629025"/>
          <p14:tracePt t="156262" x="6994525" y="3632200"/>
          <p14:tracePt t="156271" x="7015163" y="3632200"/>
          <p14:tracePt t="156279" x="7032625" y="3632200"/>
          <p14:tracePt t="156287" x="7040563" y="3632200"/>
          <p14:tracePt t="156296" x="7043738" y="3632200"/>
          <p14:tracePt t="156374" x="7043738" y="3629025"/>
          <p14:tracePt t="156383" x="7043738" y="3625850"/>
          <p14:tracePt t="156399" x="7040563" y="3625850"/>
          <p14:tracePt t="156400" x="7040563" y="3622675"/>
          <p14:tracePt t="156412" x="7040563" y="3617913"/>
          <p14:tracePt t="156656" x="7037388" y="3614738"/>
          <p14:tracePt t="156662" x="7032625" y="3614738"/>
          <p14:tracePt t="156666" x="7032625" y="3611563"/>
          <p14:tracePt t="156671" x="7029450" y="3611563"/>
          <p14:tracePt t="157151" x="7029450" y="3608388"/>
          <p14:tracePt t="157156" x="7029450" y="3603625"/>
          <p14:tracePt t="157161" x="7032625" y="3603625"/>
          <p14:tracePt t="157167" x="7032625" y="3600450"/>
          <p14:tracePt t="157280" x="7029450" y="3600450"/>
          <p14:tracePt t="157284" x="7029450" y="3597275"/>
          <p14:tracePt t="157289" x="7026275" y="3597275"/>
          <p14:tracePt t="157305" x="7023100" y="3597275"/>
          <p14:tracePt t="157314" x="7018338" y="3597275"/>
          <p14:tracePt t="157322" x="7015163" y="3597275"/>
          <p14:tracePt t="157330" x="7011988" y="3597275"/>
          <p14:tracePt t="157339" x="7008813" y="3597275"/>
          <p14:tracePt t="157347" x="7004050" y="3597275"/>
          <p14:tracePt t="157364" x="7000875" y="3597275"/>
          <p14:tracePt t="157372" x="7000875" y="3600450"/>
          <p14:tracePt t="157389" x="6997700" y="3600450"/>
          <p14:tracePt t="157397" x="6997700" y="3603625"/>
          <p14:tracePt t="157405" x="6997700" y="3608388"/>
          <p14:tracePt t="157414" x="6997700" y="3614738"/>
          <p14:tracePt t="157422" x="7004050" y="3622675"/>
          <p14:tracePt t="157431" x="7011988" y="3625850"/>
          <p14:tracePt t="157439" x="7018338" y="3629025"/>
          <p14:tracePt t="157447" x="7029450" y="3632200"/>
          <p14:tracePt t="157456" x="7040563" y="3636963"/>
          <p14:tracePt t="157464" x="7051675" y="3640138"/>
          <p14:tracePt t="157472" x="7061200" y="3643313"/>
          <p14:tracePt t="157481" x="7075488" y="3643313"/>
          <p14:tracePt t="157489" x="7086600" y="3646488"/>
          <p14:tracePt t="157497" x="7100888" y="3646488"/>
          <p14:tracePt t="157506" x="7115175" y="3646488"/>
          <p14:tracePt t="157514" x="7129463" y="3646488"/>
          <p14:tracePt t="157522" x="7140575" y="3646488"/>
          <p14:tracePt t="157531" x="7146925" y="3643313"/>
          <p14:tracePt t="157539" x="7154863" y="3643313"/>
          <p14:tracePt t="157547" x="7158038" y="3640138"/>
          <p14:tracePt t="157589" x="7158038" y="3636963"/>
          <p14:tracePt t="157592" x="7158038" y="3632200"/>
          <p14:tracePt t="157597" x="7154863" y="3632200"/>
          <p14:tracePt t="157606" x="7151688" y="3622675"/>
          <p14:tracePt t="157614" x="7146925" y="3614738"/>
          <p14:tracePt t="157622" x="7140575" y="3608388"/>
          <p14:tracePt t="157631" x="7132638" y="3600450"/>
          <p14:tracePt t="157639" x="7123113" y="3589338"/>
          <p14:tracePt t="157647" x="7115175" y="3579813"/>
          <p14:tracePt t="157656" x="7108825" y="3575050"/>
          <p14:tracePt t="157664" x="7104063" y="3571875"/>
          <p14:tracePt t="157672" x="7100888" y="3568700"/>
          <p14:tracePt t="157681" x="7097713" y="3568700"/>
          <p14:tracePt t="157697" x="7094538" y="3568700"/>
          <p14:tracePt t="157706" x="7094538" y="3565525"/>
          <p14:tracePt t="157714" x="7089775" y="3565525"/>
          <p14:tracePt t="157723" x="7086600" y="3565525"/>
          <p14:tracePt t="157731" x="7083425" y="3565525"/>
          <p14:tracePt t="157739" x="7075488" y="3565525"/>
          <p14:tracePt t="157748" x="7072313" y="3565525"/>
          <p14:tracePt t="157756" x="7065963" y="3565525"/>
          <p14:tracePt t="157764" x="7058025" y="3565525"/>
          <p14:tracePt t="157773" x="7051675" y="3565525"/>
          <p14:tracePt t="157781" x="7043738" y="3568700"/>
          <p14:tracePt t="157782" x="7040563" y="3568700"/>
          <p14:tracePt t="157789" x="7032625" y="3571875"/>
          <p14:tracePt t="157798" x="7026275" y="3579813"/>
          <p14:tracePt t="157806" x="7015163" y="3582988"/>
          <p14:tracePt t="157807" x="7015163" y="3586163"/>
          <p14:tracePt t="157814" x="7008813" y="3594100"/>
          <p14:tracePt t="157823" x="6997700" y="3600450"/>
          <p14:tracePt t="157831" x="6989763" y="3611563"/>
          <p14:tracePt t="157831" x="6989763" y="3614738"/>
          <p14:tracePt t="157839" x="6983413" y="3625850"/>
          <p14:tracePt t="157848" x="6975475" y="3636963"/>
          <p14:tracePt t="157856" x="6975475" y="3646488"/>
          <p14:tracePt t="157857" x="6975475" y="3651250"/>
          <p14:tracePt t="157864" x="6975475" y="3657600"/>
          <p14:tracePt t="157873" x="6975475" y="3671888"/>
          <p14:tracePt t="157881" x="6980238" y="3679825"/>
          <p14:tracePt t="157889" x="6986588" y="3686175"/>
          <p14:tracePt t="157898" x="6994525" y="3694113"/>
          <p14:tracePt t="157906" x="7004050" y="3697288"/>
          <p14:tracePt t="157914" x="7015163" y="3703638"/>
          <p14:tracePt t="157923" x="7026275" y="3703638"/>
          <p14:tracePt t="157931" x="7032625" y="3703638"/>
          <p14:tracePt t="157939" x="7043738" y="3703638"/>
          <p14:tracePt t="157948" x="7054850" y="3703638"/>
          <p14:tracePt t="157956" x="7072313" y="3697288"/>
          <p14:tracePt t="157965" x="7086600" y="3689350"/>
          <p14:tracePt t="157973" x="7100888" y="3679825"/>
          <p14:tracePt t="157981" x="7123113" y="3668713"/>
          <p14:tracePt t="157990" x="7137400" y="3651250"/>
          <p14:tracePt t="157998" x="7154863" y="3636963"/>
          <p14:tracePt t="158006" x="7169150" y="3617913"/>
          <p14:tracePt t="158015" x="7175500" y="3600450"/>
          <p14:tracePt t="158023" x="7180263" y="3582988"/>
          <p14:tracePt t="158031" x="7183438" y="3560763"/>
          <p14:tracePt t="158040" x="7183438" y="3546475"/>
          <p14:tracePt t="158048" x="7180263" y="3532188"/>
          <p14:tracePt t="158056" x="7172325" y="3517900"/>
          <p14:tracePt t="158065" x="7165975" y="3511550"/>
          <p14:tracePt t="158073" x="7158038" y="3503613"/>
          <p14:tracePt t="158081" x="7151688" y="3497263"/>
          <p14:tracePt t="158090" x="7140575" y="3494088"/>
          <p14:tracePt t="158098" x="7129463" y="3489325"/>
          <p14:tracePt t="158106" x="7112000" y="3482975"/>
          <p14:tracePt t="158115" x="7094538" y="3479800"/>
          <p14:tracePt t="158123" x="7075488" y="3479800"/>
          <p14:tracePt t="158131" x="7054850" y="3479800"/>
          <p14:tracePt t="158140" x="7032625" y="3479800"/>
          <p14:tracePt t="158140" x="7029450" y="3479800"/>
          <p14:tracePt t="158148" x="7011988" y="3479800"/>
          <p14:tracePt t="158149" x="7008813" y="3479800"/>
          <p14:tracePt t="158156" x="6994525" y="3482975"/>
          <p14:tracePt t="158165" x="6972300" y="3489325"/>
          <p14:tracePt t="158173" x="6958013" y="3497263"/>
          <p14:tracePt t="158174" x="6954838" y="3497263"/>
          <p14:tracePt t="158182" x="6943725" y="3503613"/>
          <p14:tracePt t="158190" x="6932613" y="3511550"/>
          <p14:tracePt t="158198" x="6929438" y="3517900"/>
          <p14:tracePt t="158207" x="6926263" y="3532188"/>
          <p14:tracePt t="158215" x="6926263" y="3551238"/>
          <p14:tracePt t="158223" x="6937375" y="3575050"/>
          <p14:tracePt t="158232" x="6946900" y="3594100"/>
          <p14:tracePt t="158240" x="6958013" y="3611563"/>
          <p14:tracePt t="158248" x="6975475" y="3629025"/>
          <p14:tracePt t="158257" x="6989763" y="3643313"/>
          <p14:tracePt t="158265" x="7008813" y="3654425"/>
          <p14:tracePt t="158273" x="7032625" y="3665538"/>
          <p14:tracePt t="158282" x="7054850" y="3675063"/>
          <p14:tracePt t="158290" x="7080250" y="3679825"/>
          <p14:tracePt t="158298" x="7108825" y="3686175"/>
          <p14:tracePt t="158307" x="7129463" y="3686175"/>
          <p14:tracePt t="158315" x="7143750" y="3689350"/>
          <p14:tracePt t="158315" x="7146925" y="3689350"/>
          <p14:tracePt t="158323" x="7161213" y="3689350"/>
          <p14:tracePt t="158332" x="7180263" y="3689350"/>
          <p14:tracePt t="158340" x="7189788" y="3689350"/>
          <p14:tracePt t="158348" x="7204075" y="3686175"/>
          <p14:tracePt t="158357" x="7208838" y="3683000"/>
          <p14:tracePt t="158357" x="7212013" y="3679825"/>
          <p14:tracePt t="158366" x="7212013" y="3675063"/>
          <p14:tracePt t="158366" x="7215188" y="3675063"/>
          <p14:tracePt t="158373" x="7215188" y="3668713"/>
          <p14:tracePt t="158382" x="7215188" y="3660775"/>
          <p14:tracePt t="158390" x="7215188" y="3646488"/>
          <p14:tracePt t="158391" x="7215188" y="3643313"/>
          <p14:tracePt t="158398" x="7208838" y="3629025"/>
          <p14:tracePt t="158407" x="7200900" y="3614738"/>
          <p14:tracePt t="158407" x="7197725" y="3611563"/>
          <p14:tracePt t="158415" x="7189788" y="3594100"/>
          <p14:tracePt t="158423" x="7175500" y="3575050"/>
          <p14:tracePt t="158432" x="7169150" y="3560763"/>
          <p14:tracePt t="158433" x="7165975" y="3557588"/>
          <p14:tracePt t="158440" x="7154863" y="3551238"/>
          <p14:tracePt t="158448" x="7143750" y="3536950"/>
          <p14:tracePt t="158457" x="7132638" y="3529013"/>
          <p14:tracePt t="158465" x="7123113" y="3525838"/>
          <p14:tracePt t="158474" x="7115175" y="3517900"/>
          <p14:tracePt t="158482" x="7108825" y="3517900"/>
          <p14:tracePt t="158482" x="7104063" y="3517900"/>
          <p14:tracePt t="158490" x="7097713" y="3514725"/>
          <p14:tracePt t="158499" x="7089775" y="3511550"/>
          <p14:tracePt t="158507" x="7083425" y="3511550"/>
          <p14:tracePt t="158515" x="7072313" y="3511550"/>
          <p14:tracePt t="158524" x="7061200" y="3511550"/>
          <p14:tracePt t="158532" x="7054850" y="3511550"/>
          <p14:tracePt t="158540" x="7040563" y="3511550"/>
          <p14:tracePt t="158549" x="7029450" y="3514725"/>
          <p14:tracePt t="158549" x="7026275" y="3514725"/>
          <p14:tracePt t="158557" x="7018338" y="3517900"/>
          <p14:tracePt t="158558" x="7015163" y="3517900"/>
          <p14:tracePt t="158565" x="7004050" y="3525838"/>
          <p14:tracePt t="158574" x="6994525" y="3529013"/>
          <p14:tracePt t="158582" x="6986588" y="3532188"/>
          <p14:tracePt t="158590" x="6980238" y="3536950"/>
          <p14:tracePt t="158599" x="6975475" y="3540125"/>
          <p14:tracePt t="158615" x="6972300" y="3543300"/>
          <p14:tracePt t="158633" x="6972300" y="3546475"/>
          <p14:tracePt t="158641" x="6972300" y="3551238"/>
          <p14:tracePt t="158649" x="6972300" y="3554413"/>
          <p14:tracePt t="158657" x="6972300" y="3557588"/>
          <p14:tracePt t="158665" x="6972300" y="3560763"/>
          <p14:tracePt t="158674" x="6972300" y="3568700"/>
          <p14:tracePt t="158682" x="6972300" y="3571875"/>
          <p14:tracePt t="158699" x="6972300" y="3575050"/>
          <p14:tracePt t="158783" x="6975475" y="3575050"/>
          <p14:tracePt t="158790" x="6975475" y="3579813"/>
          <p14:tracePt t="158797" x="6980238" y="3579813"/>
          <p14:tracePt t="158809" x="6983413" y="3579813"/>
          <p14:tracePt t="158818" x="6983413" y="3582988"/>
          <p14:tracePt t="158819" x="6986588" y="3582988"/>
          <p14:tracePt t="158828" x="6989763" y="3582988"/>
          <p14:tracePt t="158834" x="6994525" y="3582988"/>
          <p14:tracePt t="158841" x="6997700" y="3582988"/>
          <p14:tracePt t="158849" x="7000875" y="3582988"/>
          <p14:tracePt t="158857" x="7008813" y="3586163"/>
          <p14:tracePt t="158866" x="7015163" y="3586163"/>
          <p14:tracePt t="158874" x="7026275" y="3589338"/>
          <p14:tracePt t="158882" x="7037388" y="3589338"/>
          <p14:tracePt t="158891" x="7054850" y="3594100"/>
          <p14:tracePt t="158899" x="7072313" y="3597275"/>
          <p14:tracePt t="158907" x="7089775" y="3597275"/>
          <p14:tracePt t="158916" x="7108825" y="3600450"/>
          <p14:tracePt t="158924" x="7126288" y="3603625"/>
          <p14:tracePt t="158932" x="7146925" y="3608388"/>
          <p14:tracePt t="158941" x="7169150" y="3611563"/>
          <p14:tracePt t="158949" x="7186613" y="3611563"/>
          <p14:tracePt t="158958" x="7200900" y="3611563"/>
          <p14:tracePt t="158966" x="7215188" y="3611563"/>
          <p14:tracePt t="158974" x="7226300" y="3608388"/>
          <p14:tracePt t="158983" x="7232650" y="3608388"/>
          <p14:tracePt t="158991" x="7232650" y="3603625"/>
          <p14:tracePt t="158999" x="7237413" y="3600450"/>
          <p14:tracePt t="159008" x="7240588" y="3597275"/>
          <p14:tracePt t="159016" x="7240588" y="3589338"/>
          <p14:tracePt t="159024" x="7240588" y="3582988"/>
          <p14:tracePt t="159033" x="7240588" y="3571875"/>
          <p14:tracePt t="159041" x="7240588" y="3560763"/>
          <p14:tracePt t="159049" x="7237413" y="3551238"/>
          <p14:tracePt t="159058" x="7232650" y="3540125"/>
          <p14:tracePt t="159066" x="7226300" y="3525838"/>
          <p14:tracePt t="159074" x="7218363" y="3517900"/>
          <p14:tracePt t="159083" x="7215188" y="3511550"/>
          <p14:tracePt t="159091" x="7208838" y="3503613"/>
          <p14:tracePt t="159099" x="7200900" y="3500438"/>
          <p14:tracePt t="159108" x="7197725" y="3497263"/>
          <p14:tracePt t="159116" x="7194550" y="3497263"/>
          <p14:tracePt t="159124" x="7186613" y="3494088"/>
          <p14:tracePt t="159133" x="7183438" y="3494088"/>
          <p14:tracePt t="159141" x="7175500" y="3494088"/>
          <p14:tracePt t="159149" x="7165975" y="3489325"/>
          <p14:tracePt t="159158" x="7154863" y="3489325"/>
          <p14:tracePt t="159166" x="7143750" y="3489325"/>
          <p14:tracePt t="159174" x="7132638" y="3489325"/>
          <p14:tracePt t="159183" x="7118350" y="3494088"/>
          <p14:tracePt t="159191" x="7104063" y="3497263"/>
          <p14:tracePt t="159199" x="7089775" y="3500438"/>
          <p14:tracePt t="159208" x="7080250" y="3503613"/>
          <p14:tracePt t="159216" x="7065963" y="3511550"/>
          <p14:tracePt t="159225" x="7054850" y="3514725"/>
          <p14:tracePt t="159233" x="7043738" y="3522663"/>
          <p14:tracePt t="159241" x="7029450" y="3529013"/>
          <p14:tracePt t="159250" x="7023100" y="3532188"/>
          <p14:tracePt t="159250" x="7023100" y="3536950"/>
          <p14:tracePt t="159258" x="7015163" y="3540125"/>
          <p14:tracePt t="159266" x="7008813" y="3546475"/>
          <p14:tracePt t="159275" x="7004050" y="3551238"/>
          <p14:tracePt t="159283" x="7000875" y="3554413"/>
          <p14:tracePt t="159291" x="7000875" y="3557588"/>
          <p14:tracePt t="159300" x="6997700" y="3560763"/>
          <p14:tracePt t="159434" x="6997700" y="3565525"/>
          <p14:tracePt t="159436" x="7000875" y="3565525"/>
          <p14:tracePt t="159441" x="7004050" y="3565525"/>
          <p14:tracePt t="159450" x="7008813" y="3568700"/>
          <p14:tracePt t="159458" x="7011988" y="3571875"/>
          <p14:tracePt t="159467" x="7015163" y="3571875"/>
          <p14:tracePt t="159475" x="7018338" y="3571875"/>
          <p14:tracePt t="159483" x="7023100" y="3575050"/>
          <p14:tracePt t="159492" x="7026275" y="3575050"/>
          <p14:tracePt t="159500" x="7026275" y="3579813"/>
          <p14:tracePt t="159516" x="7029450" y="3579813"/>
          <p14:tracePt t="159533" x="7032625" y="3579813"/>
          <p14:tracePt t="159552" x="7037388" y="3579813"/>
          <p14:tracePt t="159566" x="7040563" y="3579813"/>
          <p14:tracePt t="159575" x="7043738" y="3579813"/>
          <p14:tracePt t="159582" x="7046913" y="3579813"/>
          <p14:tracePt t="159589" x="7051675" y="3579813"/>
          <p14:tracePt t="159595" x="7054850" y="3579813"/>
          <p14:tracePt t="159601" x="7058025" y="3579813"/>
          <p14:tracePt t="159610" x="7061200" y="3579813"/>
          <p14:tracePt t="159621" x="7065963" y="3579813"/>
          <p14:tracePt t="159641" x="7069138" y="3579813"/>
          <p14:tracePt t="159651" x="7072313" y="3579813"/>
          <p14:tracePt t="159664" x="7075488" y="3579813"/>
          <p14:tracePt t="159674" x="7080250" y="3579813"/>
          <p14:tracePt t="159830" x="7083425" y="3579813"/>
          <p14:tracePt t="159838" x="7086600" y="3579813"/>
          <p14:tracePt t="159843" x="7089775" y="3579813"/>
          <p14:tracePt t="159846" x="7094538" y="3579813"/>
          <p14:tracePt t="159850" x="7097713" y="3579813"/>
          <p14:tracePt t="159859" x="7104063" y="3579813"/>
          <p14:tracePt t="159867" x="7112000" y="3582988"/>
          <p14:tracePt t="159875" x="7115175" y="3582988"/>
          <p14:tracePt t="161213" x="7112000" y="3582988"/>
          <p14:tracePt t="161216" x="7108825" y="3582988"/>
          <p14:tracePt t="161219" x="7104063" y="3582988"/>
          <p14:tracePt t="161227" x="7075488" y="3586163"/>
          <p14:tracePt t="161236" x="7032625" y="3586163"/>
          <p14:tracePt t="161244" x="6980238" y="3586163"/>
          <p14:tracePt t="161245" x="6972300" y="3586163"/>
          <p14:tracePt t="161252" x="6889750" y="3589338"/>
          <p14:tracePt t="161261" x="6800850" y="3589338"/>
          <p14:tracePt t="161269" x="6694488" y="3589338"/>
          <p14:tracePt t="161277" x="6557963" y="3586163"/>
          <p14:tracePt t="161286" x="6454775" y="3582988"/>
          <p14:tracePt t="161294" x="6332538" y="3575050"/>
          <p14:tracePt t="161302" x="6211888" y="3565525"/>
          <p14:tracePt t="161311" x="6111875" y="3554413"/>
          <p14:tracePt t="161311" x="6097588" y="3554413"/>
          <p14:tracePt t="161319" x="6015038" y="3540125"/>
          <p14:tracePt t="161320" x="6003925" y="3540125"/>
          <p14:tracePt t="161327" x="5926138" y="3522663"/>
          <p14:tracePt t="161336" x="5851525" y="3503613"/>
          <p14:tracePt t="161344" x="5783263" y="3486150"/>
          <p14:tracePt t="161345" x="5775325" y="3482975"/>
          <p14:tracePt t="161352" x="5715000" y="3460750"/>
          <p14:tracePt t="161361" x="5665788" y="3436938"/>
          <p14:tracePt t="161369" x="5626100" y="3417888"/>
          <p14:tracePt t="161377" x="5594350" y="3403600"/>
          <p14:tracePt t="161386" x="5575300" y="3397250"/>
          <p14:tracePt t="161394" x="5572125" y="3394075"/>
          <p14:tracePt t="161453" x="5575300" y="3394075"/>
          <p14:tracePt t="161456" x="5580063" y="3394075"/>
          <p14:tracePt t="161461" x="5583238" y="3389313"/>
          <p14:tracePt t="161469" x="5586413" y="3389313"/>
          <p14:tracePt t="161478" x="5589588" y="3389313"/>
          <p14:tracePt t="161486" x="5594350" y="3386138"/>
          <p14:tracePt t="161494" x="5600700" y="3386138"/>
          <p14:tracePt t="161502" x="5603875" y="3386138"/>
          <p14:tracePt t="161511" x="5608638" y="3382963"/>
          <p14:tracePt t="161519" x="5611813" y="3382963"/>
          <p14:tracePt t="161528" x="5614988" y="3382963"/>
          <p14:tracePt t="161544" x="5618163" y="3382963"/>
          <p14:tracePt t="161608" x="5614988" y="3382963"/>
          <p14:tracePt t="161612" x="5611813" y="3382963"/>
          <p14:tracePt t="161613" x="5608638" y="3382963"/>
          <p14:tracePt t="161619" x="5594350" y="3379788"/>
          <p14:tracePt t="161628" x="5561013" y="3379788"/>
          <p14:tracePt t="161636" x="5522913" y="3379788"/>
          <p14:tracePt t="161637" x="5518150" y="3379788"/>
          <p14:tracePt t="161645" x="5468938" y="3375025"/>
          <p14:tracePt t="161653" x="5411788" y="3371850"/>
          <p14:tracePt t="161661" x="5351463" y="3371850"/>
          <p14:tracePt t="161669" x="5289550" y="3368675"/>
          <p14:tracePt t="161678" x="5237163" y="3368675"/>
          <p14:tracePt t="161686" x="5189538" y="3368675"/>
          <p14:tracePt t="161687" x="5183188" y="3365500"/>
          <p14:tracePt t="161694" x="5137150" y="3365500"/>
          <p14:tracePt t="161703" x="5097463" y="3360738"/>
          <p14:tracePt t="161703" x="5094288" y="3360738"/>
          <p14:tracePt t="161711" x="5068888" y="3357563"/>
          <p14:tracePt t="161719" x="5043488" y="3354388"/>
          <p14:tracePt t="161728" x="5029200" y="3354388"/>
          <p14:tracePt t="161728" x="5026025" y="3354388"/>
          <p14:tracePt t="161736" x="5018088" y="3351213"/>
          <p14:tracePt t="161744" x="5014913" y="3351213"/>
          <p14:tracePt t="161965" x="5018088" y="3351213"/>
          <p14:tracePt t="161967" x="5018088" y="3346450"/>
          <p14:tracePt t="161970" x="5022850" y="3346450"/>
          <p14:tracePt t="161978" x="5046663" y="3340100"/>
          <p14:tracePt t="161987" x="5086350" y="3328988"/>
          <p14:tracePt t="161995" x="5122863" y="3314700"/>
          <p14:tracePt t="161996" x="5126038" y="3311525"/>
          <p14:tracePt t="162003" x="5172075" y="3300413"/>
          <p14:tracePt t="162012" x="5214938" y="3289300"/>
          <p14:tracePt t="162012" x="5222875" y="3289300"/>
          <p14:tracePt t="162020" x="5272088" y="3279775"/>
          <p14:tracePt t="162028" x="5343525" y="3268663"/>
          <p14:tracePt t="162037" x="5411788" y="3265488"/>
          <p14:tracePt t="162045" x="5497513" y="3260725"/>
          <p14:tracePt t="162045" x="5508625" y="3260725"/>
          <p14:tracePt t="162053" x="5583238" y="3275013"/>
          <p14:tracePt t="162062" x="5661025" y="3297238"/>
          <p14:tracePt t="162070" x="5729288" y="3325813"/>
          <p14:tracePt t="162078" x="5783263" y="3357563"/>
          <p14:tracePt t="162087" x="5826125" y="3386138"/>
          <p14:tracePt t="162095" x="5854700" y="3422650"/>
          <p14:tracePt t="162103" x="5872163" y="3457575"/>
          <p14:tracePt t="162112" x="5875338" y="3497263"/>
          <p14:tracePt t="162113" x="5875338" y="3500438"/>
          <p14:tracePt t="162120" x="5872163" y="3532188"/>
          <p14:tracePt t="162128" x="5840413" y="3586163"/>
          <p14:tracePt t="162137" x="5789613" y="3629025"/>
          <p14:tracePt t="162145" x="5711825" y="3671888"/>
          <p14:tracePt t="162153" x="5614988" y="3703638"/>
          <p14:tracePt t="162162" x="5511800" y="3725863"/>
          <p14:tracePt t="162170" x="5403850" y="3740150"/>
          <p14:tracePt t="162171" x="5394325" y="3740150"/>
          <p14:tracePt t="162178" x="5289550" y="3746500"/>
          <p14:tracePt t="162187" x="5186363" y="3746500"/>
          <p14:tracePt t="162195" x="5094288" y="3740150"/>
          <p14:tracePt t="162203" x="5014913" y="3725863"/>
          <p14:tracePt t="162212" x="4954588" y="3700463"/>
          <p14:tracePt t="162213" x="4946650" y="3697288"/>
          <p14:tracePt t="162213" x="4943475" y="3694113"/>
          <p14:tracePt t="162220" x="4922838" y="3679825"/>
          <p14:tracePt t="162228" x="4897438" y="3646488"/>
          <p14:tracePt t="162237" x="4886325" y="3611563"/>
          <p14:tracePt t="162238" x="4886325" y="3608388"/>
          <p14:tracePt t="162245" x="4886325" y="3565525"/>
          <p14:tracePt t="162254" x="4900613" y="3511550"/>
          <p14:tracePt t="162262" x="4929188" y="3451225"/>
          <p14:tracePt t="162270" x="4975225" y="3379788"/>
          <p14:tracePt t="162279" x="5037138" y="3303588"/>
          <p14:tracePt t="162279" x="5043488" y="3297238"/>
          <p14:tracePt t="162287" x="5108575" y="3232150"/>
          <p14:tracePt t="162288" x="5114925" y="3222625"/>
          <p14:tracePt t="162295" x="5194300" y="3165475"/>
          <p14:tracePt t="162304" x="5272088" y="3111500"/>
          <p14:tracePt t="162312" x="5360988" y="3065463"/>
          <p14:tracePt t="162320" x="5446713" y="3022600"/>
          <p14:tracePt t="162329" x="5511800" y="2997200"/>
          <p14:tracePt t="162329" x="5518150" y="2994025"/>
          <p14:tracePt t="162337" x="5568950" y="2974975"/>
          <p14:tracePt t="162338" x="5572125" y="2974975"/>
          <p14:tracePt t="162338" x="5580063" y="2971800"/>
          <p14:tracePt t="162345" x="5618163" y="2957513"/>
          <p14:tracePt t="162354" x="5654675" y="2946400"/>
          <p14:tracePt t="162362" x="5683250" y="2943225"/>
          <p14:tracePt t="162363" x="5683250" y="2940050"/>
          <p14:tracePt t="162363" x="5686425" y="2940050"/>
          <p14:tracePt t="162370" x="5708650" y="2936875"/>
          <p14:tracePt t="162379" x="5726113" y="2936875"/>
          <p14:tracePt t="162387" x="5740400" y="2936875"/>
          <p14:tracePt t="162395" x="5751513" y="2936875"/>
          <p14:tracePt t="162404" x="5757863" y="2936875"/>
          <p14:tracePt t="162412" x="5765800" y="2936875"/>
          <p14:tracePt t="162420" x="5775325" y="2936875"/>
          <p14:tracePt t="162429" x="5786438" y="2936875"/>
          <p14:tracePt t="162437" x="5794375" y="2936875"/>
          <p14:tracePt t="162445" x="5808663" y="2936875"/>
          <p14:tracePt t="162454" x="5818188" y="2936875"/>
          <p14:tracePt t="162462" x="5829300" y="2936875"/>
          <p14:tracePt t="162470" x="5843588" y="2940050"/>
          <p14:tracePt t="162479" x="5857875" y="2940050"/>
          <p14:tracePt t="162487" x="5875338" y="2940050"/>
          <p14:tracePt t="162496" x="5886450" y="2940050"/>
          <p14:tracePt t="162504" x="5894388" y="2943225"/>
          <p14:tracePt t="162512" x="5897563" y="2943225"/>
          <p14:tracePt t="162677" x="5894388" y="2943225"/>
          <p14:tracePt t="162691" x="5889625" y="2943225"/>
          <p14:tracePt t="162711" x="5889625" y="2946400"/>
          <p14:tracePt t="162712" x="5886450" y="2946400"/>
          <p14:tracePt t="162728" x="5883275" y="2946400"/>
          <p14:tracePt t="162750" x="5880100" y="2946400"/>
          <p14:tracePt t="162765" x="5875338" y="2946400"/>
          <p14:tracePt t="162829" x="5875338" y="2951163"/>
          <p14:tracePt t="162831" x="5880100" y="2951163"/>
          <p14:tracePt t="162850" x="5883275" y="2951163"/>
          <p14:tracePt t="162862" x="5883275" y="2954338"/>
          <p14:tracePt t="163558" x="5880100" y="2954338"/>
          <p14:tracePt t="163563" x="5875338" y="2954338"/>
          <p14:tracePt t="163564" x="5875338" y="2951163"/>
          <p14:tracePt t="163572" x="5861050" y="2946400"/>
          <p14:tracePt t="163580" x="5840413" y="2936875"/>
          <p14:tracePt t="163589" x="5811838" y="2922588"/>
          <p14:tracePt t="163597" x="5772150" y="2897188"/>
          <p14:tracePt t="163605" x="5726113" y="2868613"/>
          <p14:tracePt t="163614" x="5680075" y="2828925"/>
          <p14:tracePt t="163622" x="5632450" y="2786063"/>
          <p14:tracePt t="163630" x="5580063" y="2725738"/>
          <p14:tracePt t="163639" x="5529263" y="2665413"/>
          <p14:tracePt t="163639" x="5522913" y="2657475"/>
          <p14:tracePt t="163647" x="5475288" y="2600325"/>
          <p14:tracePt t="163648" x="5475288" y="2597150"/>
          <p14:tracePt t="163655" x="5429250" y="2528888"/>
          <p14:tracePt t="163664" x="5394325" y="2454275"/>
          <p14:tracePt t="163672" x="5357813" y="2365375"/>
          <p14:tracePt t="163673" x="5354638" y="2354263"/>
          <p14:tracePt t="163680" x="5329238" y="2271713"/>
          <p14:tracePt t="163689" x="5318125" y="2193925"/>
          <p14:tracePt t="163689" x="5314950" y="2182813"/>
          <p14:tracePt t="163697" x="5311775" y="2097088"/>
          <p14:tracePt t="163705" x="5322888" y="1960563"/>
          <p14:tracePt t="163714" x="5343525" y="1851025"/>
          <p14:tracePt t="163714" x="5346700" y="1828800"/>
          <p14:tracePt t="163722" x="5383213" y="1703388"/>
          <p14:tracePt t="163730" x="5437188" y="1546225"/>
          <p14:tracePt t="163739" x="5494338" y="1425575"/>
          <p14:tracePt t="163747" x="5575300" y="1274763"/>
          <p14:tracePt t="163756" x="5651500" y="1168400"/>
          <p14:tracePt t="163756" x="5661025" y="1157288"/>
          <p14:tracePt t="163764" x="5743575" y="1060450"/>
          <p14:tracePt t="163772" x="5840413" y="971550"/>
          <p14:tracePt t="163781" x="5926138" y="908050"/>
          <p14:tracePt t="163789" x="6015038" y="854075"/>
          <p14:tracePt t="163797" x="6111875" y="811213"/>
          <p14:tracePt t="163806" x="6197600" y="785813"/>
          <p14:tracePt t="163814" x="6265863" y="771525"/>
          <p14:tracePt t="163815" x="6272213" y="768350"/>
          <p14:tracePt t="163822" x="6337300" y="765175"/>
          <p14:tracePt t="163831" x="6383338" y="765175"/>
          <p14:tracePt t="163839" x="6418263" y="774700"/>
          <p14:tracePt t="163847" x="6451600" y="796925"/>
          <p14:tracePt t="163856" x="6480175" y="825500"/>
          <p14:tracePt t="163856" x="6483350" y="831850"/>
          <p14:tracePt t="163864" x="6508750" y="882650"/>
          <p14:tracePt t="163865" x="6511925" y="889000"/>
          <p14:tracePt t="163872" x="6537325" y="968375"/>
          <p14:tracePt t="163881" x="6557963" y="1082675"/>
          <p14:tracePt t="163889" x="6569075" y="1217613"/>
          <p14:tracePt t="163897" x="6565900" y="1389063"/>
          <p14:tracePt t="163906" x="6540500" y="1539875"/>
          <p14:tracePt t="163914" x="6486525" y="1711325"/>
          <p14:tracePt t="163922" x="6386513" y="1917700"/>
          <p14:tracePt t="163931" x="6275388" y="2079625"/>
          <p14:tracePt t="163939" x="6154738" y="2208213"/>
          <p14:tracePt t="163940" x="6143625" y="2222500"/>
          <p14:tracePt t="163947" x="5994400" y="2339975"/>
          <p14:tracePt t="163956" x="5851525" y="2417763"/>
          <p14:tracePt t="163956" x="5832475" y="2428875"/>
          <p14:tracePt t="163964" x="5732463" y="2460625"/>
          <p14:tracePt t="163973" x="5597525" y="2479675"/>
          <p14:tracePt t="163981" x="5503863" y="2474913"/>
          <p14:tracePt t="163989" x="5411788" y="2454275"/>
          <p14:tracePt t="163998" x="5314950" y="2422525"/>
          <p14:tracePt t="164006" x="5218113" y="2371725"/>
          <p14:tracePt t="164014" x="5122863" y="2300288"/>
          <p14:tracePt t="164023" x="5040313" y="2225675"/>
          <p14:tracePt t="164031" x="4960938" y="2139950"/>
          <p14:tracePt t="164031" x="4957763" y="2136775"/>
          <p14:tracePt t="164039" x="4889500" y="2043113"/>
          <p14:tracePt t="164048" x="4843463" y="1951038"/>
          <p14:tracePt t="164048" x="4837113" y="1939925"/>
          <p14:tracePt t="164056" x="4808538" y="1857375"/>
          <p14:tracePt t="164064" x="4768850" y="1725613"/>
          <p14:tracePt t="164073" x="4751388" y="1597025"/>
          <p14:tracePt t="164081" x="4746625" y="1471613"/>
          <p14:tracePt t="164082" x="4746625" y="1446213"/>
          <p14:tracePt t="164089" x="4757738" y="1328738"/>
          <p14:tracePt t="164098" x="4789488" y="1231900"/>
          <p14:tracePt t="164106" x="4851400" y="1143000"/>
          <p14:tracePt t="164114" x="4954588" y="1068388"/>
          <p14:tracePt t="164123" x="5086350" y="1022350"/>
          <p14:tracePt t="164123" x="5100638" y="1017588"/>
          <p14:tracePt t="164131" x="5232400" y="1000125"/>
          <p14:tracePt t="164139" x="5465763" y="996950"/>
          <p14:tracePt t="164148" x="5672138" y="1017588"/>
          <p14:tracePt t="164156" x="5908675" y="1060450"/>
          <p14:tracePt t="164164" x="6154738" y="1122363"/>
          <p14:tracePt t="164173" x="6408738" y="1200150"/>
          <p14:tracePt t="164173" x="6418263" y="1208088"/>
          <p14:tracePt t="164181" x="6615113" y="1293813"/>
          <p14:tracePt t="164182" x="6632575" y="1300163"/>
          <p14:tracePt t="164189" x="6826250" y="1414463"/>
          <p14:tracePt t="164198" x="6989763" y="1539875"/>
          <p14:tracePt t="164206" x="7126288" y="1671638"/>
          <p14:tracePt t="164207" x="7140575" y="1689100"/>
          <p14:tracePt t="164214" x="7229475" y="1814513"/>
          <p14:tracePt t="164223" x="7294563" y="1960563"/>
          <p14:tracePt t="164231" x="7323138" y="2097088"/>
          <p14:tracePt t="164232" x="7323138" y="2108200"/>
          <p14:tracePt t="164240" x="7329488" y="2257425"/>
          <p14:tracePt t="164248" x="7304088" y="2403475"/>
          <p14:tracePt t="164248" x="7300913" y="2422525"/>
          <p14:tracePt t="164256" x="7240588" y="2571750"/>
          <p14:tracePt t="164265" x="7154863" y="2722563"/>
          <p14:tracePt t="164273" x="7043738" y="2860675"/>
          <p14:tracePt t="164274" x="7037388" y="2871788"/>
          <p14:tracePt t="164281" x="6894513" y="3011488"/>
          <p14:tracePt t="164290" x="6740525" y="3132138"/>
          <p14:tracePt t="164298" x="6551613" y="3251200"/>
          <p14:tracePt t="164306" x="6323013" y="3360738"/>
          <p14:tracePt t="164315" x="6126163" y="3436938"/>
          <p14:tracePt t="164323" x="5929313" y="3489325"/>
          <p14:tracePt t="164331" x="5700713" y="3536950"/>
          <p14:tracePt t="164340" x="5518150" y="3554413"/>
          <p14:tracePt t="164348" x="5346700" y="3554413"/>
          <p14:tracePt t="164356" x="5200650" y="3532188"/>
          <p14:tracePt t="164365" x="5100638" y="3508375"/>
          <p14:tracePt t="164373" x="5003800" y="3471863"/>
          <p14:tracePt t="164381" x="4911725" y="3425825"/>
          <p14:tracePt t="164390" x="4837113" y="3379788"/>
          <p14:tracePt t="164390" x="4818063" y="3365500"/>
          <p14:tracePt t="164398" x="4765675" y="3317875"/>
          <p14:tracePt t="164399" x="4754563" y="3311525"/>
          <p14:tracePt t="164406" x="4697413" y="3251200"/>
          <p14:tracePt t="164415" x="4637088" y="3179763"/>
          <p14:tracePt t="164423" x="4589463" y="3100388"/>
          <p14:tracePt t="164432" x="4546600" y="3003550"/>
          <p14:tracePt t="164432" x="4540250" y="2994025"/>
          <p14:tracePt t="164440" x="4518025" y="2917825"/>
          <p14:tracePt t="164448" x="4494213" y="2814638"/>
          <p14:tracePt t="164456" x="4475163" y="2708275"/>
          <p14:tracePt t="164465" x="4460875" y="2608263"/>
          <p14:tracePt t="164465" x="4460875" y="2589213"/>
          <p14:tracePt t="164473" x="4451350" y="2500313"/>
          <p14:tracePt t="164481" x="4446588" y="2400300"/>
          <p14:tracePt t="164490" x="4446588" y="2314575"/>
          <p14:tracePt t="164490" x="4446588" y="2303463"/>
          <p14:tracePt t="164498" x="4457700" y="2208213"/>
          <p14:tracePt t="164507" x="4475163" y="2117725"/>
          <p14:tracePt t="164515" x="4494213" y="2032000"/>
          <p14:tracePt t="164515" x="4497388" y="2022475"/>
          <p14:tracePt t="164523" x="4518025" y="1939925"/>
          <p14:tracePt t="164532" x="4537075" y="1868488"/>
          <p14:tracePt t="164540" x="4554538" y="1800225"/>
          <p14:tracePt t="164548" x="4568825" y="1739900"/>
          <p14:tracePt t="164557" x="4583113" y="1689100"/>
          <p14:tracePt t="164565" x="4600575" y="1631950"/>
          <p14:tracePt t="164566" x="4600575" y="1628775"/>
          <p14:tracePt t="164573" x="4614863" y="1579563"/>
          <p14:tracePt t="164584" x="4640263" y="1522413"/>
          <p14:tracePt t="164590" x="4654550" y="1482725"/>
          <p14:tracePt t="164591" x="4657725" y="1479550"/>
          <p14:tracePt t="164598" x="4683125" y="1431925"/>
          <p14:tracePt t="164607" x="4711700" y="1397000"/>
          <p14:tracePt t="164615" x="4746625" y="1357313"/>
          <p14:tracePt t="164623" x="4800600" y="1314450"/>
          <p14:tracePt t="164632" x="4851400" y="1282700"/>
          <p14:tracePt t="164640" x="4908550" y="1254125"/>
          <p14:tracePt t="164648" x="4983163" y="1225550"/>
          <p14:tracePt t="164657" x="5057775" y="1200150"/>
          <p14:tracePt t="164665" x="5151438" y="1182688"/>
          <p14:tracePt t="164673" x="5251450" y="1168400"/>
          <p14:tracePt t="164682" x="5357813" y="1160463"/>
          <p14:tracePt t="164690" x="5465763" y="1160463"/>
          <p14:tracePt t="164691" x="5480050" y="1160463"/>
          <p14:tracePt t="164698" x="5583238" y="1168400"/>
          <p14:tracePt t="164707" x="5689600" y="1182688"/>
          <p14:tracePt t="164715" x="5800725" y="1208088"/>
          <p14:tracePt t="164716" x="5818188" y="1214438"/>
          <p14:tracePt t="164723" x="5918200" y="1250950"/>
          <p14:tracePt t="164732" x="6011863" y="1300163"/>
          <p14:tracePt t="164732" x="6026150" y="1308100"/>
          <p14:tracePt t="164740" x="6111875" y="1371600"/>
          <p14:tracePt t="164749" x="6197600" y="1457325"/>
          <p14:tracePt t="164757" x="6269038" y="1557338"/>
          <p14:tracePt t="164757" x="6275388" y="1565275"/>
          <p14:tracePt t="164765" x="6351588" y="1693863"/>
          <p14:tracePt t="164774" x="6415088" y="1831975"/>
          <p14:tracePt t="164782" x="6480175" y="2000250"/>
          <p14:tracePt t="164782" x="6486525" y="2017713"/>
          <p14:tracePt t="164790" x="6532563" y="2189163"/>
          <p14:tracePt t="164799" x="6565900" y="2365375"/>
          <p14:tracePt t="164799" x="6569075" y="2379663"/>
          <p14:tracePt t="164807" x="6575425" y="2514600"/>
          <p14:tracePt t="164807" x="6575425" y="2546350"/>
          <p14:tracePt t="164815" x="6561138" y="2679700"/>
          <p14:tracePt t="164824" x="6523038" y="2811463"/>
          <p14:tracePt t="164824" x="6511925" y="2836863"/>
          <p14:tracePt t="164832" x="6454775" y="2940050"/>
          <p14:tracePt t="164832" x="6451600" y="2946400"/>
          <p14:tracePt t="164840" x="6372225" y="3046413"/>
          <p14:tracePt t="164849" x="6280150" y="3136900"/>
          <p14:tracePt t="164857" x="6183313" y="3214688"/>
          <p14:tracePt t="164858" x="6169025" y="3222625"/>
          <p14:tracePt t="164865" x="6057900" y="3297238"/>
          <p14:tracePt t="164874" x="5940425" y="3357563"/>
          <p14:tracePt t="164882" x="5826125" y="3403600"/>
          <p14:tracePt t="164890" x="5686425" y="3440113"/>
          <p14:tracePt t="164899" x="5565775" y="3454400"/>
          <p14:tracePt t="164907" x="5443538" y="3457575"/>
          <p14:tracePt t="164908" x="5429250" y="3457575"/>
          <p14:tracePt t="164915" x="5300663" y="3454400"/>
          <p14:tracePt t="164924" x="5175250" y="3443288"/>
          <p14:tracePt t="164924" x="5168900" y="3440113"/>
          <p14:tracePt t="164932" x="5057775" y="3422650"/>
          <p14:tracePt t="164933" x="5051425" y="3422650"/>
          <p14:tracePt t="164940" x="4929188" y="3394075"/>
          <p14:tracePt t="164949" x="4826000" y="3365500"/>
          <p14:tracePt t="164949" x="4808538" y="3360738"/>
          <p14:tracePt t="164957" x="4725988" y="3332163"/>
          <p14:tracePt t="164965" x="4629150" y="3289300"/>
          <p14:tracePt t="164974" x="4557713" y="3251200"/>
          <p14:tracePt t="164982" x="4489450" y="3197225"/>
          <p14:tracePt t="164990" x="4437063" y="3143250"/>
          <p14:tracePt t="164999" x="4397375" y="3082925"/>
          <p14:tracePt t="165007" x="4360863" y="3008313"/>
          <p14:tracePt t="165016" x="4337050" y="2946400"/>
          <p14:tracePt t="165024" x="4318000" y="2889250"/>
          <p14:tracePt t="165032" x="4314825" y="2832100"/>
          <p14:tracePt t="165041" x="4318000" y="2782888"/>
          <p14:tracePt t="165049" x="4329113" y="2728913"/>
          <p14:tracePt t="165049" x="4332288" y="2722563"/>
          <p14:tracePt t="165057" x="4346575" y="2660650"/>
          <p14:tracePt t="165066" x="4368800" y="2600325"/>
          <p14:tracePt t="165074" x="4397375" y="2525713"/>
          <p14:tracePt t="165082" x="4429125" y="2454275"/>
          <p14:tracePt t="165091" x="4457700" y="2400300"/>
          <p14:tracePt t="165091" x="4457700" y="2393950"/>
          <p14:tracePt t="165099" x="4489450" y="2343150"/>
          <p14:tracePt t="165107" x="4532313" y="2286000"/>
          <p14:tracePt t="165116" x="4568825" y="2246313"/>
          <p14:tracePt t="165124" x="4608513" y="2203450"/>
          <p14:tracePt t="165132" x="4665663" y="2154238"/>
          <p14:tracePt t="165141" x="4714875" y="2111375"/>
          <p14:tracePt t="165149" x="4772025" y="2068513"/>
          <p14:tracePt t="165157" x="4840288" y="2025650"/>
          <p14:tracePt t="165166" x="4897438" y="1985963"/>
          <p14:tracePt t="165174" x="4957763" y="1951038"/>
          <p14:tracePt t="165182" x="5029200" y="1908175"/>
          <p14:tracePt t="165191" x="5089525" y="1874838"/>
          <p14:tracePt t="165199" x="5143500" y="1843088"/>
          <p14:tracePt t="165207" x="5197475" y="1814513"/>
          <p14:tracePt t="165216" x="5246688" y="1789113"/>
          <p14:tracePt t="165216" x="5251450" y="1789113"/>
          <p14:tracePt t="165224" x="5289550" y="1771650"/>
          <p14:tracePt t="165232" x="5318125" y="1757363"/>
          <p14:tracePt t="165241" x="5351463" y="1746250"/>
          <p14:tracePt t="165249" x="5375275" y="1739900"/>
          <p14:tracePt t="165258" x="5403850" y="1731963"/>
          <p14:tracePt t="165266" x="5426075" y="1728788"/>
          <p14:tracePt t="165274" x="5446713" y="1725613"/>
          <p14:tracePt t="165283" x="5465763" y="1722438"/>
          <p14:tracePt t="165291" x="5480050" y="1722438"/>
          <p14:tracePt t="165299" x="5494338" y="1722438"/>
          <p14:tracePt t="165308" x="5508625" y="1722438"/>
          <p14:tracePt t="165316" x="5522913" y="1722438"/>
          <p14:tracePt t="165324" x="5537200" y="1722438"/>
          <p14:tracePt t="165333" x="5546725" y="1722438"/>
          <p14:tracePt t="165341" x="5557838" y="1722438"/>
          <p14:tracePt t="165349" x="5572125" y="1722438"/>
          <p14:tracePt t="165358" x="5583238" y="1722438"/>
          <p14:tracePt t="165358" x="5586413" y="1722438"/>
          <p14:tracePt t="165366" x="5594350" y="1722438"/>
          <p14:tracePt t="165374" x="5603875" y="1722438"/>
          <p14:tracePt t="165383" x="5614988" y="1722438"/>
          <p14:tracePt t="165391" x="5618163" y="1725613"/>
          <p14:tracePt t="165392" x="5622925" y="1725613"/>
          <p14:tracePt t="165408" x="5626100" y="1725613"/>
          <p14:tracePt t="165888" x="5629275" y="1725613"/>
          <p14:tracePt t="165890" x="5632450" y="1728788"/>
          <p14:tracePt t="165893" x="5637213" y="1728788"/>
          <p14:tracePt t="165900" x="5646738" y="1736725"/>
          <p14:tracePt t="165908" x="5672138" y="1746250"/>
          <p14:tracePt t="165917" x="5697538" y="1760538"/>
          <p14:tracePt t="165925" x="5729288" y="1774825"/>
          <p14:tracePt t="165926" x="5732463" y="1779588"/>
          <p14:tracePt t="165926" x="5737225" y="1779588"/>
          <p14:tracePt t="165933" x="5768975" y="1797050"/>
          <p14:tracePt t="165942" x="5803900" y="1817688"/>
          <p14:tracePt t="165950" x="5843588" y="1839913"/>
          <p14:tracePt t="165951" x="5846763" y="1843088"/>
          <p14:tracePt t="165958" x="5886450" y="1871663"/>
          <p14:tracePt t="165967" x="5929313" y="1900238"/>
          <p14:tracePt t="165967" x="5937250" y="1903413"/>
          <p14:tracePt t="165975" x="5986463" y="1939925"/>
          <p14:tracePt t="165983" x="6037263" y="1974850"/>
          <p14:tracePt t="165992" x="6089650" y="2014538"/>
          <p14:tracePt t="166000" x="6154738" y="2057400"/>
          <p14:tracePt t="166009" x="6211888" y="2100263"/>
          <p14:tracePt t="166017" x="6272213" y="2143125"/>
          <p14:tracePt t="166017" x="6280150" y="2151063"/>
          <p14:tracePt t="166025" x="6329363" y="2185988"/>
          <p14:tracePt t="166034" x="6380163" y="2222500"/>
          <p14:tracePt t="166034" x="6386513" y="2225675"/>
          <p14:tracePt t="166042" x="6426200" y="2254250"/>
          <p14:tracePt t="166042" x="6429375" y="2257425"/>
          <p14:tracePt t="166050" x="6469063" y="2286000"/>
          <p14:tracePt t="166059" x="6500813" y="2314575"/>
          <p14:tracePt t="166067" x="6518275" y="2332038"/>
          <p14:tracePt t="166075" x="6526213" y="2346325"/>
          <p14:tracePt t="166084" x="6529388" y="2351088"/>
          <p14:tracePt t="166886" x="6529388" y="2354263"/>
          <p14:tracePt t="166890" x="6529388" y="2357438"/>
          <p14:tracePt t="166894" x="6532563" y="2357438"/>
          <p14:tracePt t="166894" x="6532563" y="2360613"/>
          <p14:tracePt t="166901" x="6537325" y="2374900"/>
          <p14:tracePt t="166910" x="6540500" y="2400300"/>
          <p14:tracePt t="166918" x="6551613" y="2432050"/>
          <p14:tracePt t="166926" x="6565900" y="2479675"/>
          <p14:tracePt t="166935" x="6580188" y="2528888"/>
          <p14:tracePt t="166943" x="6600825" y="2586038"/>
          <p14:tracePt t="166951" x="6623050" y="2654300"/>
          <p14:tracePt t="166960" x="6640513" y="2722563"/>
          <p14:tracePt t="166968" x="6654800" y="2794000"/>
          <p14:tracePt t="166969" x="6657975" y="2803525"/>
          <p14:tracePt t="166976" x="6672263" y="2874963"/>
          <p14:tracePt t="166985" x="6686550" y="2951163"/>
          <p14:tracePt t="166993" x="6700838" y="3025775"/>
          <p14:tracePt t="167001" x="6711950" y="3089275"/>
          <p14:tracePt t="167010" x="6729413" y="3157538"/>
          <p14:tracePt t="167018" x="6746875" y="3232150"/>
          <p14:tracePt t="167027" x="6761163" y="3282950"/>
          <p14:tracePt t="167035" x="6780213" y="3340100"/>
          <p14:tracePt t="167043" x="6794500" y="3394075"/>
          <p14:tracePt t="167052" x="6808788" y="3440113"/>
          <p14:tracePt t="167060" x="6823075" y="3475038"/>
          <p14:tracePt t="167060" x="6826250" y="3479800"/>
          <p14:tracePt t="167068" x="6837363" y="3511550"/>
          <p14:tracePt t="167077" x="6851650" y="3536950"/>
          <p14:tracePt t="167085" x="6858000" y="3554413"/>
          <p14:tracePt t="167093" x="6865938" y="3568700"/>
          <p14:tracePt t="167102" x="6869113" y="3575050"/>
          <p14:tracePt t="167110" x="6872288" y="3579813"/>
          <p14:tracePt t="167119" x="6872288" y="3582988"/>
          <p14:tracePt t="167202" x="6875463" y="3582988"/>
          <p14:tracePt t="167211" x="6880225" y="3582988"/>
          <p14:tracePt t="167217" x="6883400" y="3582988"/>
          <p14:tracePt t="167219" x="6883400" y="3586163"/>
          <p14:tracePt t="167227" x="6889750" y="3586163"/>
          <p14:tracePt t="167235" x="6897688" y="3589338"/>
          <p14:tracePt t="167244" x="6908800" y="3589338"/>
          <p14:tracePt t="167252" x="6915150" y="3594100"/>
          <p14:tracePt t="167260" x="6926263" y="3594100"/>
          <p14:tracePt t="167269" x="6932613" y="3594100"/>
          <p14:tracePt t="167277" x="6940550" y="3597275"/>
          <p14:tracePt t="167285" x="6951663" y="3597275"/>
          <p14:tracePt t="167294" x="6954838" y="3597275"/>
          <p14:tracePt t="167302" x="6961188" y="3600450"/>
          <p14:tracePt t="167303" x="6965950" y="3600450"/>
          <p14:tracePt t="167310" x="6972300" y="3600450"/>
          <p14:tracePt t="167319" x="6975475" y="3603625"/>
          <p14:tracePt t="167327" x="6983413" y="3603625"/>
          <p14:tracePt t="167335" x="6986588" y="3603625"/>
          <p14:tracePt t="167344" x="6989763" y="3603625"/>
          <p14:tracePt t="167368" x="6994525" y="3603625"/>
          <p14:tracePt t="167381" x="6997700" y="3603625"/>
          <p14:tracePt t="167403" x="7000875" y="3603625"/>
          <p14:tracePt t="167411" x="7004050" y="3603625"/>
          <p14:tracePt t="167423" x="7008813" y="3603625"/>
          <p14:tracePt t="167429" x="7011988" y="3603625"/>
          <p14:tracePt t="167435" x="7015163" y="3603625"/>
          <p14:tracePt t="167439" x="7018338" y="3603625"/>
          <p14:tracePt t="167444" x="7023100" y="3603625"/>
          <p14:tracePt t="167452" x="7029450" y="3603625"/>
          <p14:tracePt t="167460" x="7037388" y="3603625"/>
          <p14:tracePt t="167469" x="7043738" y="3603625"/>
          <p14:tracePt t="167477" x="7051675" y="3603625"/>
          <p14:tracePt t="167486" x="7058025" y="3600450"/>
          <p14:tracePt t="167494" x="7065963" y="3600450"/>
          <p14:tracePt t="167502" x="7072313" y="3600450"/>
          <p14:tracePt t="167511" x="7080250" y="3600450"/>
          <p14:tracePt t="167519" x="7086600" y="3600450"/>
          <p14:tracePt t="167527" x="7089775" y="3597275"/>
          <p14:tracePt t="167536" x="7094538" y="3597275"/>
          <p14:tracePt t="167552" x="7097713" y="3597275"/>
          <p14:tracePt t="167561" x="7100888" y="3597275"/>
          <p14:tracePt t="167569" x="7100888" y="3594100"/>
          <p14:tracePt t="167577" x="7104063" y="3594100"/>
          <p14:tracePt t="167586" x="7108825" y="3594100"/>
          <p14:tracePt t="172120" x="7104063" y="3594100"/>
          <p14:tracePt t="172122" x="7100888" y="3597275"/>
          <p14:tracePt t="172125" x="7097713" y="3597275"/>
          <p14:tracePt t="172133" x="7069138" y="3608388"/>
          <p14:tracePt t="172142" x="7040563" y="3617913"/>
          <p14:tracePt t="172150" x="7011988" y="3629025"/>
          <p14:tracePt t="172158" x="6986588" y="3640138"/>
          <p14:tracePt t="172167" x="6972300" y="3646488"/>
          <p14:tracePt t="172175" x="6954838" y="3654425"/>
          <p14:tracePt t="172177" x="6951663" y="3654425"/>
          <p14:tracePt t="172184" x="6943725" y="3657600"/>
          <p14:tracePt t="172192" x="6932613" y="3660775"/>
          <p14:tracePt t="172212" x="6929438" y="3660775"/>
          <p14:tracePt t="172287" x="6926263" y="3660775"/>
          <p14:tracePt t="172291" x="6923088" y="3660775"/>
          <p14:tracePt t="172293" x="6918325" y="3660775"/>
          <p14:tracePt t="172300" x="6908800" y="3660775"/>
          <p14:tracePt t="172309" x="6889750" y="3660775"/>
          <p14:tracePt t="172317" x="6872288" y="3660775"/>
          <p14:tracePt t="172325" x="6858000" y="3660775"/>
          <p14:tracePt t="172334" x="6843713" y="3660775"/>
          <p14:tracePt t="172342" x="6832600" y="3660775"/>
          <p14:tracePt t="172350" x="6823075" y="3660775"/>
          <p14:tracePt t="172359" x="6815138" y="3660775"/>
          <p14:tracePt t="172367" x="6808788" y="3660775"/>
          <p14:tracePt t="172375" x="6804025" y="3660775"/>
          <p14:tracePt t="172384" x="6800850" y="3660775"/>
          <p14:tracePt t="172400" x="6797675" y="3660775"/>
          <p14:tracePt t="172600" x="6794500" y="3660775"/>
          <p14:tracePt t="172605" x="6789738" y="3665538"/>
          <p14:tracePt t="172610" x="6786563" y="3665538"/>
          <p14:tracePt t="172617" x="6783388" y="3668713"/>
          <p14:tracePt t="172626" x="6772275" y="3671888"/>
          <p14:tracePt t="172634" x="6757988" y="3675063"/>
          <p14:tracePt t="172642" x="6746875" y="3679825"/>
          <p14:tracePt t="172651" x="6732588" y="3683000"/>
          <p14:tracePt t="172661" x="6708775" y="3686175"/>
          <p14:tracePt t="172667" x="6689725" y="3686175"/>
          <p14:tracePt t="172676" x="6669088" y="3689350"/>
          <p14:tracePt t="172684" x="6643688" y="3689350"/>
          <p14:tracePt t="172685" x="6640513" y="3689350"/>
          <p14:tracePt t="172692" x="6615113" y="3689350"/>
          <p14:tracePt t="172701" x="6589713" y="3694113"/>
          <p14:tracePt t="172709" x="6557963" y="3694113"/>
          <p14:tracePt t="172717" x="6532563" y="3694113"/>
          <p14:tracePt t="172726" x="6508750" y="3694113"/>
          <p14:tracePt t="172734" x="6483350" y="3694113"/>
          <p14:tracePt t="172735" x="6480175" y="3694113"/>
          <p14:tracePt t="172743" x="6457950" y="3694113"/>
          <p14:tracePt t="172751" x="6432550" y="3689350"/>
          <p14:tracePt t="172759" x="6411913" y="3689350"/>
          <p14:tracePt t="172768" x="6394450" y="3689350"/>
          <p14:tracePt t="172776" x="6375400" y="3689350"/>
          <p14:tracePt t="172784" x="6361113" y="3689350"/>
          <p14:tracePt t="172793" x="6354763" y="3686175"/>
          <p14:tracePt t="172801" x="6351588" y="3686175"/>
          <p14:tracePt t="172809" x="6346825" y="3686175"/>
          <p14:tracePt t="172818" x="6340475" y="3686175"/>
          <p14:tracePt t="172826" x="6337300" y="3683000"/>
          <p14:tracePt t="172843" x="6332538" y="3683000"/>
          <p14:tracePt t="172851" x="6329363" y="3683000"/>
          <p14:tracePt t="172868" x="6326188" y="3679825"/>
          <p14:tracePt t="172876" x="6323013" y="3679825"/>
          <p14:tracePt t="172884" x="6315075" y="3679825"/>
          <p14:tracePt t="172893" x="6311900" y="3675063"/>
          <p14:tracePt t="172901" x="6308725" y="3675063"/>
          <p14:tracePt t="172909" x="6303963" y="3671888"/>
          <p14:tracePt t="172918" x="6300788" y="3671888"/>
          <p14:tracePt t="172926" x="6294438" y="3668713"/>
          <p14:tracePt t="172934" x="6286500" y="3665538"/>
          <p14:tracePt t="172943" x="6280150" y="3665538"/>
          <p14:tracePt t="172951" x="6275388" y="3660775"/>
          <p14:tracePt t="172952" x="6272213" y="3660775"/>
          <p14:tracePt t="172959" x="6269038" y="3657600"/>
          <p14:tracePt t="172968" x="6265863" y="3657600"/>
          <p14:tracePt t="172968" x="6261100" y="3657600"/>
          <p14:tracePt t="172976" x="6257925" y="3654425"/>
          <p14:tracePt t="172984" x="6251575" y="3651250"/>
          <p14:tracePt t="172993" x="6246813" y="3651250"/>
          <p14:tracePt t="173001" x="6243638" y="3646488"/>
          <p14:tracePt t="173002" x="6240463" y="3646488"/>
          <p14:tracePt t="173010" x="6237288" y="3643313"/>
          <p14:tracePt t="173018" x="6232525" y="3643313"/>
          <p14:tracePt t="173026" x="6226175" y="3640138"/>
          <p14:tracePt t="173035" x="6218238" y="3636963"/>
          <p14:tracePt t="173043" x="6215063" y="3636963"/>
          <p14:tracePt t="173051" x="6211888" y="3632200"/>
          <p14:tracePt t="173060" x="6208713" y="3632200"/>
          <p14:tracePt t="173068" x="6203950" y="3632200"/>
          <p14:tracePt t="173076" x="6203950" y="3629025"/>
          <p14:tracePt t="173085" x="6200775" y="3629025"/>
          <p14:tracePt t="173120" x="6200775" y="3625850"/>
          <p14:tracePt t="173123" x="6197600" y="3625850"/>
          <p14:tracePt t="173169" x="6197600" y="3622675"/>
          <p14:tracePt t="173185" x="6197600" y="3617913"/>
          <p14:tracePt t="173205" x="6197600" y="3614738"/>
          <p14:tracePt t="173233" x="6197600" y="3611563"/>
          <p14:tracePt t="173240" x="6194425" y="3611563"/>
          <p14:tracePt t="173242" x="6194425" y="3608388"/>
          <p14:tracePt t="173252" x="6194425" y="3603625"/>
          <p14:tracePt t="173258" x="6194425" y="3600450"/>
          <p14:tracePt t="173269" x="6194425" y="3597275"/>
          <p14:tracePt t="173280" x="6194425" y="3594100"/>
          <p14:tracePt t="173309" x="6194425" y="3589338"/>
          <p14:tracePt t="173313" x="6189663" y="3589338"/>
          <p14:tracePt t="173318" x="6189663" y="3586163"/>
          <p14:tracePt t="173327" x="6186488" y="3586163"/>
          <p14:tracePt t="173335" x="6183313" y="3579813"/>
          <p14:tracePt t="173343" x="6180138" y="3575050"/>
          <p14:tracePt t="173352" x="6175375" y="3568700"/>
          <p14:tracePt t="173360" x="6172200" y="3560763"/>
          <p14:tracePt t="173368" x="6169025" y="3557588"/>
          <p14:tracePt t="173377" x="6165850" y="3551238"/>
          <p14:tracePt t="173385" x="6165850" y="3546475"/>
          <p14:tracePt t="173393" x="6161088" y="3540125"/>
          <p14:tracePt t="173402" x="6157913" y="3536950"/>
          <p14:tracePt t="173410" x="6154738" y="3532188"/>
          <p14:tracePt t="173418" x="6154738" y="3525838"/>
          <p14:tracePt t="173427" x="6151563" y="3522663"/>
          <p14:tracePt t="173435" x="6146800" y="3522663"/>
          <p14:tracePt t="173443" x="6146800" y="3517900"/>
          <p14:tracePt t="173452" x="6143625" y="3514725"/>
          <p14:tracePt t="173625" x="6143625" y="3511550"/>
          <p14:tracePt t="173631" x="6143625" y="3508375"/>
          <p14:tracePt t="173641" x="6143625" y="3503613"/>
          <p14:tracePt t="173650" x="6143625" y="3500438"/>
          <p14:tracePt t="173664" x="6143625" y="3497263"/>
          <p14:tracePt t="173675" x="6143625" y="3494088"/>
          <p14:tracePt t="173683" x="6143625" y="3489325"/>
          <p14:tracePt t="173693" x="6143625" y="3486150"/>
          <p14:tracePt t="173700" x="6143625" y="3482975"/>
          <p14:tracePt t="173709" x="6143625" y="3479800"/>
          <p14:tracePt t="173723" x="6143625" y="3475038"/>
          <p14:tracePt t="173741" x="6143625" y="3471863"/>
          <p14:tracePt t="173765" x="6143625" y="3468688"/>
          <p14:tracePt t="173774" x="6143625" y="3465513"/>
          <p14:tracePt t="173781" x="6146800" y="3460750"/>
          <p14:tracePt t="173787" x="6146800" y="3457575"/>
          <p14:tracePt t="173791" x="6146800" y="3454400"/>
          <p14:tracePt t="173796" x="6146800" y="3451225"/>
          <p14:tracePt t="173802" x="6151563" y="3446463"/>
          <p14:tracePt t="173811" x="6151563" y="3440113"/>
          <p14:tracePt t="173819" x="6154738" y="3436938"/>
          <p14:tracePt t="173827" x="6154738" y="3432175"/>
          <p14:tracePt t="173836" x="6154738" y="3429000"/>
          <p14:tracePt t="173836" x="6157913" y="3429000"/>
          <p14:tracePt t="173947" x="6157913" y="3425825"/>
          <p14:tracePt t="173955" x="6161088" y="3425825"/>
          <p14:tracePt t="173962" x="6161088" y="3422650"/>
          <p14:tracePt t="173963" x="6165850" y="3422650"/>
          <p14:tracePt t="173970" x="6169025" y="3422650"/>
          <p14:tracePt t="173977" x="6172200" y="3417888"/>
          <p14:tracePt t="173986" x="6175375" y="3414713"/>
          <p14:tracePt t="173994" x="6180138" y="3414713"/>
          <p14:tracePt t="174003" x="6180138" y="3411538"/>
          <p14:tracePt t="178055" x="6180138" y="3414713"/>
          <p14:tracePt t="178056" x="6183313" y="3414713"/>
          <p14:tracePt t="178059" x="6186488" y="3417888"/>
          <p14:tracePt t="178066" x="6223000" y="3443288"/>
          <p14:tracePt t="178075" x="6280150" y="3479800"/>
          <p14:tracePt t="178083" x="6361113" y="3522663"/>
          <p14:tracePt t="178091" x="6469063" y="3568700"/>
          <p14:tracePt t="178100" x="6575425" y="3611563"/>
          <p14:tracePt t="178100" x="6594475" y="3614738"/>
          <p14:tracePt t="178108" x="6694488" y="3646488"/>
          <p14:tracePt t="178108" x="6704013" y="3651250"/>
          <p14:tracePt t="178116" x="6811963" y="3679825"/>
          <p14:tracePt t="178125" x="6923088" y="3708400"/>
          <p14:tracePt t="178125" x="6929438" y="3708400"/>
          <p14:tracePt t="178133" x="7023100" y="3729038"/>
          <p14:tracePt t="178133" x="7037388" y="3729038"/>
          <p14:tracePt t="178141" x="7126288" y="3746500"/>
          <p14:tracePt t="178150" x="7215188" y="3768725"/>
          <p14:tracePt t="178158" x="7294563" y="3783013"/>
          <p14:tracePt t="178158" x="7308850" y="3783013"/>
          <p14:tracePt t="178166" x="7380288" y="3797300"/>
          <p14:tracePt t="178175" x="7446963" y="3808413"/>
          <p14:tracePt t="178183" x="7512050" y="3822700"/>
          <p14:tracePt t="178184" x="7518400" y="3822700"/>
          <p14:tracePt t="178191" x="7583488" y="3836988"/>
          <p14:tracePt t="178200" x="7643813" y="3846513"/>
          <p14:tracePt t="178200" x="7651750" y="3846513"/>
          <p14:tracePt t="178208" x="7704138" y="3860800"/>
          <p14:tracePt t="178209" x="7712075" y="3860800"/>
          <p14:tracePt t="178216" x="7780338" y="3879850"/>
          <p14:tracePt t="178225" x="7840663" y="3894138"/>
          <p14:tracePt t="178233" x="7900988" y="3903663"/>
          <p14:tracePt t="178234" x="7908925" y="3908425"/>
          <p14:tracePt t="178241" x="7969250" y="3917950"/>
          <p14:tracePt t="178250" x="8040688" y="3932238"/>
          <p14:tracePt t="178258" x="8101013" y="3946525"/>
          <p14:tracePt t="178266" x="8175625" y="3960813"/>
          <p14:tracePt t="178275" x="8229600" y="3971925"/>
          <p14:tracePt t="178283" x="8286750" y="3986213"/>
          <p14:tracePt t="178292" x="8318500" y="3994150"/>
          <p14:tracePt t="178300" x="8340725" y="4000500"/>
          <p14:tracePt t="178308" x="8347075" y="4003675"/>
          <p14:tracePt t="178333" x="8343900" y="4003675"/>
          <p14:tracePt t="178335" x="8340725" y="4008438"/>
          <p14:tracePt t="178342" x="8329613" y="4008438"/>
          <p14:tracePt t="178350" x="8304213" y="4011613"/>
          <p14:tracePt t="178358" x="8272463" y="4014788"/>
          <p14:tracePt t="178367" x="8232775" y="4014788"/>
          <p14:tracePt t="178375" x="8183563" y="4014788"/>
          <p14:tracePt t="178375" x="8180388" y="4014788"/>
          <p14:tracePt t="178383" x="8132763" y="4008438"/>
          <p14:tracePt t="178392" x="8094663" y="4000500"/>
          <p14:tracePt t="178400" x="8058150" y="3994150"/>
          <p14:tracePt t="178408" x="8023225" y="3989388"/>
          <p14:tracePt t="178417" x="8001000" y="3983038"/>
          <p14:tracePt t="178425" x="7986713" y="3975100"/>
          <p14:tracePt t="178426" x="7983538" y="3975100"/>
          <p14:tracePt t="178433" x="7972425" y="3971925"/>
          <p14:tracePt t="178442" x="7958138" y="3965575"/>
          <p14:tracePt t="178450" x="7951788" y="3960813"/>
          <p14:tracePt t="178458" x="7940675" y="3954463"/>
          <p14:tracePt t="178467" x="7929563" y="3943350"/>
          <p14:tracePt t="178475" x="7918450" y="3937000"/>
          <p14:tracePt t="178483" x="7908925" y="3917950"/>
          <p14:tracePt t="178492" x="7900988" y="3908425"/>
          <p14:tracePt t="178500" x="7889875" y="3889375"/>
          <p14:tracePt t="178501" x="7889875" y="3886200"/>
          <p14:tracePt t="178508" x="7883525" y="3868738"/>
          <p14:tracePt t="178517" x="7872413" y="3846513"/>
          <p14:tracePt t="178517" x="7872413" y="3843338"/>
          <p14:tracePt t="178525" x="7861300" y="3822700"/>
          <p14:tracePt t="178533" x="7854950" y="3797300"/>
          <p14:tracePt t="178542" x="7847013" y="3775075"/>
          <p14:tracePt t="178550" x="7840663" y="3754438"/>
          <p14:tracePt t="178559" x="7837488" y="3736975"/>
          <p14:tracePt t="178567" x="7837488" y="3722688"/>
          <p14:tracePt t="178575" x="7837488" y="3708400"/>
          <p14:tracePt t="178584" x="7837488" y="3697288"/>
          <p14:tracePt t="178592" x="7837488" y="3689350"/>
          <p14:tracePt t="178600" x="7837488" y="3683000"/>
          <p14:tracePt t="178609" x="7837488" y="3679825"/>
          <p14:tracePt t="178815" x="7837488" y="3675063"/>
          <p14:tracePt t="178820" x="7837488" y="3671888"/>
          <p14:tracePt t="178821" x="7840663" y="3671888"/>
          <p14:tracePt t="178828" x="7840663" y="3668713"/>
          <p14:tracePt t="178834" x="7843838" y="3668713"/>
          <p14:tracePt t="178842" x="7851775" y="3660775"/>
          <p14:tracePt t="178851" x="7858125" y="3657600"/>
          <p14:tracePt t="178859" x="7866063" y="3654425"/>
          <p14:tracePt t="178867" x="7872413" y="3646488"/>
          <p14:tracePt t="178876" x="7883525" y="3643313"/>
          <p14:tracePt t="178876" x="7886700" y="3640138"/>
          <p14:tracePt t="178884" x="7897813" y="3636963"/>
          <p14:tracePt t="178884" x="7900988" y="3636963"/>
          <p14:tracePt t="178892" x="7915275" y="3625850"/>
          <p14:tracePt t="178901" x="7929563" y="3617913"/>
          <p14:tracePt t="178909" x="7947025" y="3614738"/>
          <p14:tracePt t="178910" x="7951788" y="3611563"/>
          <p14:tracePt t="178917" x="7969250" y="3603625"/>
          <p14:tracePt t="178926" x="7989888" y="3597275"/>
          <p14:tracePt t="178934" x="8008938" y="3589338"/>
          <p14:tracePt t="178935" x="8015288" y="3589338"/>
          <p14:tracePt t="178942" x="8032750" y="3582988"/>
          <p14:tracePt t="178951" x="8054975" y="3575050"/>
          <p14:tracePt t="178959" x="8072438" y="3568700"/>
          <p14:tracePt t="178967" x="8089900" y="3560763"/>
          <p14:tracePt t="178968" x="8094663" y="3560763"/>
          <p14:tracePt t="178976" x="8104188" y="3557588"/>
          <p14:tracePt t="178984" x="8112125" y="3554413"/>
          <p14:tracePt t="178992" x="8118475" y="3551238"/>
          <p14:tracePt t="179001" x="8123238" y="3551238"/>
          <p14:tracePt t="179009" x="8126413" y="3546475"/>
          <p14:tracePt t="179136" x="8129588" y="3546475"/>
          <p14:tracePt t="179143" x="8132763" y="3546475"/>
          <p14:tracePt t="179147" x="8137525" y="3546475"/>
          <p14:tracePt t="179151" x="8140700" y="3546475"/>
          <p14:tracePt t="179159" x="8151813" y="3546475"/>
          <p14:tracePt t="179168" x="8166100" y="3546475"/>
          <p14:tracePt t="179176" x="8175625" y="3546475"/>
          <p14:tracePt t="179184" x="8186738" y="3546475"/>
          <p14:tracePt t="179193" x="8194675" y="3546475"/>
          <p14:tracePt t="179201" x="8201025" y="3546475"/>
          <p14:tracePt t="179209" x="8204200" y="3546475"/>
          <p14:tracePt t="179218" x="8208963" y="3546475"/>
          <p14:tracePt t="179226" x="8212138" y="3546475"/>
          <p14:tracePt t="179234" x="8215313" y="3546475"/>
          <p14:tracePt t="179243" x="8218488" y="3546475"/>
          <p14:tracePt t="179251" x="8223250" y="3546475"/>
          <p14:tracePt t="179259" x="8226425" y="3546475"/>
          <p14:tracePt t="179268" x="8229600" y="3546475"/>
          <p14:tracePt t="179276" x="8232775" y="3546475"/>
          <p14:tracePt t="179715" x="8232775" y="3551238"/>
          <p14:tracePt t="179845" x="8237538" y="3551238"/>
          <p14:tracePt t="179857" x="8237538" y="3554413"/>
          <p14:tracePt t="179861" x="8232775" y="3557588"/>
          <p14:tracePt t="179865" x="8229600" y="3560763"/>
          <p14:tracePt t="179869" x="8223250" y="3568700"/>
          <p14:tracePt t="179877" x="8189913" y="3594100"/>
          <p14:tracePt t="179885" x="8129588" y="3629025"/>
          <p14:tracePt t="179894" x="8032750" y="3665538"/>
          <p14:tracePt t="179902" x="7900988" y="3697288"/>
          <p14:tracePt t="179903" x="7883525" y="3700463"/>
          <p14:tracePt t="179910" x="7712075" y="3729038"/>
          <p14:tracePt t="179919" x="7518400" y="3746500"/>
          <p14:tracePt t="179927" x="7312025" y="3754438"/>
          <p14:tracePt t="179935" x="7075488" y="3754438"/>
          <p14:tracePt t="179944" x="6840538" y="3754438"/>
          <p14:tracePt t="179944" x="6811963" y="3754438"/>
          <p14:tracePt t="179952" x="6629400" y="3751263"/>
          <p14:tracePt t="179960" x="6361113" y="3740150"/>
          <p14:tracePt t="179969" x="6143625" y="3725863"/>
          <p14:tracePt t="179977" x="5951538" y="3714750"/>
          <p14:tracePt t="179985" x="5743575" y="3700463"/>
          <p14:tracePt t="179994" x="5572125" y="3686175"/>
          <p14:tracePt t="180002" x="5443538" y="3671888"/>
          <p14:tracePt t="180003" x="5429250" y="3668713"/>
          <p14:tracePt t="180010" x="5340350" y="3657600"/>
          <p14:tracePt t="180019" x="5280025" y="3646488"/>
          <p14:tracePt t="180027" x="5246688" y="3636963"/>
          <p14:tracePt t="180035" x="5243513" y="3632200"/>
          <p14:tracePt t="180052" x="5243513" y="3629025"/>
          <p14:tracePt t="180060" x="5257800" y="3614738"/>
          <p14:tracePt t="180069" x="5280025" y="3600450"/>
          <p14:tracePt t="180077" x="5308600" y="3586163"/>
          <p14:tracePt t="180086" x="5337175" y="3575050"/>
          <p14:tracePt t="180094" x="5354638" y="3568700"/>
          <p14:tracePt t="180094" x="5357813" y="3565525"/>
          <p14:tracePt t="180102" x="5368925" y="3560763"/>
          <p14:tracePt t="180111" x="5372100" y="3560763"/>
          <p14:tracePt t="180213" x="5375275" y="3560763"/>
          <p14:tracePt t="180219" x="5380038" y="3560763"/>
          <p14:tracePt t="180222" x="5383213" y="3560763"/>
          <p14:tracePt t="180227" x="5386388" y="3560763"/>
          <p14:tracePt t="180236" x="5400675" y="3565525"/>
          <p14:tracePt t="180244" x="5422900" y="3565525"/>
          <p14:tracePt t="180252" x="5454650" y="3568700"/>
          <p14:tracePt t="180261" x="5486400" y="3568700"/>
          <p14:tracePt t="180269" x="5518150" y="3571875"/>
          <p14:tracePt t="180277" x="5565775" y="3571875"/>
          <p14:tracePt t="180286" x="5600700" y="3571875"/>
          <p14:tracePt t="180294" x="5643563" y="3568700"/>
          <p14:tracePt t="180302" x="5680075" y="3565525"/>
          <p14:tracePt t="180311" x="5715000" y="3557588"/>
          <p14:tracePt t="180319" x="5746750" y="3551238"/>
          <p14:tracePt t="180328" x="5772150" y="3543300"/>
          <p14:tracePt t="180336" x="5794375" y="3536950"/>
          <p14:tracePt t="180344" x="5808663" y="3532188"/>
          <p14:tracePt t="180353" x="5818188" y="3529013"/>
          <p14:tracePt t="180361" x="5822950" y="3529013"/>
          <p14:tracePt t="180369" x="5822950" y="3525838"/>
          <p14:tracePt t="182650" x="5826125" y="3525838"/>
          <p14:tracePt t="182676" x="5829300" y="3525838"/>
          <p14:tracePt t="182680" x="5829300" y="3529013"/>
          <p14:tracePt t="182690" x="5832475" y="3529013"/>
          <p14:tracePt t="182701" x="5837238" y="3529013"/>
          <p14:tracePt t="182704" x="5837238" y="3532188"/>
          <p14:tracePt t="182724" x="5840413" y="3532188"/>
          <p14:tracePt t="183670" x="5843588" y="3532188"/>
          <p14:tracePt t="183676" x="5846763" y="3532188"/>
          <p14:tracePt t="183680" x="5851525" y="3532188"/>
          <p14:tracePt t="183684" x="5854700" y="3532188"/>
          <p14:tracePt t="183690" x="5857875" y="3536950"/>
          <p14:tracePt t="183699" x="5868988" y="3540125"/>
          <p14:tracePt t="183707" x="5875338" y="3540125"/>
          <p14:tracePt t="183715" x="5880100" y="3540125"/>
          <p14:tracePt t="183724" x="5886450" y="3540125"/>
          <p14:tracePt t="183732" x="5889625" y="3543300"/>
          <p14:tracePt t="183740" x="5894388" y="3543300"/>
          <p14:tracePt t="183749" x="5897563" y="3543300"/>
          <p14:tracePt t="184316" x="5897563" y="3546475"/>
          <p14:tracePt t="184322" x="5900738" y="3546475"/>
          <p14:tracePt t="184327" x="5903913" y="3551238"/>
          <p14:tracePt t="184336" x="5908675" y="3554413"/>
          <p14:tracePt t="184343" x="5911850" y="3554413"/>
          <p14:tracePt t="184350" x="5911850" y="3557588"/>
          <p14:tracePt t="184358" x="5918200" y="3560763"/>
          <p14:tracePt t="184366" x="5922963" y="3560763"/>
          <p14:tracePt t="184375" x="5929313" y="3568700"/>
          <p14:tracePt t="184383" x="5940425" y="3571875"/>
          <p14:tracePt t="184391" x="5951538" y="3575050"/>
          <p14:tracePt t="184400" x="5965825" y="3579813"/>
          <p14:tracePt t="184408" x="5986463" y="3586163"/>
          <p14:tracePt t="184416" x="6015038" y="3589338"/>
          <p14:tracePt t="184425" x="6054725" y="3597275"/>
          <p14:tracePt t="184433" x="6103938" y="3603625"/>
          <p14:tracePt t="184441" x="6172200" y="3611563"/>
          <p14:tracePt t="184450" x="6261100" y="3617913"/>
          <p14:tracePt t="184458" x="6354763" y="3625850"/>
          <p14:tracePt t="184466" x="6480175" y="3636963"/>
          <p14:tracePt t="184475" x="6618288" y="3646488"/>
          <p14:tracePt t="184483" x="6743700" y="3654425"/>
          <p14:tracePt t="184491" x="6918325" y="3671888"/>
          <p14:tracePt t="184500" x="7097713" y="3686175"/>
          <p14:tracePt t="184500" x="7118350" y="3686175"/>
          <p14:tracePt t="184508" x="7251700" y="3697288"/>
          <p14:tracePt t="184509" x="7283450" y="3700463"/>
          <p14:tracePt t="184516" x="7454900" y="3711575"/>
          <p14:tracePt t="184525" x="7618413" y="3722688"/>
          <p14:tracePt t="184533" x="7783513" y="3736975"/>
          <p14:tracePt t="184534" x="7800975" y="3736975"/>
          <p14:tracePt t="184542" x="7940675" y="3743325"/>
          <p14:tracePt t="184550" x="8072438" y="3751263"/>
          <p14:tracePt t="184558" x="8189913" y="3751263"/>
          <p14:tracePt t="184559" x="8208963" y="3751263"/>
          <p14:tracePt t="184566" x="8318500" y="3754438"/>
          <p14:tracePt t="184575" x="8408988" y="3754438"/>
          <p14:tracePt t="184583" x="8489950" y="3754438"/>
          <p14:tracePt t="184591" x="8561388" y="3754438"/>
          <p14:tracePt t="184600" x="8618538" y="3754438"/>
          <p14:tracePt t="184608" x="8666163" y="3754438"/>
          <p14:tracePt t="184617" x="8697913" y="3754438"/>
          <p14:tracePt t="184625" x="8715375" y="3754438"/>
          <p14:tracePt t="184633" x="8723313" y="3751263"/>
          <p14:tracePt t="184668" x="8723313" y="3746500"/>
          <p14:tracePt t="184669" x="8718550" y="3746500"/>
          <p14:tracePt t="184675" x="8715375" y="3746500"/>
          <p14:tracePt t="184683" x="8709025" y="3740150"/>
          <p14:tracePt t="184692" x="8697913" y="3736975"/>
          <p14:tracePt t="184700" x="8686800" y="3732213"/>
          <p14:tracePt t="184701" x="8683625" y="3729038"/>
          <p14:tracePt t="184708" x="8672513" y="3725863"/>
          <p14:tracePt t="184717" x="8661400" y="3717925"/>
          <p14:tracePt t="184725" x="8647113" y="3711575"/>
          <p14:tracePt t="184733" x="8632825" y="3703638"/>
          <p14:tracePt t="184742" x="8615363" y="3697288"/>
          <p14:tracePt t="184750" x="8597900" y="3689350"/>
          <p14:tracePt t="184751" x="8594725" y="3689350"/>
          <p14:tracePt t="184758" x="8572500" y="3683000"/>
          <p14:tracePt t="184767" x="8551863" y="3679825"/>
          <p14:tracePt t="184775" x="8526463" y="3675063"/>
          <p14:tracePt t="184783" x="8497888" y="3671888"/>
          <p14:tracePt t="184792" x="8466138" y="3671888"/>
          <p14:tracePt t="184800" x="8437563" y="3668713"/>
          <p14:tracePt t="184801" x="8432800" y="3668713"/>
          <p14:tracePt t="184801" x="8429625" y="3668713"/>
          <p14:tracePt t="184809" x="8401050" y="3668713"/>
          <p14:tracePt t="184817" x="8369300" y="3668713"/>
          <p14:tracePt t="184825" x="8332788" y="3668713"/>
          <p14:tracePt t="184834" x="8301038" y="3671888"/>
          <p14:tracePt t="184842" x="8269288" y="3675063"/>
          <p14:tracePt t="184850" x="8240713" y="3679825"/>
          <p14:tracePt t="184859" x="8208963" y="3683000"/>
          <p14:tracePt t="184867" x="8183563" y="3686175"/>
          <p14:tracePt t="184875" x="8154988" y="3689350"/>
          <p14:tracePt t="184884" x="8129588" y="3694113"/>
          <p14:tracePt t="184892" x="8108950" y="3697288"/>
          <p14:tracePt t="184900" x="8083550" y="3700463"/>
          <p14:tracePt t="184909" x="8061325" y="3700463"/>
          <p14:tracePt t="184909" x="8058150" y="3700463"/>
          <p14:tracePt t="184917" x="8040688" y="3700463"/>
          <p14:tracePt t="184917" x="8037513" y="3700463"/>
          <p14:tracePt t="184925" x="8015288" y="3700463"/>
          <p14:tracePt t="184934" x="7997825" y="3700463"/>
          <p14:tracePt t="184934" x="7994650" y="3700463"/>
          <p14:tracePt t="184942" x="7972425" y="3700463"/>
          <p14:tracePt t="184950" x="7947025" y="3697288"/>
          <p14:tracePt t="184959" x="7918450" y="3694113"/>
          <p14:tracePt t="184959" x="7915275" y="3694113"/>
          <p14:tracePt t="184967" x="7889875" y="3686175"/>
          <p14:tracePt t="184975" x="7858125" y="3679825"/>
          <p14:tracePt t="184984" x="7826375" y="3671888"/>
          <p14:tracePt t="184984" x="7823200" y="3668713"/>
          <p14:tracePt t="184992" x="7794625" y="3660775"/>
          <p14:tracePt t="185000" x="7761288" y="3651250"/>
          <p14:tracePt t="185009" x="7732713" y="3643313"/>
          <p14:tracePt t="185017" x="7704138" y="3632200"/>
          <p14:tracePt t="185018" x="7700963" y="3632200"/>
          <p14:tracePt t="185025" x="7675563" y="3625850"/>
          <p14:tracePt t="185034" x="7654925" y="3617913"/>
          <p14:tracePt t="185034" x="7654925" y="3614738"/>
          <p14:tracePt t="185042" x="7637463" y="3611563"/>
          <p14:tracePt t="185050" x="7618413" y="3603625"/>
          <p14:tracePt t="185059" x="7608888" y="3600450"/>
          <p14:tracePt t="185067" x="7600950" y="3597275"/>
          <p14:tracePt t="185076" x="7594600" y="3597275"/>
          <p14:tracePt t="185217" x="7597775" y="3597275"/>
          <p14:tracePt t="185224" x="7600950" y="3597275"/>
          <p14:tracePt t="185228" x="7604125" y="3597275"/>
          <p14:tracePt t="185234" x="7608888" y="3597275"/>
          <p14:tracePt t="185242" x="7615238" y="3597275"/>
          <p14:tracePt t="185251" x="7623175" y="3594100"/>
          <p14:tracePt t="185259" x="7629525" y="3594100"/>
          <p14:tracePt t="185267" x="7640638" y="3594100"/>
          <p14:tracePt t="185276" x="7646988" y="3594100"/>
          <p14:tracePt t="185284" x="7654925" y="3594100"/>
          <p14:tracePt t="185292" x="7661275" y="3589338"/>
          <p14:tracePt t="185659" x="7666038" y="3589338"/>
          <p14:tracePt t="185663" x="7669213" y="3589338"/>
          <p14:tracePt t="185668" x="7672388" y="3589338"/>
          <p14:tracePt t="185676" x="7686675" y="3589338"/>
          <p14:tracePt t="185685" x="7708900" y="3589338"/>
          <p14:tracePt t="185693" x="7726363" y="3589338"/>
          <p14:tracePt t="185701" x="7751763" y="3589338"/>
          <p14:tracePt t="185710" x="7772400" y="3586163"/>
          <p14:tracePt t="185718" x="7794625" y="3586163"/>
          <p14:tracePt t="185719" x="7797800" y="3586163"/>
          <p14:tracePt t="185726" x="7818438" y="3582988"/>
          <p14:tracePt t="185735" x="7837488" y="3582988"/>
          <p14:tracePt t="185735" x="7840663" y="3582988"/>
          <p14:tracePt t="185743" x="7854950" y="3582988"/>
          <p14:tracePt t="185751" x="7869238" y="3582988"/>
          <p14:tracePt t="185760" x="7875588" y="3582988"/>
          <p14:tracePt t="185768" x="7883525" y="3582988"/>
          <p14:tracePt t="185776" x="7886700" y="3582988"/>
          <p14:tracePt t="185793" x="7889875" y="3582988"/>
          <p14:tracePt t="185848" x="7894638" y="3582988"/>
          <p14:tracePt t="185852" x="7897813" y="3582988"/>
          <p14:tracePt t="185861" x="7900988" y="3582988"/>
          <p14:tracePt t="185868" x="7904163" y="3582988"/>
          <p14:tracePt t="185876" x="7908925" y="3582988"/>
          <p14:tracePt t="185885" x="7915275" y="3582988"/>
          <p14:tracePt t="185893" x="7923213" y="3582988"/>
          <p14:tracePt t="185902" x="7929563" y="3582988"/>
          <p14:tracePt t="185910" x="7937500" y="3582988"/>
          <p14:tracePt t="185918" x="7947025" y="3582988"/>
          <p14:tracePt t="185927" x="7954963" y="3582988"/>
          <p14:tracePt t="185935" x="7966075" y="3582988"/>
          <p14:tracePt t="185943" x="7980363" y="3582988"/>
          <p14:tracePt t="185952" x="7986713" y="3582988"/>
          <p14:tracePt t="185960" x="7994650" y="3582988"/>
          <p14:tracePt t="185968" x="8001000" y="3582988"/>
          <p14:tracePt t="185977" x="8008938" y="3582988"/>
          <p14:tracePt t="185985" x="8012113" y="3582988"/>
          <p14:tracePt t="186002" x="8015288" y="3582988"/>
          <p14:tracePt t="186401" x="8018463" y="3582988"/>
          <p14:tracePt t="186406" x="8023225" y="3582988"/>
          <p14:tracePt t="186412" x="8026400" y="3582988"/>
          <p14:tracePt t="186419" x="8029575" y="3582988"/>
          <p14:tracePt t="186427" x="8032750" y="3582988"/>
          <p14:tracePt t="186436" x="8037513" y="3582988"/>
          <p14:tracePt t="186444" x="8040688" y="3582988"/>
          <p14:tracePt t="186452" x="8047038" y="3582988"/>
          <p14:tracePt t="186461" x="8051800" y="3582988"/>
          <p14:tracePt t="186469" x="8054975" y="3582988"/>
          <p14:tracePt t="186477" x="8058150" y="3582988"/>
          <p14:tracePt t="186486" x="8061325" y="3582988"/>
          <p14:tracePt t="186502" x="8066088" y="3582988"/>
          <p14:tracePt t="186511" x="8069263" y="3582988"/>
          <p14:tracePt t="186519" x="8072438" y="3582988"/>
          <p14:tracePt t="186527" x="8075613" y="3582988"/>
          <p14:tracePt t="186536" x="8080375" y="3582988"/>
          <p14:tracePt t="186544" x="8086725" y="3582988"/>
          <p14:tracePt t="186552" x="8089900" y="3582988"/>
          <p14:tracePt t="186561" x="8097838" y="3582988"/>
          <p14:tracePt t="186569" x="8101013" y="3582988"/>
          <p14:tracePt t="186578" x="8104188" y="3586163"/>
          <p14:tracePt t="186586" x="8112125" y="3586163"/>
          <p14:tracePt t="186594" x="8115300" y="3586163"/>
          <p14:tracePt t="186603" x="8118475" y="3589338"/>
          <p14:tracePt t="186611" x="8123238" y="3589338"/>
          <p14:tracePt t="186619" x="8129588" y="3589338"/>
          <p14:tracePt t="186628" x="8132763" y="3594100"/>
          <p14:tracePt t="186636" x="8140700" y="3597275"/>
          <p14:tracePt t="186644" x="8147050" y="3597275"/>
          <p14:tracePt t="186653" x="8151813" y="3600450"/>
          <p14:tracePt t="186661" x="8158163" y="3600450"/>
          <p14:tracePt t="186669" x="8161338" y="3600450"/>
          <p14:tracePt t="186678" x="8166100" y="3603625"/>
          <p14:tracePt t="186694" x="8169275" y="3603625"/>
          <p14:tracePt t="186859" x="8172450" y="3603625"/>
          <p14:tracePt t="186896" x="8175625" y="3603625"/>
          <p14:tracePt t="186962" x="8175625" y="3600450"/>
          <p14:tracePt t="186973" x="8180388" y="3600450"/>
          <p14:tracePt t="186985" x="8183563" y="3600450"/>
          <p14:tracePt t="186998" x="8183563" y="3597275"/>
          <p14:tracePt t="186999" x="8186738" y="3597275"/>
          <p14:tracePt t="187010" x="8189913" y="3597275"/>
          <p14:tracePt t="187025" x="8194675" y="3594100"/>
          <p14:tracePt t="187038" x="8197850" y="3594100"/>
          <p14:tracePt t="187049" x="8201025" y="3594100"/>
          <p14:tracePt t="187054" x="8201025" y="3589338"/>
          <p14:tracePt t="187059" x="8204200" y="3589338"/>
          <p14:tracePt t="187073" x="8208963" y="3589338"/>
          <p14:tracePt t="187080" x="8212138" y="3586163"/>
          <p14:tracePt t="187093" x="8215313" y="3586163"/>
          <p14:tracePt t="187100" x="8218488" y="3582988"/>
          <p14:tracePt t="187118" x="8223250" y="3582988"/>
          <p14:tracePt t="188754" x="8218488" y="3582988"/>
          <p14:tracePt t="188768" x="8215313" y="3582988"/>
          <p14:tracePt t="188789" x="8212138" y="3582988"/>
          <p14:tracePt t="188790" x="8212138" y="3579813"/>
          <p14:tracePt t="188804" x="8208963" y="3579813"/>
          <p14:tracePt t="188819" x="8204200" y="3579813"/>
          <p14:tracePt t="188830" x="8201025" y="3579813"/>
          <p14:tracePt t="188832" x="8201025" y="3575050"/>
          <p14:tracePt t="188849" x="8197850" y="3575050"/>
          <p14:tracePt t="188859" x="8194675" y="3575050"/>
          <p14:tracePt t="188873" x="8189913" y="3575050"/>
          <p14:tracePt t="188894" x="8186738" y="3575050"/>
          <p14:tracePt t="188902" x="8186738" y="3571875"/>
          <p14:tracePt t="189539" x="8183563" y="3571875"/>
          <p14:tracePt t="189543" x="8180388" y="3571875"/>
          <p14:tracePt t="189548" x="8175625" y="3571875"/>
          <p14:tracePt t="189556" x="8166100" y="3571875"/>
          <p14:tracePt t="189565" x="8158163" y="3571875"/>
          <p14:tracePt t="189565" x="8154988" y="3571875"/>
          <p14:tracePt t="189573" x="8147050" y="3571875"/>
          <p14:tracePt t="189581" x="8132763" y="3568700"/>
          <p14:tracePt t="189590" x="8118475" y="3568700"/>
          <p14:tracePt t="189598" x="8108950" y="3568700"/>
          <p14:tracePt t="189606" x="8089900" y="3568700"/>
          <p14:tracePt t="189615" x="8069263" y="3568700"/>
          <p14:tracePt t="189623" x="8047038" y="3568700"/>
          <p14:tracePt t="189632" x="8023225" y="3568700"/>
          <p14:tracePt t="189640" x="7994650" y="3571875"/>
          <p14:tracePt t="189640" x="7986713" y="3571875"/>
          <p14:tracePt t="189648" x="7947025" y="3575050"/>
          <p14:tracePt t="189657" x="7908925" y="3579813"/>
          <p14:tracePt t="189665" x="7858125" y="3582988"/>
          <p14:tracePt t="189673" x="7797800" y="3589338"/>
          <p14:tracePt t="189682" x="7743825" y="3594100"/>
          <p14:tracePt t="189690" x="7683500" y="3597275"/>
          <p14:tracePt t="189698" x="7618413" y="3603625"/>
          <p14:tracePt t="189707" x="7551738" y="3608388"/>
          <p14:tracePt t="189715" x="7489825" y="3611563"/>
          <p14:tracePt t="189723" x="7418388" y="3614738"/>
          <p14:tracePt t="189732" x="7358063" y="3614738"/>
          <p14:tracePt t="189732" x="7351713" y="3614738"/>
          <p14:tracePt t="189740" x="7283450" y="3614738"/>
          <p14:tracePt t="189748" x="7208838" y="3614738"/>
          <p14:tracePt t="189757" x="7146925" y="3611563"/>
          <p14:tracePt t="189765" x="7094538" y="3608388"/>
          <p14:tracePt t="189766" x="7086600" y="3603625"/>
          <p14:tracePt t="189773" x="7040563" y="3600450"/>
          <p14:tracePt t="189782" x="6989763" y="3597275"/>
          <p14:tracePt t="189782" x="6986588" y="3597275"/>
          <p14:tracePt t="189790" x="6943725" y="3594100"/>
          <p14:tracePt t="189791" x="6937375" y="3594100"/>
          <p14:tracePt t="189798" x="6883400" y="3586163"/>
          <p14:tracePt t="189807" x="6823075" y="3582988"/>
          <p14:tracePt t="189815" x="6757988" y="3575050"/>
          <p14:tracePt t="189816" x="6751638" y="3575050"/>
          <p14:tracePt t="189823" x="6686550" y="3571875"/>
          <p14:tracePt t="189832" x="6611938" y="3565525"/>
          <p14:tracePt t="189840" x="6537325" y="3560763"/>
          <p14:tracePt t="189848" x="6457950" y="3557588"/>
          <p14:tracePt t="189857" x="6389688" y="3557588"/>
          <p14:tracePt t="189865" x="6303963" y="3554413"/>
          <p14:tracePt t="189866" x="6294438" y="3554413"/>
          <p14:tracePt t="189874" x="6229350" y="3554413"/>
          <p14:tracePt t="189882" x="6146800" y="3554413"/>
          <p14:tracePt t="189890" x="6065838" y="3554413"/>
          <p14:tracePt t="189899" x="5997575" y="3554413"/>
          <p14:tracePt t="189907" x="5937250" y="3554413"/>
          <p14:tracePt t="189915" x="5880100" y="3554413"/>
          <p14:tracePt t="189924" x="5837238" y="3554413"/>
          <p14:tracePt t="189924" x="5832475" y="3554413"/>
          <p14:tracePt t="189932" x="5800725" y="3557588"/>
          <p14:tracePt t="189933" x="5797550" y="3557588"/>
          <p14:tracePt t="189940" x="5765800" y="3557588"/>
          <p14:tracePt t="189949" x="5743575" y="3560763"/>
          <p14:tracePt t="189957" x="5722938" y="3565525"/>
          <p14:tracePt t="189958" x="5718175" y="3565525"/>
          <p14:tracePt t="189965" x="5703888" y="3568700"/>
          <p14:tracePt t="189974" x="5689600" y="3568700"/>
          <p14:tracePt t="189982" x="5675313" y="3575050"/>
          <p14:tracePt t="189990" x="5668963" y="3579813"/>
          <p14:tracePt t="189999" x="5665788" y="3579813"/>
          <p14:tracePt t="190007" x="5661025" y="3579813"/>
          <p14:tracePt t="190015" x="5661025" y="3582988"/>
          <p14:tracePt t="190276" x="5665788" y="3582988"/>
          <p14:tracePt t="190282" x="5668963" y="3582988"/>
          <p14:tracePt t="190285" x="5672138" y="3582988"/>
          <p14:tracePt t="190291" x="5675313" y="3582988"/>
          <p14:tracePt t="190299" x="5686425" y="3582988"/>
          <p14:tracePt t="190307" x="5700713" y="3582988"/>
          <p14:tracePt t="190316" x="5718175" y="3582988"/>
          <p14:tracePt t="190316" x="5722938" y="3582988"/>
          <p14:tracePt t="190324" x="5740400" y="3582988"/>
          <p14:tracePt t="190332" x="5768975" y="3582988"/>
          <p14:tracePt t="190341" x="5797550" y="3582988"/>
          <p14:tracePt t="190342" x="5800725" y="3582988"/>
          <p14:tracePt t="190349" x="5829300" y="3582988"/>
          <p14:tracePt t="190358" x="5861050" y="3582988"/>
          <p14:tracePt t="190366" x="5894388" y="3582988"/>
          <p14:tracePt t="190374" x="5932488" y="3582988"/>
          <p14:tracePt t="190383" x="5961063" y="3582988"/>
          <p14:tracePt t="190391" x="5994400" y="3582988"/>
          <p14:tracePt t="190399" x="6026150" y="3582988"/>
          <p14:tracePt t="190408" x="6051550" y="3579813"/>
          <p14:tracePt t="190408" x="6054725" y="3579813"/>
          <p14:tracePt t="190416" x="6075363" y="3579813"/>
          <p14:tracePt t="190424" x="6103938" y="3575050"/>
          <p14:tracePt t="190433" x="6126163" y="3575050"/>
          <p14:tracePt t="190441" x="6143625" y="3571875"/>
          <p14:tracePt t="190442" x="6146800" y="3571875"/>
          <p14:tracePt t="190442" x="6151563" y="3571875"/>
          <p14:tracePt t="190449" x="6165850" y="3571875"/>
          <p14:tracePt t="190458" x="6180138" y="3568700"/>
          <p14:tracePt t="190466" x="6197600" y="3568700"/>
          <p14:tracePt t="190474" x="6211888" y="3568700"/>
          <p14:tracePt t="190483" x="6226175" y="3565525"/>
          <p14:tracePt t="190491" x="6240463" y="3565525"/>
          <p14:tracePt t="190499" x="6257925" y="3565525"/>
          <p14:tracePt t="190508" x="6272213" y="3560763"/>
          <p14:tracePt t="190516" x="6286500" y="3560763"/>
          <p14:tracePt t="190524" x="6303963" y="3557588"/>
          <p14:tracePt t="190533" x="6318250" y="3557588"/>
          <p14:tracePt t="190541" x="6329363" y="3554413"/>
          <p14:tracePt t="190549" x="6346825" y="3551238"/>
          <p14:tracePt t="190558" x="6361113" y="3546475"/>
          <p14:tracePt t="190566" x="6372225" y="3543300"/>
          <p14:tracePt t="190574" x="6386513" y="3540125"/>
          <p14:tracePt t="190583" x="6394450" y="3540125"/>
          <p14:tracePt t="190591" x="6400800" y="3536950"/>
          <p14:tracePt t="190600" x="6408738" y="3532188"/>
          <p14:tracePt t="190616" x="6411913" y="3532188"/>
          <p14:tracePt t="190692" x="6411913" y="3529013"/>
          <p14:tracePt t="190809" x="6408738" y="3529013"/>
          <p14:tracePt t="190816" x="6403975" y="3529013"/>
          <p14:tracePt t="190819" x="6400800" y="3529013"/>
          <p14:tracePt t="190825" x="6397625" y="3529013"/>
          <p14:tracePt t="190833" x="6383338" y="3529013"/>
          <p14:tracePt t="190842" x="6369050" y="3529013"/>
          <p14:tracePt t="190850" x="6354763" y="3529013"/>
          <p14:tracePt t="190858" x="6340475" y="3532188"/>
          <p14:tracePt t="190867" x="6332538" y="3532188"/>
          <p14:tracePt t="190875" x="6323013" y="3536950"/>
          <p14:tracePt t="190876" x="6323013" y="3540125"/>
          <p14:tracePt t="190883" x="6311900" y="3546475"/>
          <p14:tracePt t="190892" x="6303963" y="3557588"/>
          <p14:tracePt t="190900" x="6300788" y="3579813"/>
          <p14:tracePt t="190900" x="6300788" y="3582988"/>
          <p14:tracePt t="190908" x="6308725" y="3611563"/>
          <p14:tracePt t="190917" x="6323013" y="3640138"/>
          <p14:tracePt t="190925" x="6351588" y="3671888"/>
          <p14:tracePt t="190933" x="6394450" y="3711575"/>
          <p14:tracePt t="190942" x="6451600" y="3746500"/>
          <p14:tracePt t="190950" x="6523038" y="3771900"/>
          <p14:tracePt t="190951" x="6529388" y="3775075"/>
          <p14:tracePt t="190958" x="6623050" y="3789363"/>
          <p14:tracePt t="190967" x="6723063" y="3797300"/>
          <p14:tracePt t="190975" x="6829425" y="3797300"/>
          <p14:tracePt t="190983" x="6972300" y="3786188"/>
          <p14:tracePt t="190992" x="7094538" y="3768725"/>
          <p14:tracePt t="191000" x="7215188" y="3740150"/>
          <p14:tracePt t="191001" x="7229475" y="3736975"/>
          <p14:tracePt t="191008" x="7323138" y="3708400"/>
          <p14:tracePt t="191017" x="7408863" y="3675063"/>
          <p14:tracePt t="191025" x="7472363" y="3643313"/>
          <p14:tracePt t="191033" x="7526338" y="3608388"/>
          <p14:tracePt t="191042" x="7554913" y="3571875"/>
          <p14:tracePt t="191050" x="7569200" y="3540125"/>
          <p14:tracePt t="191051" x="7572375" y="3536950"/>
          <p14:tracePt t="191058" x="7572375" y="3508375"/>
          <p14:tracePt t="191067" x="7561263" y="3486150"/>
          <p14:tracePt t="191075" x="7537450" y="3460750"/>
          <p14:tracePt t="191083" x="7504113" y="3440113"/>
          <p14:tracePt t="191092" x="7466013" y="3417888"/>
          <p14:tracePt t="191092" x="7458075" y="3414713"/>
          <p14:tracePt t="191100" x="7404100" y="3397250"/>
          <p14:tracePt t="191109" x="7343775" y="3382963"/>
          <p14:tracePt t="191117" x="7275513" y="3371850"/>
          <p14:tracePt t="191118" x="7269163" y="3371850"/>
          <p14:tracePt t="191125" x="7194550" y="3365500"/>
          <p14:tracePt t="191134" x="7118350" y="3360738"/>
          <p14:tracePt t="191142" x="7043738" y="3360738"/>
          <p14:tracePt t="191143" x="7032625" y="3360738"/>
          <p14:tracePt t="191150" x="6951663" y="3365500"/>
          <p14:tracePt t="191159" x="6869113" y="3375025"/>
          <p14:tracePt t="191167" x="6780213" y="3389313"/>
          <p14:tracePt t="191168" x="6772275" y="3389313"/>
          <p14:tracePt t="191175" x="6689725" y="3403600"/>
          <p14:tracePt t="191184" x="6626225" y="3422650"/>
          <p14:tracePt t="191192" x="6561138" y="3440113"/>
          <p14:tracePt t="191200" x="6500813" y="3465513"/>
          <p14:tracePt t="191209" x="6465888" y="3482975"/>
          <p14:tracePt t="191217" x="6440488" y="3503613"/>
          <p14:tracePt t="191225" x="6426200" y="3525838"/>
          <p14:tracePt t="191234" x="6423025" y="3543300"/>
          <p14:tracePt t="191242" x="6426200" y="3565525"/>
          <p14:tracePt t="191250" x="6446838" y="3594100"/>
          <p14:tracePt t="191259" x="6483350" y="3625850"/>
          <p14:tracePt t="191267" x="6529388" y="3654425"/>
          <p14:tracePt t="191275" x="6589713" y="3686175"/>
          <p14:tracePt t="191284" x="6657975" y="3711575"/>
          <p14:tracePt t="191284" x="6665913" y="3714750"/>
          <p14:tracePt t="191292" x="6743700" y="3732213"/>
          <p14:tracePt t="191301" x="6837363" y="3743325"/>
          <p14:tracePt t="191301" x="6846888" y="3746500"/>
          <p14:tracePt t="191309" x="6929438" y="3751263"/>
          <p14:tracePt t="191317" x="7008813" y="3751263"/>
          <p14:tracePt t="191325" x="7094538" y="3746500"/>
          <p14:tracePt t="191334" x="7158038" y="3736975"/>
          <p14:tracePt t="191342" x="7204075" y="3725863"/>
          <p14:tracePt t="191343" x="7208838" y="3725863"/>
          <p14:tracePt t="191351" x="7240588" y="3711575"/>
          <p14:tracePt t="191359" x="7254875" y="3703638"/>
          <p14:tracePt t="191367" x="7261225" y="3694113"/>
          <p14:tracePt t="191376" x="7261225" y="3686175"/>
          <p14:tracePt t="191384" x="7254875" y="3671888"/>
          <p14:tracePt t="191392" x="7232650" y="3651250"/>
          <p14:tracePt t="191401" x="7208838" y="3629025"/>
          <p14:tracePt t="191409" x="7169150" y="3603625"/>
          <p14:tracePt t="191417" x="7112000" y="3571875"/>
          <p14:tracePt t="191426" x="7054850" y="3546475"/>
          <p14:tracePt t="191434" x="6989763" y="3525838"/>
          <p14:tracePt t="191435" x="6983413" y="3522663"/>
          <p14:tracePt t="191442" x="6904038" y="3503613"/>
          <p14:tracePt t="191451" x="6818313" y="3486150"/>
          <p14:tracePt t="191451" x="6804025" y="3482975"/>
          <p14:tracePt t="191459" x="6718300" y="3471863"/>
          <p14:tracePt t="191468" x="6604000" y="3460750"/>
          <p14:tracePt t="191476" x="6508750" y="3457575"/>
          <p14:tracePt t="191484" x="6403975" y="3457575"/>
          <p14:tracePt t="191492" x="6289675" y="3468688"/>
          <p14:tracePt t="191501" x="6197600" y="3482975"/>
          <p14:tracePt t="191509" x="6126163" y="3497263"/>
          <p14:tracePt t="191517" x="6054725" y="3517900"/>
          <p14:tracePt t="191526" x="6008688" y="3543300"/>
          <p14:tracePt t="191534" x="5983288" y="3560763"/>
          <p14:tracePt t="191535" x="5980113" y="3565525"/>
          <p14:tracePt t="191542" x="5972175" y="3579813"/>
          <p14:tracePt t="191551" x="5975350" y="3597275"/>
          <p14:tracePt t="191559" x="5994400" y="3617913"/>
          <p14:tracePt t="191560" x="5997575" y="3622675"/>
          <p14:tracePt t="191568" x="6032500" y="3643313"/>
          <p14:tracePt t="191576" x="6075363" y="3665538"/>
          <p14:tracePt t="191584" x="6143625" y="3686175"/>
          <p14:tracePt t="191593" x="6232525" y="3703638"/>
          <p14:tracePt t="191601" x="6318250" y="3717925"/>
          <p14:tracePt t="191609" x="6454775" y="3732213"/>
          <p14:tracePt t="191618" x="6580188" y="3740150"/>
          <p14:tracePt t="191626" x="6704013" y="3743325"/>
          <p14:tracePt t="191626" x="6718300" y="3743325"/>
          <p14:tracePt t="191634" x="6858000" y="3743325"/>
          <p14:tracePt t="191643" x="6972300" y="3732213"/>
          <p14:tracePt t="191643" x="6986588" y="3729038"/>
          <p14:tracePt t="191651" x="7061200" y="3717925"/>
          <p14:tracePt t="191659" x="7146925" y="3697288"/>
          <p14:tracePt t="191668" x="7200900" y="3675063"/>
          <p14:tracePt t="191676" x="7240588" y="3651250"/>
          <p14:tracePt t="191684" x="7265988" y="3611563"/>
          <p14:tracePt t="191693" x="7269163" y="3582988"/>
          <p14:tracePt t="191701" x="7261225" y="3560763"/>
          <p14:tracePt t="191701" x="7258050" y="3557588"/>
          <p14:tracePt t="191709" x="7232650" y="3536950"/>
          <p14:tracePt t="191718" x="7197725" y="3514725"/>
          <p14:tracePt t="191718" x="7189788" y="3514725"/>
          <p14:tracePt t="191726" x="7143750" y="3494088"/>
          <p14:tracePt t="191734" x="7072313" y="3468688"/>
          <p14:tracePt t="191743" x="6994525" y="3451225"/>
          <p14:tracePt t="191751" x="6911975" y="3436938"/>
          <p14:tracePt t="191752" x="6900863" y="3436938"/>
          <p14:tracePt t="191759" x="6818313" y="3429000"/>
          <p14:tracePt t="191768" x="6726238" y="3425825"/>
          <p14:tracePt t="191776" x="6629400" y="3425825"/>
          <p14:tracePt t="191784" x="6526213" y="3425825"/>
          <p14:tracePt t="191793" x="6440488" y="3432175"/>
          <p14:tracePt t="191801" x="6354763" y="3440113"/>
          <p14:tracePt t="191809" x="6275388" y="3451225"/>
          <p14:tracePt t="191818" x="6223000" y="3460750"/>
          <p14:tracePt t="191826" x="6183313" y="3475038"/>
          <p14:tracePt t="191827" x="6175375" y="3479800"/>
          <p14:tracePt t="191835" x="6154738" y="3489325"/>
          <p14:tracePt t="191843" x="6146800" y="3500438"/>
          <p14:tracePt t="191851" x="6146800" y="3508375"/>
          <p14:tracePt t="191859" x="6154738" y="3522663"/>
          <p14:tracePt t="191868" x="6172200" y="3536950"/>
          <p14:tracePt t="191876" x="6197600" y="3554413"/>
          <p14:tracePt t="191885" x="6226175" y="3571875"/>
          <p14:tracePt t="191893" x="6254750" y="3589338"/>
          <p14:tracePt t="191893" x="6257925" y="3594100"/>
          <p14:tracePt t="191901" x="6289675" y="3611563"/>
          <p14:tracePt t="191910" x="6318250" y="3622675"/>
          <p14:tracePt t="191918" x="6343650" y="3632200"/>
          <p14:tracePt t="191926" x="6361113" y="3640138"/>
          <p14:tracePt t="191935" x="6372225" y="3643313"/>
          <p14:tracePt t="191943" x="6375400" y="3643313"/>
          <p14:tracePt t="192019" x="6372225" y="3643313"/>
          <p14:tracePt t="192026" x="6372225" y="3640138"/>
          <p14:tracePt t="192039" x="6369050" y="3640138"/>
          <p14:tracePt t="192075" x="6365875" y="3640138"/>
          <p14:tracePt t="192081" x="6365875" y="3636963"/>
          <p14:tracePt t="192085" x="6361113" y="3636963"/>
          <p14:tracePt t="192111" x="6357938" y="3636963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932" y="1725283"/>
            <a:ext cx="30192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1</a:t>
            </a:r>
          </a:p>
          <a:p>
            <a:endParaRPr lang="en-US" sz="1800" dirty="0"/>
          </a:p>
          <a:p>
            <a:r>
              <a:rPr lang="en-US" sz="1800" dirty="0" err="1"/>
              <a:t>Mis</a:t>
            </a:r>
            <a:r>
              <a:rPr lang="en-US" sz="1800" dirty="0"/>
              <a:t>-Train the CPU to speculatively execute the true branch of an if-statement.</a:t>
            </a:r>
          </a:p>
          <a:p>
            <a:endParaRPr lang="en-US" sz="1800" dirty="0"/>
          </a:p>
          <a:p>
            <a:r>
              <a:rPr lang="en-US" sz="1800" dirty="0"/>
              <a:t>Pick repeated valid values for x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025964" y="1719272"/>
            <a:ext cx="3092570" cy="336430"/>
            <a:chOff x="6987394" y="1942306"/>
            <a:chExt cx="4123426" cy="448573"/>
          </a:xfrm>
        </p:grpSpPr>
        <p:sp>
          <p:nvSpPr>
            <p:cNvPr id="14" name="Rectangle 13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243242" y="495454"/>
            <a:ext cx="599536" cy="3191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17" name="Elbow Connector 16"/>
          <p:cNvCxnSpPr>
            <a:stCxn id="16" idx="2"/>
          </p:cNvCxnSpPr>
          <p:nvPr/>
        </p:nvCxnSpPr>
        <p:spPr>
          <a:xfrm rot="16200000" flipH="1">
            <a:off x="5210341" y="1147300"/>
            <a:ext cx="910652" cy="24531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239186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17"/>
    </mc:Choice>
    <mc:Fallback xmlns="">
      <p:transition spd="slow" advTm="381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932" y="1725283"/>
            <a:ext cx="30192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1</a:t>
            </a:r>
          </a:p>
          <a:p>
            <a:endParaRPr lang="en-US" sz="1800" dirty="0"/>
          </a:p>
          <a:p>
            <a:r>
              <a:rPr lang="en-US" sz="1800" dirty="0" err="1"/>
              <a:t>Mis</a:t>
            </a:r>
            <a:r>
              <a:rPr lang="en-US" sz="1800" dirty="0"/>
              <a:t>-Train the CPU to speculatively execute the true branch of an if-statement.</a:t>
            </a:r>
          </a:p>
          <a:p>
            <a:endParaRPr lang="en-US" sz="1800" dirty="0"/>
          </a:p>
          <a:p>
            <a:r>
              <a:rPr lang="en-US" sz="1800" dirty="0"/>
              <a:t>Pick repeated valid values for x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025964" y="1719272"/>
            <a:ext cx="3092570" cy="336430"/>
            <a:chOff x="6987394" y="1942306"/>
            <a:chExt cx="4123426" cy="448573"/>
          </a:xfrm>
        </p:grpSpPr>
        <p:sp>
          <p:nvSpPr>
            <p:cNvPr id="14" name="Rectangle 13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243242" y="495454"/>
            <a:ext cx="599536" cy="3191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17" name="Elbow Connector 16"/>
          <p:cNvCxnSpPr>
            <a:stCxn id="16" idx="2"/>
          </p:cNvCxnSpPr>
          <p:nvPr/>
        </p:nvCxnSpPr>
        <p:spPr>
          <a:xfrm rot="16200000" flipH="1">
            <a:off x="5281353" y="1076288"/>
            <a:ext cx="910652" cy="38733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296219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47"/>
    </mc:Choice>
    <mc:Fallback xmlns="">
      <p:transition spd="slow" advTm="1094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932" y="1725283"/>
            <a:ext cx="30192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1</a:t>
            </a:r>
          </a:p>
          <a:p>
            <a:endParaRPr lang="en-US" sz="1800" dirty="0"/>
          </a:p>
          <a:p>
            <a:r>
              <a:rPr lang="en-US" sz="1800" dirty="0" err="1"/>
              <a:t>Mis</a:t>
            </a:r>
            <a:r>
              <a:rPr lang="en-US" sz="1800" dirty="0"/>
              <a:t>-Train the CPU to speculatively execute the true branch of an if-statement.</a:t>
            </a:r>
          </a:p>
          <a:p>
            <a:endParaRPr lang="en-US" sz="1800" dirty="0"/>
          </a:p>
          <a:p>
            <a:r>
              <a:rPr lang="en-US" sz="1800" dirty="0"/>
              <a:t>Pick repeated valid values for x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025964" y="1719272"/>
            <a:ext cx="3092570" cy="336430"/>
            <a:chOff x="6987394" y="1942306"/>
            <a:chExt cx="4123426" cy="448573"/>
          </a:xfrm>
        </p:grpSpPr>
        <p:sp>
          <p:nvSpPr>
            <p:cNvPr id="14" name="Rectangle 13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243242" y="495454"/>
            <a:ext cx="599536" cy="3191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17" name="Elbow Connector 16"/>
          <p:cNvCxnSpPr>
            <a:stCxn id="16" idx="2"/>
          </p:cNvCxnSpPr>
          <p:nvPr/>
        </p:nvCxnSpPr>
        <p:spPr>
          <a:xfrm rot="5400000">
            <a:off x="5037816" y="1220088"/>
            <a:ext cx="910650" cy="9973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279170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6"/>
    </mc:Choice>
    <mc:Fallback xmlns="">
      <p:transition spd="slow" advTm="200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025964" y="1719272"/>
            <a:ext cx="3092570" cy="336430"/>
            <a:chOff x="6987394" y="1942306"/>
            <a:chExt cx="4123426" cy="448573"/>
          </a:xfrm>
        </p:grpSpPr>
        <p:sp>
          <p:nvSpPr>
            <p:cNvPr id="11" name="Rectangle 10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28932" y="1725283"/>
            <a:ext cx="301924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2-a</a:t>
            </a:r>
          </a:p>
          <a:p>
            <a:endParaRPr lang="en-US" sz="1800" dirty="0"/>
          </a:p>
          <a:p>
            <a:r>
              <a:rPr lang="en-US" sz="1800" dirty="0"/>
              <a:t>Make x much larger than the length of the array and try to read beyond it!</a:t>
            </a:r>
          </a:p>
          <a:p>
            <a:endParaRPr lang="en-US" sz="1800" dirty="0"/>
          </a:p>
        </p:txBody>
      </p:sp>
      <p:sp>
        <p:nvSpPr>
          <p:cNvPr id="20" name="Rectangle 19"/>
          <p:cNvSpPr/>
          <p:nvPr/>
        </p:nvSpPr>
        <p:spPr>
          <a:xfrm>
            <a:off x="5243242" y="495454"/>
            <a:ext cx="599536" cy="3191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22" name="Elbow Connector 21"/>
          <p:cNvCxnSpPr>
            <a:stCxn id="20" idx="2"/>
            <a:endCxn id="13" idx="0"/>
          </p:cNvCxnSpPr>
          <p:nvPr/>
        </p:nvCxnSpPr>
        <p:spPr>
          <a:xfrm rot="16200000" flipH="1">
            <a:off x="5863833" y="493809"/>
            <a:ext cx="904640" cy="154628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328784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751"/>
    </mc:Choice>
    <mc:Fallback xmlns="">
      <p:transition spd="slow" advTm="7675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025964" y="1719273"/>
            <a:ext cx="3092570" cy="336430"/>
            <a:chOff x="6987394" y="1942306"/>
            <a:chExt cx="4123426" cy="448573"/>
          </a:xfrm>
        </p:grpSpPr>
        <p:sp>
          <p:nvSpPr>
            <p:cNvPr id="11" name="Rectangle 10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28932" y="1725283"/>
            <a:ext cx="301924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2-b</a:t>
            </a:r>
          </a:p>
          <a:p>
            <a:endParaRPr lang="en-US" sz="1800" dirty="0"/>
          </a:p>
          <a:p>
            <a:r>
              <a:rPr lang="en-US" sz="1800" dirty="0"/>
              <a:t>The CPU is tricked and starts speculatively executing parts of the true-branch without having completed the actual check yet!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3242" y="495455"/>
            <a:ext cx="599536" cy="3191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22" name="Elbow Connector 21"/>
          <p:cNvCxnSpPr>
            <a:stCxn id="20" idx="2"/>
            <a:endCxn id="13" idx="0"/>
          </p:cNvCxnSpPr>
          <p:nvPr/>
        </p:nvCxnSpPr>
        <p:spPr>
          <a:xfrm rot="16200000" flipH="1">
            <a:off x="5863833" y="493810"/>
            <a:ext cx="904640" cy="154628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ight Arrow 1"/>
          <p:cNvSpPr/>
          <p:nvPr/>
        </p:nvSpPr>
        <p:spPr>
          <a:xfrm>
            <a:off x="4002657" y="3191774"/>
            <a:ext cx="435634" cy="155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2" name="Right Arrow 11"/>
          <p:cNvSpPr/>
          <p:nvPr/>
        </p:nvSpPr>
        <p:spPr>
          <a:xfrm>
            <a:off x="4250667" y="3493699"/>
            <a:ext cx="435634" cy="155276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Rectangle 13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269420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1"/>
    </mc:Choice>
    <mc:Fallback xmlns="">
      <p:transition spd="slow" advTm="103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025964" y="1719272"/>
            <a:ext cx="3092570" cy="336430"/>
            <a:chOff x="6987394" y="1942306"/>
            <a:chExt cx="4123426" cy="448573"/>
          </a:xfrm>
        </p:grpSpPr>
        <p:sp>
          <p:nvSpPr>
            <p:cNvPr id="11" name="Rectangle 10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32423" y="876217"/>
            <a:ext cx="3019246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2-c</a:t>
            </a:r>
          </a:p>
          <a:p>
            <a:endParaRPr lang="en-US" sz="1800" dirty="0"/>
          </a:p>
          <a:p>
            <a:r>
              <a:rPr lang="en-US" sz="1800" dirty="0"/>
              <a:t>An index for array2 is calculated: </a:t>
            </a:r>
            <a:r>
              <a:rPr lang="en-US" sz="1800" dirty="0">
                <a:latin typeface="Consolas" panose="020B0609020204030204" pitchFamily="49" charset="0"/>
              </a:rPr>
              <a:t>array1[x]*4096</a:t>
            </a:r>
          </a:p>
          <a:p>
            <a:endParaRPr lang="en-US" sz="1800" dirty="0"/>
          </a:p>
          <a:p>
            <a:r>
              <a:rPr lang="en-US" sz="1050" dirty="0"/>
              <a:t>Remember, </a:t>
            </a:r>
            <a:r>
              <a:rPr lang="en-US" sz="1050" dirty="0">
                <a:latin typeface="Consolas" panose="020B0609020204030204" pitchFamily="49" charset="0"/>
              </a:rPr>
              <a:t>array1[x] </a:t>
            </a:r>
            <a:r>
              <a:rPr lang="en-US" sz="1050" dirty="0"/>
              <a:t>is sensitive data now! The index for array2 is sensitive too</a:t>
            </a:r>
          </a:p>
          <a:p>
            <a:endParaRPr lang="en-US" sz="1800" dirty="0"/>
          </a:p>
          <a:p>
            <a:r>
              <a:rPr lang="en-US" sz="1800" dirty="0"/>
              <a:t>E.g., if </a:t>
            </a:r>
            <a:r>
              <a:rPr lang="en-US" sz="1800" dirty="0">
                <a:latin typeface="Consolas" panose="020B0609020204030204" pitchFamily="49" charset="0"/>
              </a:rPr>
              <a:t>array1[x]</a:t>
            </a:r>
            <a:r>
              <a:rPr lang="en-US" sz="1800" dirty="0"/>
              <a:t> is 0, the calculated index is 0. If it is 1, the index is 4096. If 2, 8192 and so on…</a:t>
            </a:r>
          </a:p>
          <a:p>
            <a:endParaRPr lang="en-US" sz="1800" dirty="0"/>
          </a:p>
        </p:txBody>
      </p:sp>
      <p:sp>
        <p:nvSpPr>
          <p:cNvPr id="20" name="Rectangle 19"/>
          <p:cNvSpPr/>
          <p:nvPr/>
        </p:nvSpPr>
        <p:spPr>
          <a:xfrm>
            <a:off x="5243242" y="495454"/>
            <a:ext cx="599536" cy="3191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22" name="Elbow Connector 21"/>
          <p:cNvCxnSpPr>
            <a:stCxn id="20" idx="2"/>
            <a:endCxn id="13" idx="0"/>
          </p:cNvCxnSpPr>
          <p:nvPr/>
        </p:nvCxnSpPr>
        <p:spPr>
          <a:xfrm rot="16200000" flipH="1">
            <a:off x="5863833" y="493809"/>
            <a:ext cx="904640" cy="154628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ight Arrow 1"/>
          <p:cNvSpPr/>
          <p:nvPr/>
        </p:nvSpPr>
        <p:spPr>
          <a:xfrm>
            <a:off x="4002657" y="3191774"/>
            <a:ext cx="435634" cy="155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2" name="Right Arrow 11"/>
          <p:cNvSpPr/>
          <p:nvPr/>
        </p:nvSpPr>
        <p:spPr>
          <a:xfrm>
            <a:off x="4250667" y="3493699"/>
            <a:ext cx="435634" cy="155276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Rectangle 13"/>
          <p:cNvSpPr/>
          <p:nvPr/>
        </p:nvSpPr>
        <p:spPr>
          <a:xfrm>
            <a:off x="5991044" y="2623911"/>
            <a:ext cx="2196501" cy="3364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array2</a:t>
            </a:r>
          </a:p>
        </p:txBody>
      </p:sp>
      <p:cxnSp>
        <p:nvCxnSpPr>
          <p:cNvPr id="9" name="Curved Connector 8"/>
          <p:cNvCxnSpPr>
            <a:stCxn id="13" idx="2"/>
          </p:cNvCxnSpPr>
          <p:nvPr/>
        </p:nvCxnSpPr>
        <p:spPr>
          <a:xfrm rot="5400000">
            <a:off x="6327234" y="1861849"/>
            <a:ext cx="568210" cy="955914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13" idx="2"/>
          </p:cNvCxnSpPr>
          <p:nvPr/>
        </p:nvCxnSpPr>
        <p:spPr>
          <a:xfrm rot="16200000" flipH="1">
            <a:off x="7283982" y="1861014"/>
            <a:ext cx="551175" cy="940549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3" idx="2"/>
            <a:endCxn id="14" idx="0"/>
          </p:cNvCxnSpPr>
          <p:nvPr/>
        </p:nvCxnSpPr>
        <p:spPr>
          <a:xfrm flipH="1">
            <a:off x="7089295" y="2055702"/>
            <a:ext cx="1" cy="56821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403538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19"/>
    </mc:Choice>
    <mc:Fallback xmlns="">
      <p:transition spd="slow" advTm="1031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025964" y="1719272"/>
            <a:ext cx="3092570" cy="336430"/>
            <a:chOff x="6987394" y="1942306"/>
            <a:chExt cx="4123426" cy="448573"/>
          </a:xfrm>
        </p:grpSpPr>
        <p:sp>
          <p:nvSpPr>
            <p:cNvPr id="11" name="Rectangle 10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28932" y="1725283"/>
            <a:ext cx="30192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2-d</a:t>
            </a:r>
          </a:p>
          <a:p>
            <a:endParaRPr lang="en-US" sz="1800" dirty="0"/>
          </a:p>
          <a:p>
            <a:r>
              <a:rPr lang="en-US" sz="1800" dirty="0"/>
              <a:t>An index for array2 is calculated: </a:t>
            </a:r>
            <a:r>
              <a:rPr lang="en-US" sz="1800" dirty="0">
                <a:latin typeface="Consolas" panose="020B0609020204030204" pitchFamily="49" charset="0"/>
              </a:rPr>
              <a:t>array1[x]*4096</a:t>
            </a:r>
          </a:p>
          <a:p>
            <a:endParaRPr lang="en-US" sz="1800" dirty="0"/>
          </a:p>
          <a:p>
            <a:r>
              <a:rPr lang="en-US" sz="1800" dirty="0"/>
              <a:t>The memory from array2 at that index is brought into the cache!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3242" y="495454"/>
            <a:ext cx="599536" cy="3191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22" name="Elbow Connector 21"/>
          <p:cNvCxnSpPr>
            <a:stCxn id="20" idx="2"/>
            <a:endCxn id="13" idx="0"/>
          </p:cNvCxnSpPr>
          <p:nvPr/>
        </p:nvCxnSpPr>
        <p:spPr>
          <a:xfrm rot="16200000" flipH="1">
            <a:off x="5863833" y="493809"/>
            <a:ext cx="904640" cy="154628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ight Arrow 1"/>
          <p:cNvSpPr/>
          <p:nvPr/>
        </p:nvSpPr>
        <p:spPr>
          <a:xfrm>
            <a:off x="4002657" y="3191774"/>
            <a:ext cx="435634" cy="155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2" name="Right Arrow 11"/>
          <p:cNvSpPr/>
          <p:nvPr/>
        </p:nvSpPr>
        <p:spPr>
          <a:xfrm>
            <a:off x="4250667" y="3493699"/>
            <a:ext cx="435634" cy="155276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Rectangle 13"/>
          <p:cNvSpPr/>
          <p:nvPr/>
        </p:nvSpPr>
        <p:spPr>
          <a:xfrm>
            <a:off x="5991044" y="2623911"/>
            <a:ext cx="2196501" cy="3364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array2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4563" y="2623911"/>
            <a:ext cx="138023" cy="3364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Rectangle 3"/>
          <p:cNvSpPr/>
          <p:nvPr/>
        </p:nvSpPr>
        <p:spPr>
          <a:xfrm>
            <a:off x="3588589" y="1427040"/>
            <a:ext cx="1000664" cy="99641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050" dirty="0"/>
              <a:t>CPU CACHE</a:t>
            </a:r>
          </a:p>
        </p:txBody>
      </p:sp>
      <p:cxnSp>
        <p:nvCxnSpPr>
          <p:cNvPr id="9" name="Curved Connector 8"/>
          <p:cNvCxnSpPr>
            <a:stCxn id="13" idx="2"/>
          </p:cNvCxnSpPr>
          <p:nvPr/>
        </p:nvCxnSpPr>
        <p:spPr>
          <a:xfrm rot="5400000">
            <a:off x="6327234" y="1861849"/>
            <a:ext cx="568210" cy="955914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151462" y="1662066"/>
            <a:ext cx="138023" cy="3364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8" name="Straight Arrow Connector 7"/>
          <p:cNvCxnSpPr>
            <a:stCxn id="3" idx="1"/>
            <a:endCxn id="23" idx="3"/>
          </p:cNvCxnSpPr>
          <p:nvPr/>
        </p:nvCxnSpPr>
        <p:spPr>
          <a:xfrm flipH="1" flipV="1">
            <a:off x="4289485" y="1830281"/>
            <a:ext cx="1805078" cy="9618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212096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29"/>
    </mc:Choice>
    <mc:Fallback xmlns="">
      <p:transition spd="slow" advTm="20629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025964" y="1719272"/>
            <a:ext cx="3092570" cy="336430"/>
            <a:chOff x="6987394" y="1942306"/>
            <a:chExt cx="4123426" cy="448573"/>
          </a:xfrm>
        </p:grpSpPr>
        <p:sp>
          <p:nvSpPr>
            <p:cNvPr id="11" name="Rectangle 10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83643" y="1037799"/>
            <a:ext cx="301924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2-e</a:t>
            </a:r>
          </a:p>
          <a:p>
            <a:endParaRPr lang="en-US" sz="1800" dirty="0"/>
          </a:p>
          <a:p>
            <a:r>
              <a:rPr lang="en-US" sz="1800" dirty="0"/>
              <a:t>The CPU realizes its speculative execution failed and stops trying to execute the true-branch.</a:t>
            </a:r>
          </a:p>
          <a:p>
            <a:endParaRPr lang="en-US" sz="1800" dirty="0"/>
          </a:p>
          <a:p>
            <a:r>
              <a:rPr lang="en-US" sz="1800" dirty="0"/>
              <a:t>It unrolls all changes it performed.</a:t>
            </a:r>
          </a:p>
          <a:p>
            <a:endParaRPr lang="en-US" sz="1800" dirty="0"/>
          </a:p>
          <a:p>
            <a:r>
              <a:rPr lang="en-US" sz="1800" b="1" u="sng" dirty="0">
                <a:solidFill>
                  <a:srgbClr val="FF0000"/>
                </a:solidFill>
              </a:rPr>
              <a:t>But leaves the cache as is!!?!</a:t>
            </a:r>
          </a:p>
        </p:txBody>
      </p:sp>
      <p:sp>
        <p:nvSpPr>
          <p:cNvPr id="2" name="Right Arrow 1"/>
          <p:cNvSpPr/>
          <p:nvPr/>
        </p:nvSpPr>
        <p:spPr>
          <a:xfrm>
            <a:off x="4002657" y="3782683"/>
            <a:ext cx="435634" cy="1552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Rectangle 13"/>
          <p:cNvSpPr/>
          <p:nvPr/>
        </p:nvSpPr>
        <p:spPr>
          <a:xfrm>
            <a:off x="5991044" y="2623911"/>
            <a:ext cx="2196501" cy="3364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array2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4563" y="2623911"/>
            <a:ext cx="138023" cy="3364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Rectangle 3"/>
          <p:cNvSpPr/>
          <p:nvPr/>
        </p:nvSpPr>
        <p:spPr>
          <a:xfrm>
            <a:off x="3588589" y="1427040"/>
            <a:ext cx="1000664" cy="99641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050" dirty="0"/>
              <a:t>CPU 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51462" y="1662066"/>
            <a:ext cx="138023" cy="3364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5" name="Rectangle 14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107223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80"/>
    </mc:Choice>
    <mc:Fallback xmlns="">
      <p:transition spd="slow" advTm="5518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273844"/>
            <a:ext cx="3253237" cy="994172"/>
          </a:xfrm>
        </p:spPr>
        <p:txBody>
          <a:bodyPr/>
          <a:lstStyle/>
          <a:p>
            <a:r>
              <a:rPr lang="en-US" dirty="0" err="1"/>
              <a:t>Spectre</a:t>
            </a:r>
            <a:r>
              <a:rPr lang="en-US" dirty="0"/>
              <a:t>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420" y="2536167"/>
            <a:ext cx="4787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onsolas" panose="020B0609020204030204" pitchFamily="49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</a:rPr>
              <a:t>(…){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b="1" dirty="0"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(x &lt; array1_size){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  y = array2[array1[x] * 4096];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…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025964" y="1719272"/>
            <a:ext cx="3092570" cy="336430"/>
            <a:chOff x="6987394" y="1942306"/>
            <a:chExt cx="4123426" cy="448573"/>
          </a:xfrm>
        </p:grpSpPr>
        <p:sp>
          <p:nvSpPr>
            <p:cNvPr id="11" name="Rectangle 10"/>
            <p:cNvSpPr/>
            <p:nvPr/>
          </p:nvSpPr>
          <p:spPr>
            <a:xfrm>
              <a:off x="6987394" y="1942306"/>
              <a:ext cx="1378789" cy="4485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array1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66183" y="1942306"/>
              <a:ext cx="2744637" cy="44857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Sensitive data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15170" y="1037799"/>
            <a:ext cx="301924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Phase 3</a:t>
            </a:r>
          </a:p>
          <a:p>
            <a:endParaRPr lang="en-US" sz="1800" dirty="0"/>
          </a:p>
          <a:p>
            <a:r>
              <a:rPr lang="en-US" sz="1800" dirty="0"/>
              <a:t>The attacker measures the time it takes to load a byte from array2 at a cache-line distance.</a:t>
            </a:r>
          </a:p>
          <a:p>
            <a:endParaRPr lang="en-US" sz="1800" b="1" u="sng" dirty="0">
              <a:solidFill>
                <a:srgbClr val="FF0000"/>
              </a:solidFill>
            </a:endParaRPr>
          </a:p>
          <a:p>
            <a:r>
              <a:rPr lang="en-US" sz="1800" b="1" u="sng" dirty="0">
                <a:solidFill>
                  <a:srgbClr val="FF0000"/>
                </a:solidFill>
              </a:rPr>
              <a:t>They will all be slow except one! The one already in the cache! Its position reveals the value of array1[x]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1044" y="2623911"/>
            <a:ext cx="2196501" cy="3364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array2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4563" y="2623911"/>
            <a:ext cx="138023" cy="3364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Rectangle 3"/>
          <p:cNvSpPr/>
          <p:nvPr/>
        </p:nvSpPr>
        <p:spPr>
          <a:xfrm>
            <a:off x="3588589" y="1427040"/>
            <a:ext cx="1000664" cy="99641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050" dirty="0"/>
              <a:t>CPU 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51462" y="1662066"/>
            <a:ext cx="138023" cy="3364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5" name="Rectangle 14"/>
          <p:cNvSpPr/>
          <p:nvPr/>
        </p:nvSpPr>
        <p:spPr>
          <a:xfrm>
            <a:off x="5952227" y="2623911"/>
            <a:ext cx="138023" cy="3364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6" name="Rectangle 15"/>
          <p:cNvSpPr/>
          <p:nvPr/>
        </p:nvSpPr>
        <p:spPr>
          <a:xfrm>
            <a:off x="6232585" y="2623911"/>
            <a:ext cx="138023" cy="3364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7" name="Rectangle 16"/>
          <p:cNvSpPr/>
          <p:nvPr/>
        </p:nvSpPr>
        <p:spPr>
          <a:xfrm>
            <a:off x="6370609" y="2623911"/>
            <a:ext cx="138023" cy="3364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0" name="Rectangle 19"/>
          <p:cNvSpPr/>
          <p:nvPr/>
        </p:nvSpPr>
        <p:spPr>
          <a:xfrm>
            <a:off x="6508630" y="2623911"/>
            <a:ext cx="138023" cy="3364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1" name="Rectangle 20"/>
          <p:cNvSpPr/>
          <p:nvPr/>
        </p:nvSpPr>
        <p:spPr>
          <a:xfrm>
            <a:off x="5243242" y="495454"/>
            <a:ext cx="599536" cy="3191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22" name="Elbow Connector 21"/>
          <p:cNvCxnSpPr>
            <a:stCxn id="21" idx="2"/>
          </p:cNvCxnSpPr>
          <p:nvPr/>
        </p:nvCxnSpPr>
        <p:spPr>
          <a:xfrm rot="16200000" flipH="1">
            <a:off x="5863833" y="493809"/>
            <a:ext cx="904640" cy="154628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loud Callout 6"/>
          <p:cNvSpPr/>
          <p:nvPr/>
        </p:nvSpPr>
        <p:spPr>
          <a:xfrm>
            <a:off x="6712970" y="432868"/>
            <a:ext cx="2253110" cy="1102359"/>
          </a:xfrm>
          <a:prstGeom prst="cloudCallout">
            <a:avLst>
              <a:gd name="adj1" fmla="val -41922"/>
              <a:gd name="adj2" fmla="val 56445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array1[x] is 1!</a:t>
            </a:r>
          </a:p>
        </p:txBody>
      </p:sp>
      <p:cxnSp>
        <p:nvCxnSpPr>
          <p:cNvPr id="9" name="Straight Arrow Connector 8"/>
          <p:cNvCxnSpPr>
            <a:stCxn id="23" idx="3"/>
            <a:endCxn id="3" idx="0"/>
          </p:cNvCxnSpPr>
          <p:nvPr/>
        </p:nvCxnSpPr>
        <p:spPr>
          <a:xfrm>
            <a:off x="4289485" y="1830282"/>
            <a:ext cx="1874090" cy="7936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29150" y="4336660"/>
            <a:ext cx="38862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Based on https://spectreattack.com/spectre.pdf</a:t>
            </a:r>
          </a:p>
        </p:txBody>
      </p:sp>
    </p:spTree>
    <p:extLst>
      <p:ext uri="{BB962C8B-B14F-4D97-AF65-F5344CB8AC3E}">
        <p14:creationId xmlns:p14="http://schemas.microsoft.com/office/powerpoint/2010/main" val="92027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37"/>
    </mc:Choice>
    <mc:Fallback xmlns="">
      <p:transition spd="slow" advTm="23137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961" y="459430"/>
            <a:ext cx="5592282" cy="41129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90581" y="2114686"/>
            <a:ext cx="213935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Kocher, Paul, Daniel </a:t>
            </a:r>
            <a:r>
              <a:rPr lang="en-US" sz="900" dirty="0" err="1">
                <a:solidFill>
                  <a:srgbClr val="222222"/>
                </a:solidFill>
                <a:latin typeface="Arial" panose="020B0604020202020204" pitchFamily="34" charset="0"/>
              </a:rPr>
              <a:t>Genkin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, Daniel </a:t>
            </a:r>
            <a:r>
              <a:rPr lang="en-US" sz="900" dirty="0" err="1">
                <a:solidFill>
                  <a:srgbClr val="222222"/>
                </a:solidFill>
                <a:latin typeface="Arial" panose="020B0604020202020204" pitchFamily="34" charset="0"/>
              </a:rPr>
              <a:t>Gruss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, Werner Haas, Mike Hamburg, Moritz </a:t>
            </a:r>
            <a:r>
              <a:rPr lang="en-US" sz="900" dirty="0" err="1">
                <a:solidFill>
                  <a:srgbClr val="222222"/>
                </a:solidFill>
                <a:latin typeface="Arial" panose="020B0604020202020204" pitchFamily="34" charset="0"/>
              </a:rPr>
              <a:t>Lipp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, Stefan </a:t>
            </a:r>
            <a:r>
              <a:rPr lang="en-US" sz="900" dirty="0" err="1">
                <a:solidFill>
                  <a:srgbClr val="222222"/>
                </a:solidFill>
                <a:latin typeface="Arial" panose="020B0604020202020204" pitchFamily="34" charset="0"/>
              </a:rPr>
              <a:t>Mangard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, Thomas </a:t>
            </a:r>
            <a:r>
              <a:rPr lang="en-US" sz="900" dirty="0" err="1">
                <a:solidFill>
                  <a:srgbClr val="222222"/>
                </a:solidFill>
                <a:latin typeface="Arial" panose="020B0604020202020204" pitchFamily="34" charset="0"/>
              </a:rPr>
              <a:t>Prescher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, Michael Schwarz, and Yuval </a:t>
            </a:r>
            <a:r>
              <a:rPr lang="en-US" sz="900" dirty="0" err="1">
                <a:solidFill>
                  <a:srgbClr val="222222"/>
                </a:solidFill>
                <a:latin typeface="Arial" panose="020B0604020202020204" pitchFamily="34" charset="0"/>
              </a:rPr>
              <a:t>Yarom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. "</a:t>
            </a:r>
            <a:r>
              <a:rPr lang="en-US" sz="900" dirty="0" err="1">
                <a:solidFill>
                  <a:srgbClr val="222222"/>
                </a:solidFill>
                <a:latin typeface="Arial" panose="020B0604020202020204" pitchFamily="34" charset="0"/>
              </a:rPr>
              <a:t>Spectre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 attacks: Exploiting speculative execution." </a:t>
            </a:r>
            <a:r>
              <a:rPr lang="en-US" sz="900" i="1" dirty="0" err="1">
                <a:solidFill>
                  <a:srgbClr val="222222"/>
                </a:solidFill>
                <a:latin typeface="Arial" panose="020B0604020202020204" pitchFamily="34" charset="0"/>
              </a:rPr>
              <a:t>arXiv</a:t>
            </a:r>
            <a:r>
              <a:rPr lang="en-US" sz="900" i="1" dirty="0">
                <a:solidFill>
                  <a:srgbClr val="222222"/>
                </a:solidFill>
                <a:latin typeface="Arial" panose="020B0604020202020204" pitchFamily="34" charset="0"/>
              </a:rPr>
              <a:t> preprint arXiv:1801.01203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 (2018).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7710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838"/>
    </mc:Choice>
    <mc:Fallback xmlns="">
      <p:transition spd="slow" advTm="127838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17075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COMPX304-23A</a:t>
            </a:r>
            <a:br>
              <a:rPr lang="en" sz="3200" dirty="0"/>
            </a:br>
            <a:r>
              <a:rPr lang="en" sz="3200" dirty="0"/>
              <a:t>Advanced Networking and Cybersecurity</a:t>
            </a:r>
            <a:endParaRPr sz="3200" dirty="0"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311700" y="2452156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Week 11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Secure </a:t>
            </a:r>
            <a:r>
              <a:rPr lang="en-NZ"/>
              <a:t>Software Development</a:t>
            </a:r>
            <a:endParaRPr lang="en-NZ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4294967295"/>
          </p:nvPr>
        </p:nvSpPr>
        <p:spPr>
          <a:xfrm>
            <a:off x="310600" y="3395857"/>
            <a:ext cx="8521700" cy="10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Vimal Kumar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Slides: Vimal Kumar, Chris Anderson, </a:t>
            </a:r>
            <a:r>
              <a:rPr lang="en-US" sz="1500" dirty="0" err="1"/>
              <a:t>Panos</a:t>
            </a:r>
            <a:r>
              <a:rPr lang="en-US" sz="1500" dirty="0"/>
              <a:t> </a:t>
            </a:r>
            <a:r>
              <a:rPr lang="en-US" sz="1500" dirty="0" err="1"/>
              <a:t>Patros</a:t>
            </a:r>
            <a:r>
              <a:rPr lang="en-US" sz="1500" dirty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09030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3A86A75C-4F4B-4683-9AE1-C65F6400EC91}">
      <p14:laserTraceLst xmlns:p14="http://schemas.microsoft.com/office/powerpoint/2010/main">
        <p14:tracePtLst>
          <p14:tracePt t="4541" x="0" y="1190625"/>
          <p14:tracePt t="4541" x="6350" y="1190625"/>
          <p14:tracePt t="4541" x="12700" y="1190625"/>
          <p14:tracePt t="4541" x="12700" y="1195388"/>
          <p14:tracePt t="4541" x="17463" y="1195388"/>
          <p14:tracePt t="4541" x="23813" y="1195388"/>
          <p14:tracePt t="4541" x="23813" y="1201738"/>
          <p14:tracePt t="4541" x="23813" y="1208088"/>
          <p14:tracePt t="4541" x="30163" y="1208088"/>
          <p14:tracePt t="4541" x="36513" y="1214438"/>
          <p14:tracePt t="4541" x="41275" y="1214438"/>
          <p14:tracePt t="4541" x="41275" y="1220788"/>
          <p14:tracePt t="4541" x="47625" y="1220788"/>
          <p14:tracePt t="4541" x="53975" y="1220788"/>
          <p14:tracePt t="4541" x="60325" y="1225550"/>
          <p14:tracePt t="4541" x="65088" y="1225550"/>
          <p14:tracePt t="4541" x="65088" y="1231900"/>
          <p14:tracePt t="4541" x="71438" y="1231900"/>
          <p14:tracePt t="4541" x="77788" y="1231900"/>
          <p14:tracePt t="4541" x="84138" y="1238250"/>
          <p14:tracePt t="4541" x="95250" y="1244600"/>
          <p14:tracePt t="4541" x="101600" y="1249363"/>
          <p14:tracePt t="4541" x="107950" y="1249363"/>
          <p14:tracePt t="4541" x="114300" y="1255713"/>
          <p14:tracePt t="4541" x="119063" y="1255713"/>
          <p14:tracePt t="4541" x="131763" y="1262063"/>
          <p14:tracePt t="4541" x="138113" y="1262063"/>
          <p14:tracePt t="4541" x="142875" y="1268413"/>
          <p14:tracePt t="4541" x="149225" y="1268413"/>
          <p14:tracePt t="4541" x="161925" y="1273175"/>
          <p14:tracePt t="4541" x="166688" y="1279525"/>
          <p14:tracePt t="4541" x="173038" y="1279525"/>
          <p14:tracePt t="4541" x="185738" y="1285875"/>
          <p14:tracePt t="4541" x="192088" y="1285875"/>
          <p14:tracePt t="4541" x="203200" y="1292225"/>
          <p14:tracePt t="4541" x="209550" y="1292225"/>
          <p14:tracePt t="4541" x="220663" y="1298575"/>
          <p14:tracePt t="4541" x="227013" y="1298575"/>
          <p14:tracePt t="4541" x="239713" y="1303338"/>
          <p14:tracePt t="4541" x="250825" y="1309688"/>
          <p14:tracePt t="4541" x="263525" y="1309688"/>
          <p14:tracePt t="4541" x="274638" y="1316038"/>
          <p14:tracePt t="4541" x="280988" y="1316038"/>
          <p14:tracePt t="4541" x="298450" y="1322388"/>
          <p14:tracePt t="4541" x="304800" y="1322388"/>
          <p14:tracePt t="4541" x="317500" y="1327150"/>
          <p14:tracePt t="4541" x="322263" y="1327150"/>
          <p14:tracePt t="4541" x="334963" y="1333500"/>
          <p14:tracePt t="4541" x="346075" y="1339850"/>
          <p14:tracePt t="4541" x="365125" y="1339850"/>
          <p14:tracePt t="4541" x="376238" y="1346200"/>
          <p14:tracePt t="4541" x="388938" y="1346200"/>
          <p14:tracePt t="4541" x="400050" y="1350963"/>
          <p14:tracePt t="4541" x="423863" y="1357313"/>
          <p14:tracePt t="4541" x="436563" y="1363663"/>
          <p14:tracePt t="4541" x="449263" y="1363663"/>
          <p14:tracePt t="4541" x="460375" y="1370013"/>
          <p14:tracePt t="4541" x="477838" y="1370013"/>
          <p14:tracePt t="4541" x="490538" y="1376363"/>
          <p14:tracePt t="4541" x="508000" y="1381125"/>
          <p14:tracePt t="4541" x="520700" y="1381125"/>
          <p14:tracePt t="4541" x="531813" y="1381125"/>
          <p14:tracePt t="4541" x="550863" y="1387475"/>
          <p14:tracePt t="4541" x="568325" y="1393825"/>
          <p14:tracePt t="4541" x="585788" y="1393825"/>
          <p14:tracePt t="4541" x="603250" y="1400175"/>
          <p14:tracePt t="4541" x="628650" y="1404938"/>
          <p14:tracePt t="4541" x="646113" y="1411288"/>
          <p14:tracePt t="4541" x="663575" y="1417638"/>
          <p14:tracePt t="4541" x="681038" y="1417638"/>
          <p14:tracePt t="4541" x="700088" y="1423988"/>
          <p14:tracePt t="4541" x="717550" y="1428750"/>
          <p14:tracePt t="4541" x="741363" y="1435100"/>
          <p14:tracePt t="4541" x="758825" y="1435100"/>
          <p14:tracePt t="4541" x="777875" y="1441450"/>
          <p14:tracePt t="4541" x="795338" y="1447800"/>
          <p14:tracePt t="4541" x="819150" y="1447800"/>
          <p14:tracePt t="4541" x="842963" y="1452563"/>
          <p14:tracePt t="4541" x="860425" y="1452563"/>
          <p14:tracePt t="4541" x="885825" y="1458913"/>
          <p14:tracePt t="4541" x="909638" y="1465263"/>
          <p14:tracePt t="4541" x="927100" y="1465263"/>
          <p14:tracePt t="4541" x="950913" y="1471613"/>
          <p14:tracePt t="4541" x="968375" y="1477963"/>
          <p14:tracePt t="4541" x="981075" y="1477963"/>
          <p14:tracePt t="4541" x="1004888" y="1482725"/>
          <p14:tracePt t="4541" x="1035050" y="1489075"/>
          <p14:tracePt t="4541" x="1058863" y="1489075"/>
          <p14:tracePt t="4541" x="1082675" y="1495425"/>
          <p14:tracePt t="4541" x="1123950" y="1506538"/>
          <p14:tracePt t="4541" x="1147763" y="1506538"/>
          <p14:tracePt t="4541" x="1171575" y="1512888"/>
          <p14:tracePt t="4541" x="1201738" y="1519238"/>
          <p14:tracePt t="4541" x="1231900" y="1525588"/>
          <p14:tracePt t="4541" x="1249363" y="1525588"/>
          <p14:tracePt t="4541" x="1279525" y="1530350"/>
          <p14:tracePt t="4541" x="1303338" y="1536700"/>
          <p14:tracePt t="4541" x="1327150" y="1536700"/>
          <p14:tracePt t="4541" x="1357313" y="1543050"/>
          <p14:tracePt t="4541" x="1381125" y="1543050"/>
          <p14:tracePt t="4541" x="1428750" y="1555750"/>
          <p14:tracePt t="4541" x="1458913" y="1560513"/>
          <p14:tracePt t="4541" x="1506538" y="1566863"/>
          <p14:tracePt t="4541" x="1536700" y="1573213"/>
          <p14:tracePt t="4541" x="1566863" y="1573213"/>
          <p14:tracePt t="4541" x="1597025" y="1579563"/>
          <p14:tracePt t="4541" x="1608138" y="1579563"/>
          <p14:tracePt t="4541" x="1638300" y="1584325"/>
          <p14:tracePt t="4541" x="1685925" y="1590675"/>
          <p14:tracePt t="4541" x="1716088" y="1597025"/>
          <p14:tracePt t="4541" x="1752600" y="1603375"/>
          <p14:tracePt t="4541" x="1787525" y="1608138"/>
          <p14:tracePt t="4541" x="1824038" y="1614488"/>
          <p14:tracePt t="4541" x="1847850" y="1614488"/>
          <p14:tracePt t="4541" x="1884363" y="1620838"/>
          <p14:tracePt t="4541" x="1938338" y="1627188"/>
          <p14:tracePt t="4541" x="1973263" y="1633538"/>
          <p14:tracePt t="4541" x="2009775" y="1638300"/>
          <p14:tracePt t="4541" x="2039938" y="1644650"/>
          <p14:tracePt t="4541" x="2074863" y="1644650"/>
          <p14:tracePt t="4541" x="2111375" y="1651000"/>
          <p14:tracePt t="4541" x="2122488" y="1657350"/>
          <p14:tracePt t="4541" x="2165350" y="1657350"/>
          <p14:tracePt t="4541" x="2224088" y="1668463"/>
          <p14:tracePt t="4541" x="2266950" y="1674813"/>
          <p14:tracePt t="4541" x="2301875" y="1674813"/>
          <p14:tracePt t="4541" x="2314575" y="1681163"/>
          <p14:tracePt t="4541" x="2349500" y="1685925"/>
          <p14:tracePt t="4541" x="2416175" y="1692275"/>
          <p14:tracePt t="4541" x="2457450" y="1698625"/>
          <p14:tracePt t="4541" x="2493963" y="1698625"/>
          <p14:tracePt t="4541" x="2505075" y="1704975"/>
          <p14:tracePt t="4541" x="2541588" y="1709738"/>
          <p14:tracePt t="4541" x="2606675" y="1716088"/>
          <p14:tracePt t="4541" x="2643188" y="1722438"/>
          <p14:tracePt t="4541" x="2684463" y="1722438"/>
          <p14:tracePt t="4541" x="2697163" y="1728788"/>
          <p14:tracePt t="4541" x="2733675" y="1735138"/>
          <p14:tracePt t="4541" x="2798763" y="1739900"/>
          <p14:tracePt t="4541" x="2835275" y="1746250"/>
          <p14:tracePt t="4541" x="2889250" y="1752600"/>
          <p14:tracePt t="4541" x="2924175" y="1758950"/>
          <p14:tracePt t="4541" x="2967038" y="1758950"/>
          <p14:tracePt t="4541" x="2990850" y="1763713"/>
          <p14:tracePt t="4541" x="3025775" y="1770063"/>
          <p14:tracePt t="4541" x="3079750" y="1776413"/>
          <p14:tracePt t="4541" x="3116263" y="1782763"/>
          <p14:tracePt t="4541" x="3157538" y="1782763"/>
          <p14:tracePt t="4541" x="3181350" y="1787525"/>
          <p14:tracePt t="4541" x="3217863" y="1793875"/>
          <p14:tracePt t="4541" x="3271838" y="1800225"/>
          <p14:tracePt t="4541" x="3306763" y="1806575"/>
          <p14:tracePt t="4541" x="3349625" y="1806575"/>
          <p14:tracePt t="4541" x="3373438" y="1812925"/>
          <p14:tracePt t="4541" x="3408363" y="1817688"/>
          <p14:tracePt t="4541" x="3462338" y="1824038"/>
          <p14:tracePt t="4541" x="3498850" y="1830388"/>
          <p14:tracePt t="4541" x="3533775" y="1830388"/>
          <p14:tracePt t="4541" x="3563938" y="1836738"/>
          <p14:tracePt t="4541" x="3600450" y="1841500"/>
          <p14:tracePt t="4541" x="3648075" y="1847850"/>
          <p14:tracePt t="4541" x="3689350" y="1854200"/>
          <p14:tracePt t="4541" x="3725863" y="1854200"/>
          <p14:tracePt t="4541" x="3749675" y="1860550"/>
          <p14:tracePt t="4541" x="3790950" y="1865313"/>
          <p14:tracePt t="4541" x="3840163" y="1871663"/>
          <p14:tracePt t="4541" x="3875088" y="1878013"/>
          <p14:tracePt t="4541" x="3916363" y="1884363"/>
          <p14:tracePt t="4541" x="3941763" y="1884363"/>
          <p14:tracePt t="4541" x="3976688" y="1890713"/>
          <p14:tracePt t="4541" x="4030663" y="1895475"/>
          <p14:tracePt t="4541" x="4067175" y="1901825"/>
          <p14:tracePt t="4541" x="4102100" y="1908175"/>
          <p14:tracePt t="4541" x="4132263" y="1908175"/>
          <p14:tracePt t="4541" x="4168775" y="1914525"/>
          <p14:tracePt t="4541" x="4203700" y="1919288"/>
          <p14:tracePt t="4541" x="4216400" y="1919288"/>
          <p14:tracePt t="4541" x="4294188" y="1931988"/>
          <p14:tracePt t="4541" x="4318000" y="1938338"/>
          <p14:tracePt t="4541" x="4329113" y="1938338"/>
          <p14:tracePt t="4541" x="4365625" y="1943100"/>
          <p14:tracePt t="4541" x="4406900" y="1949450"/>
          <p14:tracePt t="4541" x="4443413" y="1949450"/>
          <p14:tracePt t="4541" x="4473575" y="1955800"/>
          <p14:tracePt t="4541" x="4521200" y="1962150"/>
          <p14:tracePt t="4541" x="4551363" y="1966913"/>
          <p14:tracePt t="4541" x="4586288" y="1973263"/>
          <p14:tracePt t="4541" x="4616450" y="1979613"/>
          <p14:tracePt t="4541" x="4629150" y="1979613"/>
          <p14:tracePt t="4541" x="4659313" y="1985963"/>
          <p14:tracePt t="4541" x="4700588" y="1992313"/>
          <p14:tracePt t="4541" x="4737100" y="1997075"/>
          <p14:tracePt t="4541" x="4765675" y="1997075"/>
          <p14:tracePt t="4541" x="4814888" y="2009775"/>
          <p14:tracePt t="4541" x="4843463" y="2009775"/>
          <p14:tracePt t="4541" x="4873625" y="2016125"/>
          <p14:tracePt t="4541" x="4903788" y="2020888"/>
          <p14:tracePt t="4541" x="4916488" y="2020888"/>
          <p14:tracePt t="4541" x="4945063" y="2027238"/>
          <p14:tracePt t="4541" x="4975225" y="2033588"/>
          <p14:tracePt t="4541" x="4994275" y="2033588"/>
          <p14:tracePt t="4541" x="5022850" y="2039938"/>
          <p14:tracePt t="4541" x="5065713" y="2051050"/>
          <p14:tracePt t="4541" x="5095875" y="2051050"/>
          <p14:tracePt t="4541" x="5124450" y="2057400"/>
          <p14:tracePt t="4541" x="5149850" y="2063750"/>
          <p14:tracePt t="4541" x="5173663" y="2070100"/>
          <p14:tracePt t="4541" x="5197475" y="2070100"/>
          <p14:tracePt t="4541" x="5227638" y="2074863"/>
          <p14:tracePt t="4541" x="5251450" y="2081213"/>
          <p14:tracePt t="4541" x="5275263" y="2087563"/>
          <p14:tracePt t="4541" x="5299075" y="2093913"/>
          <p14:tracePt t="4541" x="5322888" y="2098675"/>
          <p14:tracePt t="4541" x="5346700" y="2098675"/>
          <p14:tracePt t="4541" x="5376863" y="2105025"/>
          <p14:tracePt t="4541" x="5418138" y="2117725"/>
          <p14:tracePt t="4541" x="5441950" y="2122488"/>
          <p14:tracePt t="4541" x="5465763" y="2128838"/>
          <p14:tracePt t="4541" x="5478463" y="2128838"/>
          <p14:tracePt t="4541" x="5502275" y="2135188"/>
          <p14:tracePt t="4541" x="5526088" y="2141538"/>
          <p14:tracePt t="4541" x="5549900" y="2147888"/>
          <p14:tracePt t="4541" x="5573713" y="2152650"/>
          <p14:tracePt t="4541" x="5597525" y="2159000"/>
          <p14:tracePt t="4541" x="5614988" y="2165350"/>
          <p14:tracePt t="4541" x="5638800" y="2165350"/>
          <p14:tracePt t="4541" x="5675313" y="2176463"/>
          <p14:tracePt t="4541" x="5699125" y="2182813"/>
          <p14:tracePt t="4541" x="5716588" y="2182813"/>
          <p14:tracePt t="4541" x="5746750" y="2189163"/>
          <p14:tracePt t="4541" x="5759450" y="2195513"/>
          <p14:tracePt t="4541" x="5783263" y="2200275"/>
          <p14:tracePt t="4541" x="5813425" y="2206625"/>
          <p14:tracePt t="4541" x="5830888" y="2212975"/>
          <p14:tracePt t="4541" x="5854700" y="2219325"/>
          <p14:tracePt t="4541" x="5878513" y="2219325"/>
          <p14:tracePt t="4541" x="5902325" y="2224088"/>
          <p14:tracePt t="4541" x="5919788" y="2230438"/>
          <p14:tracePt t="4541" x="5938838" y="2236788"/>
          <p14:tracePt t="4541" x="5962650" y="2236788"/>
          <p14:tracePt t="4541" x="5980113" y="2243138"/>
          <p14:tracePt t="4541" x="6003925" y="2249488"/>
          <p14:tracePt t="4541" x="6022975" y="2249488"/>
          <p14:tracePt t="4541" x="6027738" y="2254250"/>
          <p14:tracePt t="4541" x="6046788" y="2254250"/>
          <p14:tracePt t="4541" x="6064250" y="2260600"/>
          <p14:tracePt t="4541" x="6088063" y="2266950"/>
          <p14:tracePt t="4541" x="6111875" y="2273300"/>
          <p14:tracePt t="4541" x="6129338" y="2278063"/>
          <p14:tracePt t="4541" x="6148388" y="2278063"/>
          <p14:tracePt t="4541" x="6165850" y="2284413"/>
          <p14:tracePt t="4541" x="6183313" y="2284413"/>
          <p14:tracePt t="4541" x="6202363" y="2290763"/>
          <p14:tracePt t="4541" x="6219825" y="2297113"/>
          <p14:tracePt t="4541" x="6237288" y="2297113"/>
          <p14:tracePt t="4541" x="6254750" y="2297113"/>
          <p14:tracePt t="4541" x="6267450" y="2301875"/>
          <p14:tracePt t="4541" x="6284913" y="2308225"/>
          <p14:tracePt t="4541" x="6303963" y="2308225"/>
          <p14:tracePt t="4541" x="6315075" y="2314575"/>
          <p14:tracePt t="4541" x="6332538" y="2314575"/>
          <p14:tracePt t="4541" x="6345238" y="2320925"/>
          <p14:tracePt t="4541" x="6362700" y="2320925"/>
          <p14:tracePt t="4541" x="6375400" y="2327275"/>
          <p14:tracePt t="4541" x="6392863" y="2327275"/>
          <p14:tracePt t="4541" x="6410325" y="2332038"/>
          <p14:tracePt t="4541" x="6423025" y="2332038"/>
          <p14:tracePt t="4541" x="6434138" y="2338388"/>
          <p14:tracePt t="4541" x="6446838" y="2338388"/>
          <p14:tracePt t="4541" x="6464300" y="2344738"/>
          <p14:tracePt t="4541" x="6477000" y="2344738"/>
          <p14:tracePt t="4541" x="6488113" y="2351088"/>
          <p14:tracePt t="4541" x="6511925" y="2351088"/>
          <p14:tracePt t="4541" x="6530975" y="2355850"/>
          <p14:tracePt t="4541" x="6542088" y="2355850"/>
          <p14:tracePt t="4541" x="6554788" y="2362200"/>
          <p14:tracePt t="4541" x="6572250" y="2362200"/>
          <p14:tracePt t="4541" x="6584950" y="2368550"/>
          <p14:tracePt t="4541" x="6596063" y="2368550"/>
          <p14:tracePt t="4541" x="6613525" y="2374900"/>
          <p14:tracePt t="4541" x="6626225" y="2374900"/>
          <p14:tracePt t="4541" x="6643688" y="2379663"/>
          <p14:tracePt t="4541" x="6673850" y="2386013"/>
          <p14:tracePt t="4541" x="6686550" y="2386013"/>
          <p14:tracePt t="4541" x="6697663" y="2392363"/>
          <p14:tracePt t="4541" x="6716713" y="2392363"/>
          <p14:tracePt t="4541" x="6721475" y="2392363"/>
          <p14:tracePt t="4541" x="6734175" y="2398713"/>
          <p14:tracePt t="4541" x="6751638" y="2398713"/>
          <p14:tracePt t="4541" x="6764338" y="2405063"/>
          <p14:tracePt t="4541" x="6775450" y="2405063"/>
          <p14:tracePt t="4541" x="6788150" y="2405063"/>
          <p14:tracePt t="4541" x="6805613" y="2409825"/>
          <p14:tracePt t="4541" x="6818313" y="2409825"/>
          <p14:tracePt t="4541" x="6829425" y="2416175"/>
          <p14:tracePt t="4541" x="6853238" y="2416175"/>
          <p14:tracePt t="4541" x="6865938" y="2422525"/>
          <p14:tracePt t="4541" x="6877050" y="2422525"/>
          <p14:tracePt t="4541" x="6896100" y="2428875"/>
          <p14:tracePt t="4541" x="6907213" y="2428875"/>
          <p14:tracePt t="4541" x="6919913" y="2433638"/>
          <p14:tracePt t="4541" x="6931025" y="2433638"/>
          <p14:tracePt t="4541" x="6943725" y="2433638"/>
          <p14:tracePt t="4541" x="6954838" y="2433638"/>
          <p14:tracePt t="4541" x="6967538" y="2439988"/>
          <p14:tracePt t="4541" x="6978650" y="2439988"/>
          <p14:tracePt t="4541" x="6997700" y="2446338"/>
          <p14:tracePt t="4541" x="7008813" y="2446338"/>
          <p14:tracePt t="4541" x="7021513" y="2446338"/>
          <p14:tracePt t="4541" x="7032625" y="2452688"/>
          <p14:tracePt t="4541" x="7050088" y="2452688"/>
          <p14:tracePt t="4541" x="7075488" y="2457450"/>
          <p14:tracePt t="4541" x="7086600" y="2457450"/>
          <p14:tracePt t="4541" x="7099300" y="2457450"/>
          <p14:tracePt t="4541" x="7110413" y="2463800"/>
          <p14:tracePt t="4541" x="7123113" y="2463800"/>
          <p14:tracePt t="4541" x="7140575" y="2470150"/>
          <p14:tracePt t="4541" x="7153275" y="2470150"/>
          <p14:tracePt t="4541" x="7158038" y="2470150"/>
          <p14:tracePt t="4541" x="7177088" y="2470150"/>
          <p14:tracePt t="4541" x="7188200" y="2476500"/>
          <p14:tracePt t="4541" x="7200900" y="2476500"/>
          <p14:tracePt t="4541" x="7218363" y="2481263"/>
          <p14:tracePt t="4541" x="7231063" y="2481263"/>
          <p14:tracePt t="4541" x="7242175" y="2481263"/>
          <p14:tracePt t="4541" x="7254875" y="2487613"/>
          <p14:tracePt t="4541" x="7278688" y="2487613"/>
          <p14:tracePt t="4541" x="7289800" y="2493963"/>
          <p14:tracePt t="4541" x="7302500" y="2493963"/>
          <p14:tracePt t="4541" x="7319963" y="2500313"/>
          <p14:tracePt t="4541" x="7332663" y="2500313"/>
          <p14:tracePt t="4541" x="7343775" y="2500313"/>
          <p14:tracePt t="4541" x="7361238" y="2506663"/>
          <p14:tracePt t="4541" x="7373938" y="2506663"/>
          <p14:tracePt t="4541" x="7380288" y="2506663"/>
          <p14:tracePt t="4541" x="7391400" y="2511425"/>
          <p14:tracePt t="4541" x="7410450" y="2511425"/>
          <p14:tracePt t="4541" x="7421563" y="2511425"/>
          <p14:tracePt t="4541" x="7434263" y="2517775"/>
          <p14:tracePt t="4541" x="7451725" y="2517775"/>
          <p14:tracePt t="4541" x="7462838" y="2517775"/>
          <p14:tracePt t="4541" x="7481888" y="2524125"/>
          <p14:tracePt t="4541" x="7499350" y="2530475"/>
          <p14:tracePt t="4541" x="7512050" y="2530475"/>
          <p14:tracePt t="4541" x="7523163" y="2530475"/>
          <p14:tracePt t="4541" x="7540625" y="2535238"/>
          <p14:tracePt t="4541" x="7553325" y="2535238"/>
          <p14:tracePt t="4541" x="7570788" y="2541588"/>
          <p14:tracePt t="4541" x="7583488" y="2541588"/>
          <p14:tracePt t="4541" x="7600950" y="2547938"/>
          <p14:tracePt t="4541" x="7607300" y="2547938"/>
          <p14:tracePt t="4541" x="7618413" y="2547938"/>
          <p14:tracePt t="4541" x="7631113" y="2547938"/>
          <p14:tracePt t="4541" x="7661275" y="2559050"/>
          <p14:tracePt t="4541" x="7678738" y="2559050"/>
          <p14:tracePt t="4541" x="7691438" y="2559050"/>
          <p14:tracePt t="4541" x="7702550" y="2565400"/>
          <p14:tracePt t="4541" x="7720013" y="2565400"/>
          <p14:tracePt t="4541" x="7739063" y="2571750"/>
          <p14:tracePt t="4541" x="7750175" y="2571750"/>
          <p14:tracePt t="4541" x="7769225" y="2571750"/>
          <p14:tracePt t="4541" x="7780338" y="2578100"/>
          <p14:tracePt t="4541" x="7797800" y="2578100"/>
          <p14:tracePt t="4541" x="7816850" y="2584450"/>
          <p14:tracePt t="4541" x="7827963" y="2584450"/>
          <p14:tracePt t="4541" x="7840663" y="2584450"/>
          <p14:tracePt t="4541" x="7858125" y="2589213"/>
          <p14:tracePt t="4541" x="7875588" y="2589213"/>
          <p14:tracePt t="4541" x="7888288" y="2595563"/>
          <p14:tracePt t="4541" x="7905750" y="2595563"/>
          <p14:tracePt t="4541" x="7918450" y="2601913"/>
          <p14:tracePt t="4541" x="7935913" y="2601913"/>
          <p14:tracePt t="4541" x="7948613" y="2601913"/>
          <p14:tracePt t="4541" x="7966075" y="2608263"/>
          <p14:tracePt t="4541" x="7983538" y="2608263"/>
          <p14:tracePt t="4541" x="8001000" y="2608263"/>
          <p14:tracePt t="4541" x="8007350" y="2613025"/>
          <p14:tracePt t="4541" x="8026400" y="2613025"/>
          <p14:tracePt t="4541" x="8043863" y="2613025"/>
          <p14:tracePt t="4541" x="8054975" y="2619375"/>
          <p14:tracePt t="4541" x="8074025" y="2619375"/>
          <p14:tracePt t="4541" x="8091488" y="2619375"/>
          <p14:tracePt t="4541" x="8115300" y="2625725"/>
          <p14:tracePt t="4541" x="8128000" y="2625725"/>
          <p14:tracePt t="4541" x="8139113" y="2625725"/>
          <p14:tracePt t="4541" x="8156575" y="2625725"/>
          <p14:tracePt t="4541" x="8175625" y="2632075"/>
          <p14:tracePt t="4541" x="8186738" y="2632075"/>
          <p14:tracePt t="4541" x="8205788" y="2632075"/>
          <p14:tracePt t="4541" x="8223250" y="2632075"/>
          <p14:tracePt t="4541" x="8240713" y="2636838"/>
          <p14:tracePt t="4541" x="8253413" y="2636838"/>
          <p14:tracePt t="4541" x="8270875" y="2636838"/>
          <p14:tracePt t="4541" x="8288338" y="2636838"/>
          <p14:tracePt t="4541" x="8301038" y="2636838"/>
          <p14:tracePt t="4541" x="8318500" y="2643188"/>
          <p14:tracePt t="4541" x="8331200" y="2643188"/>
          <p14:tracePt t="4541" x="8342313" y="2643188"/>
          <p14:tracePt t="4541" x="8355013" y="2643188"/>
          <p14:tracePt t="4541" x="8372475" y="2643188"/>
          <p14:tracePt t="4541" x="8385175" y="2643188"/>
          <p14:tracePt t="4541" x="8402638" y="2643188"/>
          <p14:tracePt t="4541" x="8413750" y="2643188"/>
          <p14:tracePt t="4541" x="8437563" y="2643188"/>
          <p14:tracePt t="4541" x="8456613" y="2643188"/>
          <p14:tracePt t="4541" x="8467725" y="2643188"/>
          <p14:tracePt t="4541" x="8480425" y="2643188"/>
          <p14:tracePt t="4541" x="8491538" y="2649538"/>
          <p14:tracePt t="4541" x="8504238" y="2649538"/>
          <p14:tracePt t="4541" x="8521700" y="2649538"/>
          <p14:tracePt t="4541" x="8534400" y="2649538"/>
          <p14:tracePt t="4541" x="8545513" y="2649538"/>
          <p14:tracePt t="4541" x="8558213" y="2649538"/>
          <p14:tracePt t="4541" x="8569325" y="2649538"/>
          <p14:tracePt t="4541" x="8582025" y="2649538"/>
          <p14:tracePt t="4541" x="8593138" y="2649538"/>
          <p14:tracePt t="4541" x="8616950" y="2649538"/>
          <p14:tracePt t="4541" x="8629650" y="2649538"/>
          <p14:tracePt t="4541" x="8647113" y="2649538"/>
          <p14:tracePt t="4541" x="8653463" y="2649538"/>
          <p14:tracePt t="4541" x="8670925" y="2649538"/>
          <p14:tracePt t="4541" x="8683625" y="2649538"/>
          <p14:tracePt t="4541" x="8689975" y="2649538"/>
          <p14:tracePt t="4541" x="8701088" y="2649538"/>
          <p14:tracePt t="4541" x="8713788" y="2649538"/>
          <p14:tracePt t="4541" x="8724900" y="2649538"/>
          <p14:tracePt t="4541" x="8737600" y="2655888"/>
          <p14:tracePt t="4541" x="8748713" y="2655888"/>
          <p14:tracePt t="4541" x="8761413" y="2655888"/>
          <p14:tracePt t="4541" x="8772525" y="2655888"/>
          <p14:tracePt t="4541" x="8778875" y="2655888"/>
          <p14:tracePt t="4541" x="8791575" y="2655888"/>
          <p14:tracePt t="4541" x="8802688" y="2655888"/>
          <p14:tracePt t="4541" x="8815388" y="2655888"/>
          <p14:tracePt t="4541" x="8821738" y="2655888"/>
          <p14:tracePt t="4541" x="8832850" y="2655888"/>
          <p14:tracePt t="4541" x="8845550" y="2655888"/>
          <p14:tracePt t="4541" x="8856663" y="2655888"/>
          <p14:tracePt t="4541" x="8869363" y="2655888"/>
          <p14:tracePt t="4541" x="8893175" y="2655888"/>
          <p14:tracePt t="4541" x="8904288" y="2655888"/>
          <p14:tracePt t="4541" x="8910638" y="2662238"/>
          <p14:tracePt t="4541" x="8923338" y="2662238"/>
          <p14:tracePt t="4541" x="8934450" y="2662238"/>
          <p14:tracePt t="4541" x="8947150" y="2662238"/>
          <p14:tracePt t="4541" x="8951913" y="2662238"/>
          <p14:tracePt t="4541" x="8964613" y="2662238"/>
          <p14:tracePt t="4541" x="8977313" y="2662238"/>
          <p14:tracePt t="4541" x="8982075" y="2667000"/>
          <p14:tracePt t="4541" x="8994775" y="2667000"/>
          <p14:tracePt t="4541" x="9001125" y="2667000"/>
          <p14:tracePt t="4541" x="9012238" y="2667000"/>
          <p14:tracePt t="4541" x="9018588" y="2667000"/>
          <p14:tracePt t="4541" x="9029700" y="2667000"/>
          <p14:tracePt t="4541" x="9042400" y="2667000"/>
          <p14:tracePt t="4541" x="9048750" y="2673350"/>
          <p14:tracePt t="4541" x="9059863" y="2673350"/>
          <p14:tracePt t="4541" x="9072563" y="2673350"/>
          <p14:tracePt t="4541" x="9083675" y="2673350"/>
          <p14:tracePt t="4541" x="9090025" y="2673350"/>
          <p14:tracePt t="4541" x="9096375" y="2673350"/>
          <p14:tracePt t="4541" x="9107488" y="2679700"/>
          <p14:tracePt t="4541" x="9131300" y="2679700"/>
          <p14:tracePt t="4541" x="9137650" y="2679700"/>
          <p14:tracePt t="4541" x="9102725" y="2511425"/>
          <p14:tracePt t="4541" x="9083675" y="2506663"/>
          <p14:tracePt t="4541" x="9048750" y="2500313"/>
          <p14:tracePt t="4541" x="9024938" y="2500313"/>
          <p14:tracePt t="4541" x="9001125" y="2500313"/>
          <p14:tracePt t="4541" x="8970963" y="2493963"/>
          <p14:tracePt t="4541" x="8958263" y="2493963"/>
          <p14:tracePt t="4541" x="8934450" y="2487613"/>
          <p14:tracePt t="4541" x="8910638" y="2487613"/>
          <p14:tracePt t="4541" x="8880475" y="2481263"/>
          <p14:tracePt t="4541" x="8845550" y="2476500"/>
          <p14:tracePt t="4541" x="8815388" y="2476500"/>
          <p14:tracePt t="4541" x="8791575" y="2470150"/>
          <p14:tracePt t="4541" x="8755063" y="2470150"/>
          <p14:tracePt t="4541" x="8724900" y="2463800"/>
          <p14:tracePt t="4541" x="8701088" y="2463800"/>
          <p14:tracePt t="4541" x="8670925" y="2457450"/>
          <p14:tracePt t="4541" x="8636000" y="2452688"/>
          <p14:tracePt t="4541" x="8575675" y="2446338"/>
          <p14:tracePt t="4541" x="8540750" y="2439988"/>
          <p14:tracePt t="4541" x="8515350" y="2439988"/>
          <p14:tracePt t="4541" x="8480425" y="2433638"/>
          <p14:tracePt t="4541" x="8450263" y="2428875"/>
          <p14:tracePt t="4541" x="8413750" y="2428875"/>
          <p14:tracePt t="4541" x="8389938" y="2422525"/>
          <p14:tracePt t="4541" x="8324850" y="2416175"/>
          <p14:tracePt t="4541" x="8288338" y="2409825"/>
          <p14:tracePt t="4541" x="8264525" y="2409825"/>
          <p14:tracePt t="4541" x="8199438" y="2398713"/>
          <p14:tracePt t="4541" x="8156575" y="2398713"/>
          <p14:tracePt t="4541" x="8132763" y="2392363"/>
          <p14:tracePt t="4541" x="8067675" y="2386013"/>
          <p14:tracePt t="4541" x="8026400" y="2379663"/>
          <p14:tracePt t="4541" x="8007350" y="2374900"/>
          <p14:tracePt t="4541" x="7942263" y="2368550"/>
          <p14:tracePt t="4541" x="7899400" y="2362200"/>
          <p14:tracePt t="4541" x="7875588" y="2362200"/>
          <p14:tracePt t="4541" x="7810500" y="2351088"/>
          <p14:tracePt t="4541" x="7762875" y="2344738"/>
          <p14:tracePt t="4541" x="7743825" y="2344738"/>
          <p14:tracePt t="4541" x="7678738" y="2338388"/>
          <p14:tracePt t="4541" x="7631113" y="2332038"/>
          <p14:tracePt t="4541" x="7613650" y="2327275"/>
          <p14:tracePt t="4541" x="7546975" y="2320925"/>
          <p14:tracePt t="4541" x="7475538" y="2314575"/>
          <p14:tracePt t="4541" x="7427913" y="2308225"/>
          <p14:tracePt t="4541" x="7410450" y="2301875"/>
          <p14:tracePt t="4541" x="7350125" y="2297113"/>
          <p14:tracePt t="4541" x="7278688" y="2290763"/>
          <p14:tracePt t="4541" x="7231063" y="2284413"/>
          <p14:tracePt t="4541" x="7194550" y="2278063"/>
          <p14:tracePt t="4541" x="7123113" y="2273300"/>
          <p14:tracePt t="4541" x="7075488" y="2266950"/>
          <p14:tracePt t="4541" x="7045325" y="2266950"/>
          <p14:tracePt t="4541" x="6973888" y="2254250"/>
          <p14:tracePt t="4541" x="6919913" y="2254250"/>
          <p14:tracePt t="4541" x="6896100" y="2249488"/>
          <p14:tracePt t="4541" x="6818313" y="2243138"/>
          <p14:tracePt t="4541" x="6740525" y="2230438"/>
          <p14:tracePt t="4541" x="6691313" y="2230438"/>
          <p14:tracePt t="4541" x="6667500" y="2224088"/>
          <p14:tracePt t="4541" x="6589713" y="2219325"/>
          <p14:tracePt t="4541" x="6537325" y="2212975"/>
          <p14:tracePt t="4541" x="6511925" y="2212975"/>
          <p14:tracePt t="4541" x="6434138" y="2200275"/>
          <p14:tracePt t="4541" x="6386513" y="2195513"/>
          <p14:tracePt t="4541" x="6308725" y="2189163"/>
          <p14:tracePt t="4541" x="6284913" y="2189163"/>
          <p14:tracePt t="4541" x="6207125" y="2176463"/>
          <p14:tracePt t="4541" x="6159500" y="2176463"/>
          <p14:tracePt t="4541" x="6129338" y="2171700"/>
          <p14:tracePt t="4541" x="6057900" y="2165350"/>
          <p14:tracePt t="4541" x="5980113" y="2159000"/>
          <p14:tracePt t="4541" x="5926138" y="2152650"/>
          <p14:tracePt t="4541" x="5902325" y="2152650"/>
          <p14:tracePt t="4541" x="5830888" y="2141538"/>
          <p14:tracePt t="4541" x="5753100" y="2135188"/>
          <p14:tracePt t="4541" x="5705475" y="2128838"/>
          <p14:tracePt t="4541" x="5675313" y="2128838"/>
          <p14:tracePt t="4541" x="5597525" y="2122488"/>
          <p14:tracePt t="4541" x="5472113" y="2111375"/>
          <p14:tracePt t="4541" x="5448300" y="2105025"/>
          <p14:tracePt t="4541" x="5370513" y="2098675"/>
          <p14:tracePt t="4541" x="5322888" y="2093913"/>
          <p14:tracePt t="4541" x="5245100" y="2087563"/>
          <p14:tracePt t="4541" x="5221288" y="2087563"/>
          <p14:tracePt t="4541" x="5143500" y="2074863"/>
          <p14:tracePt t="4541" x="5089525" y="2074863"/>
          <p14:tracePt t="4541" x="5018088" y="2063750"/>
          <p14:tracePt t="4541" x="4994275" y="2063750"/>
          <p14:tracePt t="4541" x="4916488" y="2051050"/>
          <p14:tracePt t="4541" x="4838700" y="2044700"/>
          <p14:tracePt t="4541" x="4791075" y="2039938"/>
          <p14:tracePt t="4541" x="4760913" y="2039938"/>
          <p14:tracePt t="4541" x="4687888" y="2027238"/>
          <p14:tracePt t="4541" x="4610100" y="2020888"/>
          <p14:tracePt t="4541" x="4562475" y="2009775"/>
          <p14:tracePt t="4541" x="4533900" y="2009775"/>
          <p14:tracePt t="4541" x="4460875" y="1997075"/>
          <p14:tracePt t="4541" x="4383088" y="1985963"/>
          <p14:tracePt t="4541" x="4335463" y="1979613"/>
          <p14:tracePt t="4541" x="4305300" y="1979613"/>
          <p14:tracePt t="4541" x="4233863" y="1966913"/>
          <p14:tracePt t="4541" x="4156075" y="1955800"/>
          <p14:tracePt t="4541" x="4102100" y="1949450"/>
          <p14:tracePt t="4541" x="4078288" y="1943100"/>
          <p14:tracePt t="4541" x="4006850" y="1938338"/>
          <p14:tracePt t="4541" x="3929063" y="1925638"/>
          <p14:tracePt t="4541" x="3875088" y="1919288"/>
          <p14:tracePt t="4541" x="3851275" y="1919288"/>
          <p14:tracePt t="4541" x="3779838" y="1908175"/>
          <p14:tracePt t="4541" x="3702050" y="1901825"/>
          <p14:tracePt t="4541" x="3648075" y="1895475"/>
          <p14:tracePt t="4541" x="3624263" y="1890713"/>
          <p14:tracePt t="4541" x="3546475" y="1884363"/>
          <p14:tracePt t="4541" x="3498850" y="1878013"/>
          <p14:tracePt t="4541" x="3475038" y="1878013"/>
          <p14:tracePt t="4541" x="3397250" y="1871663"/>
          <p14:tracePt t="4541" x="3319463" y="1860550"/>
          <p14:tracePt t="4541" x="3271838" y="1854200"/>
          <p14:tracePt t="4541" x="3248025" y="1854200"/>
          <p14:tracePt t="4541" x="3170238" y="1847850"/>
          <p14:tracePt t="4541" x="3116263" y="1841500"/>
          <p14:tracePt t="4541" x="3092450" y="1841500"/>
          <p14:tracePt t="4541" x="3019425" y="1836738"/>
          <p14:tracePt t="4541" x="2967038" y="1830388"/>
          <p14:tracePt t="4541" x="2941638" y="1824038"/>
          <p14:tracePt t="4541" x="2863850" y="1817688"/>
          <p14:tracePt t="4541" x="2816225" y="1812925"/>
          <p14:tracePt t="4541" x="2792413" y="1812925"/>
          <p14:tracePt t="4541" x="2744788" y="1806575"/>
          <p14:tracePt t="4541" x="2714625" y="1806575"/>
          <p14:tracePt t="4541" x="2636838" y="1800225"/>
          <p14:tracePt t="4541" x="2595563" y="1793875"/>
          <p14:tracePt t="4541" x="2565400" y="1793875"/>
          <p14:tracePt t="4541" x="2524125" y="1787525"/>
          <p14:tracePt t="4541" x="2487613" y="1782763"/>
          <p14:tracePt t="4541" x="2416175" y="1776413"/>
          <p14:tracePt t="4541" x="2374900" y="1776413"/>
          <p14:tracePt t="4541" x="2332038" y="1770063"/>
          <p14:tracePt t="4541" x="2290763" y="1763713"/>
          <p14:tracePt t="4541" x="2266950" y="1763713"/>
          <p14:tracePt t="4541" x="2224088" y="1758950"/>
          <p14:tracePt t="4541" x="2182813" y="1752600"/>
          <p14:tracePt t="4541" x="2146300" y="1752600"/>
          <p14:tracePt t="4541" x="2111375" y="1746250"/>
          <p14:tracePt t="4541" x="2074863" y="1739900"/>
          <p14:tracePt t="4541" x="2020888" y="1739900"/>
          <p14:tracePt t="4541" x="1985963" y="1735138"/>
          <p14:tracePt t="4541" x="1949450" y="1728788"/>
          <p14:tracePt t="4541" x="1919288" y="1728788"/>
          <p14:tracePt t="4541" x="1884363" y="1722438"/>
          <p14:tracePt t="4541" x="1854200" y="1716088"/>
          <p14:tracePt t="4541" x="1830388" y="1716088"/>
          <p14:tracePt t="4541" x="1793875" y="1709738"/>
          <p14:tracePt t="4541" x="1733550" y="1704975"/>
          <p14:tracePt t="4541" x="1704975" y="1698625"/>
          <p14:tracePt t="4541" x="1668463" y="1692275"/>
          <p14:tracePt t="4541" x="1644650" y="1685925"/>
          <p14:tracePt t="4541" x="1614488" y="1685925"/>
          <p14:tracePt t="4541" x="1584325" y="1681163"/>
          <p14:tracePt t="4541" x="1554163" y="1674813"/>
          <p14:tracePt t="4541" x="1525588" y="1668463"/>
          <p14:tracePt t="4541" x="1495425" y="1668463"/>
          <p14:tracePt t="4541" x="1465263" y="1662113"/>
          <p14:tracePt t="4541" x="1435100" y="1657350"/>
          <p14:tracePt t="4541" x="1404938" y="1657350"/>
          <p14:tracePt t="4541" x="1370013" y="1651000"/>
          <p14:tracePt t="4541" x="1346200" y="1644650"/>
          <p14:tracePt t="4541" x="1322388" y="1638300"/>
          <p14:tracePt t="4541" x="1292225" y="1633538"/>
          <p14:tracePt t="4541" x="1285875" y="1633538"/>
          <p14:tracePt t="4541" x="1255713" y="1627188"/>
          <p14:tracePt t="4541" x="1231900" y="1627188"/>
          <p14:tracePt t="4541" x="1201738" y="1620838"/>
          <p14:tracePt t="4541" x="1166813" y="1614488"/>
          <p14:tracePt t="4541" x="1143000" y="1608138"/>
          <p14:tracePt t="4541" x="1117600" y="1608138"/>
          <p14:tracePt t="4541" x="1093788" y="1603375"/>
          <p14:tracePt t="4541" x="1082675" y="1597025"/>
          <p14:tracePt t="4541" x="1058863" y="1597025"/>
          <p14:tracePt t="4541" x="1035050" y="1590675"/>
          <p14:tracePt t="4541" x="987425" y="1579563"/>
          <p14:tracePt t="4541" x="968375" y="1579563"/>
          <p14:tracePt t="4541" x="944563" y="1573213"/>
          <p14:tracePt t="4541" x="920750" y="1566863"/>
          <p14:tracePt t="4541" x="903288" y="1566863"/>
          <p14:tracePt t="4541" x="885825" y="1560513"/>
          <p14:tracePt t="4541" x="860425" y="1555750"/>
          <p14:tracePt t="4541" x="836613" y="1549400"/>
          <p14:tracePt t="4541" x="819150" y="1549400"/>
          <p14:tracePt t="4541" x="801688" y="1543050"/>
          <p14:tracePt t="4541" x="777875" y="1536700"/>
          <p14:tracePt t="4541" x="771525" y="1536700"/>
          <p14:tracePt t="4541" x="754063" y="1530350"/>
          <p14:tracePt t="4541" x="730250" y="1525588"/>
          <p14:tracePt t="4541" x="711200" y="1525588"/>
          <p14:tracePt t="4541" x="687388" y="1519238"/>
          <p14:tracePt t="4541" x="669925" y="1519238"/>
          <p14:tracePt t="4541" x="652463" y="1512888"/>
          <p14:tracePt t="4541" x="633413" y="1506538"/>
          <p14:tracePt t="4541" x="615950" y="1506538"/>
          <p14:tracePt t="4541" x="598488" y="1501775"/>
          <p14:tracePt t="4541" x="579438" y="1495425"/>
          <p14:tracePt t="4541" x="561975" y="1495425"/>
          <p14:tracePt t="4541" x="544513" y="1489075"/>
          <p14:tracePt t="4541" x="531813" y="1482725"/>
          <p14:tracePt t="4541" x="514350" y="1482725"/>
          <p14:tracePt t="4541" x="484188" y="1477963"/>
          <p14:tracePt t="4541" x="477838" y="1471613"/>
          <p14:tracePt t="4541" x="460375" y="1471613"/>
          <p14:tracePt t="4541" x="449263" y="1465263"/>
          <p14:tracePt t="4541" x="430213" y="1458913"/>
          <p14:tracePt t="4541" x="419100" y="1458913"/>
          <p14:tracePt t="4541" x="400050" y="1452563"/>
          <p14:tracePt t="4541" x="388938" y="1452563"/>
          <p14:tracePt t="4541" x="376238" y="1447800"/>
          <p14:tracePt t="4541" x="365125" y="1447800"/>
          <p14:tracePt t="4541" x="352425" y="1441450"/>
          <p14:tracePt t="4541" x="341313" y="1435100"/>
          <p14:tracePt t="4541" x="328613" y="1435100"/>
          <p14:tracePt t="4541" x="317500" y="1428750"/>
          <p14:tracePt t="4541" x="298450" y="1428750"/>
          <p14:tracePt t="4541" x="287338" y="1428750"/>
          <p14:tracePt t="4541" x="269875" y="1417638"/>
          <p14:tracePt t="4541" x="263525" y="1417638"/>
          <p14:tracePt t="4541" x="250825" y="1417638"/>
          <p14:tracePt t="4541" x="244475" y="1411288"/>
          <p14:tracePt t="4541" x="233363" y="1411288"/>
          <p14:tracePt t="4541" x="220663" y="1404938"/>
          <p14:tracePt t="4541" x="209550" y="1404938"/>
          <p14:tracePt t="4541" x="203200" y="1400175"/>
          <p14:tracePt t="4541" x="192088" y="1400175"/>
          <p14:tracePt t="4541" x="185738" y="1393825"/>
          <p14:tracePt t="4541" x="173038" y="1393825"/>
          <p14:tracePt t="4541" x="166688" y="1393825"/>
          <p14:tracePt t="4541" x="161925" y="1387475"/>
          <p14:tracePt t="4541" x="149225" y="1387475"/>
          <p14:tracePt t="4541" x="138113" y="1381125"/>
          <p14:tracePt t="4541" x="125413" y="1376363"/>
          <p14:tracePt t="4541" x="119063" y="1376363"/>
          <p14:tracePt t="4541" x="114300" y="1370013"/>
          <p14:tracePt t="4541" x="101600" y="1370013"/>
          <p14:tracePt t="4541" x="101600" y="1363663"/>
          <p14:tracePt t="4541" x="90488" y="1363663"/>
          <p14:tracePt t="4541" x="84138" y="1363663"/>
          <p14:tracePt t="4541" x="77788" y="1357313"/>
          <p14:tracePt t="4541" x="71438" y="1357313"/>
          <p14:tracePt t="4541" x="65088" y="1350963"/>
          <p14:tracePt t="4541" x="60325" y="1350963"/>
          <p14:tracePt t="4541" x="53975" y="1346200"/>
          <p14:tracePt t="4541" x="47625" y="1346200"/>
          <p14:tracePt t="4541" x="41275" y="1339850"/>
          <p14:tracePt t="4541" x="36513" y="1339850"/>
          <p14:tracePt t="4541" x="30163" y="1339850"/>
          <p14:tracePt t="4541" x="23813" y="1333500"/>
          <p14:tracePt t="4541" x="17463" y="1333500"/>
          <p14:tracePt t="4541" x="17463" y="1327150"/>
          <p14:tracePt t="4541" x="12700" y="1327150"/>
          <p14:tracePt t="4541" x="6350" y="1327150"/>
          <p14:tracePt t="4541" x="0" y="1322388"/>
        </p14:tracePtLst>
      </p14:laserTrace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What to do?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  <a:p>
            <a:r>
              <a:rPr lang="en-NZ" dirty="0"/>
              <a:t>We’ve seen examples of vulnerabilities and attacks</a:t>
            </a:r>
          </a:p>
          <a:p>
            <a:r>
              <a:rPr lang="en-NZ" dirty="0"/>
              <a:t>Various levels</a:t>
            </a:r>
          </a:p>
          <a:p>
            <a:pPr lvl="1">
              <a:spcBef>
                <a:spcPts val="600"/>
              </a:spcBef>
            </a:pPr>
            <a:r>
              <a:rPr lang="en-NZ" dirty="0"/>
              <a:t>Users/People, Software, Operating Systems, Hardware</a:t>
            </a:r>
          </a:p>
          <a:p>
            <a:pPr lvl="1">
              <a:spcBef>
                <a:spcPts val="600"/>
              </a:spcBef>
            </a:pPr>
            <a:endParaRPr lang="en-NZ" dirty="0"/>
          </a:p>
          <a:p>
            <a:r>
              <a:rPr lang="en-NZ" dirty="0"/>
              <a:t>Need for systematic approach for secure software</a:t>
            </a:r>
          </a:p>
          <a:p>
            <a:pPr lvl="1">
              <a:spcBef>
                <a:spcPts val="600"/>
              </a:spcBef>
            </a:pPr>
            <a:endParaRPr lang="en-NZ" dirty="0">
              <a:sym typeface="Wingdings" panose="05000000000000000000" pitchFamily="2" charset="2"/>
            </a:endParaRPr>
          </a:p>
          <a:p>
            <a:pPr lvl="1">
              <a:spcBef>
                <a:spcPts val="600"/>
              </a:spcBef>
            </a:pPr>
            <a:r>
              <a:rPr lang="en-NZ" dirty="0">
                <a:sym typeface="Wingdings" panose="05000000000000000000" pitchFamily="2" charset="2"/>
              </a:rPr>
              <a:t>Secure Software Development and Architecture</a:t>
            </a:r>
          </a:p>
          <a:p>
            <a:pPr lvl="1">
              <a:spcBef>
                <a:spcPts val="600"/>
              </a:spcBef>
            </a:pPr>
            <a:r>
              <a:rPr lang="en-NZ" dirty="0">
                <a:sym typeface="Wingdings" panose="05000000000000000000" pitchFamily="2" charset="2"/>
              </a:rPr>
              <a:t>Security Testing</a:t>
            </a:r>
          </a:p>
          <a:p>
            <a:pPr lvl="1">
              <a:spcBef>
                <a:spcPts val="600"/>
              </a:spcBef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1218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838"/>
    </mc:Choice>
    <mc:Fallback xmlns="">
      <p:transition spd="slow" advTm="102838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Secure Coding Practices 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2200" dirty="0"/>
              <a:t>Do not trust User Input</a:t>
            </a:r>
          </a:p>
          <a:p>
            <a:pPr lvl="1"/>
            <a:r>
              <a:rPr lang="en-NZ" sz="1900" dirty="0"/>
              <a:t>check nulls, types, reserved words, expected formats</a:t>
            </a:r>
          </a:p>
          <a:p>
            <a:r>
              <a:rPr lang="en-NZ" sz="2200" dirty="0"/>
              <a:t>Don’t ignore compiler warnings</a:t>
            </a:r>
          </a:p>
          <a:p>
            <a:r>
              <a:rPr lang="en-NZ" sz="2200" dirty="0"/>
              <a:t>Keep it simple!</a:t>
            </a:r>
          </a:p>
          <a:p>
            <a:r>
              <a:rPr lang="en-NZ" sz="2200" dirty="0"/>
              <a:t>Default deny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221" y="3153700"/>
            <a:ext cx="3684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latin typeface="Consolas" panose="020B0609020204030204" pitchFamily="49" charset="0"/>
              </a:rPr>
              <a:t>if </a:t>
            </a:r>
            <a:r>
              <a:rPr lang="en-NZ" dirty="0" err="1">
                <a:latin typeface="Consolas" panose="020B0609020204030204" pitchFamily="49" charset="0"/>
              </a:rPr>
              <a:t>isUserAuthorised</a:t>
            </a:r>
            <a:r>
              <a:rPr lang="en-NZ" dirty="0">
                <a:latin typeface="Consolas" panose="020B0609020204030204" pitchFamily="49" charset="0"/>
              </a:rPr>
              <a:t>:</a:t>
            </a:r>
          </a:p>
          <a:p>
            <a:r>
              <a:rPr lang="en-NZ" dirty="0">
                <a:latin typeface="Consolas" panose="020B0609020204030204" pitchFamily="49" charset="0"/>
              </a:rPr>
              <a:t>	</a:t>
            </a:r>
            <a:r>
              <a:rPr lang="en-NZ" dirty="0" err="1">
                <a:latin typeface="Consolas" panose="020B0609020204030204" pitchFamily="49" charset="0"/>
              </a:rPr>
              <a:t>authorizedAction</a:t>
            </a:r>
            <a:r>
              <a:rPr lang="en-NZ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4037" y="2667747"/>
            <a:ext cx="31026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latin typeface="Consolas" panose="020B0609020204030204" pitchFamily="49" charset="0"/>
              </a:rPr>
              <a:t>if !</a:t>
            </a:r>
            <a:r>
              <a:rPr lang="en-NZ" dirty="0" err="1">
                <a:latin typeface="Consolas" panose="020B0609020204030204" pitchFamily="49" charset="0"/>
              </a:rPr>
              <a:t>isUserAuthorised</a:t>
            </a:r>
            <a:r>
              <a:rPr lang="en-NZ" dirty="0">
                <a:latin typeface="Consolas" panose="020B0609020204030204" pitchFamily="49" charset="0"/>
              </a:rPr>
              <a:t>:</a:t>
            </a:r>
          </a:p>
          <a:p>
            <a:r>
              <a:rPr lang="en-NZ" dirty="0">
                <a:latin typeface="Consolas" panose="020B0609020204030204" pitchFamily="49" charset="0"/>
              </a:rPr>
              <a:t>	return;</a:t>
            </a:r>
          </a:p>
          <a:p>
            <a:endParaRPr lang="en-NZ" dirty="0">
              <a:latin typeface="Consolas" panose="020B0609020204030204" pitchFamily="49" charset="0"/>
            </a:endParaRPr>
          </a:p>
          <a:p>
            <a:r>
              <a:rPr lang="en-NZ" dirty="0" err="1">
                <a:latin typeface="Consolas" panose="020B0609020204030204" pitchFamily="49" charset="0"/>
              </a:rPr>
              <a:t>authorizedAction</a:t>
            </a:r>
            <a:r>
              <a:rPr lang="en-NZ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7" name="Smiley Face 6"/>
          <p:cNvSpPr/>
          <p:nvPr/>
        </p:nvSpPr>
        <p:spPr>
          <a:xfrm>
            <a:off x="1996944" y="3854649"/>
            <a:ext cx="756745" cy="756745"/>
          </a:xfrm>
          <a:prstGeom prst="smileyFac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&quot;No&quot; Symbol 7"/>
          <p:cNvSpPr/>
          <p:nvPr/>
        </p:nvSpPr>
        <p:spPr>
          <a:xfrm>
            <a:off x="6024553" y="3891973"/>
            <a:ext cx="731520" cy="731520"/>
          </a:xfrm>
          <a:prstGeom prst="noSmoking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97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935"/>
    </mc:Choice>
    <mc:Fallback xmlns="">
      <p:transition spd="slow" advTm="164935"/>
    </mc:Fallback>
  </mc:AlternateContent>
  <p:extLst>
    <p:ext uri="{3A86A75C-4F4B-4683-9AE1-C65F6400EC91}">
      <p14:laserTraceLst xmlns:p14="http://schemas.microsoft.com/office/powerpoint/2010/main">
        <p14:tracePtLst>
          <p14:tracePt t="86956" x="2243138" y="5111750"/>
          <p14:tracePt t="86960" x="2236788" y="5092700"/>
          <p14:tracePt t="86976" x="2230438" y="5067300"/>
          <p14:tracePt t="86981" x="2224088" y="5048250"/>
          <p14:tracePt t="86992" x="2217738" y="5029200"/>
          <p14:tracePt t="86999" x="2211388" y="5016500"/>
          <p14:tracePt t="87003" x="2211388" y="4997450"/>
          <p14:tracePt t="87014" x="2205038" y="4984750"/>
          <p14:tracePt t="87018" x="2198688" y="4959350"/>
          <p14:tracePt t="87031" x="2192338" y="4933950"/>
          <p14:tracePt t="87033" x="2192338" y="4913313"/>
          <p14:tracePt t="87040" x="2185988" y="4881563"/>
          <p14:tracePt t="87050" x="2179638" y="4856163"/>
          <p14:tracePt t="87052" x="2173288" y="4830763"/>
          <p14:tracePt t="87064" x="2160588" y="4805363"/>
          <p14:tracePt t="87068" x="2147888" y="4779963"/>
          <p14:tracePt t="87080" x="2135188" y="4741863"/>
          <p14:tracePt t="87089" x="2128838" y="4710113"/>
          <p14:tracePt t="87098" x="2109788" y="4678363"/>
          <p14:tracePt t="87099" x="2103438" y="4659313"/>
          <p14:tracePt t="87108" x="2090738" y="4627563"/>
          <p14:tracePt t="87115" x="2071688" y="4602163"/>
          <p14:tracePt t="87128" x="2071688" y="4583113"/>
          <p14:tracePt t="87130" x="2058988" y="4557713"/>
          <p14:tracePt t="87141" x="2032000" y="4532313"/>
          <p14:tracePt t="87147" x="2019300" y="4506913"/>
          <p14:tracePt t="87163" x="1987550" y="4460875"/>
          <p14:tracePt t="87168" x="1968500" y="4441825"/>
          <p14:tracePt t="87180" x="1962150" y="4422775"/>
          <p14:tracePt t="87185" x="1955800" y="4403725"/>
          <p14:tracePt t="87198" x="1943100" y="4397375"/>
          <p14:tracePt t="87202" x="1930400" y="4384675"/>
          <p14:tracePt t="87210" x="1917700" y="4371975"/>
          <p14:tracePt t="87216" x="1905000" y="4352925"/>
          <p14:tracePt t="87228" x="1892300" y="4327525"/>
          <p14:tracePt t="87230" x="1873250" y="4302125"/>
          <p14:tracePt t="87247" x="1828800" y="4225925"/>
          <p14:tracePt t="87254" x="1797050" y="4187825"/>
          <p14:tracePt t="87260" x="1758950" y="4137025"/>
          <p14:tracePt t="87276" x="1689100" y="4040188"/>
          <p14:tracePt t="87284" x="1638300" y="3989388"/>
          <p14:tracePt t="87296" x="1592263" y="3944938"/>
          <p14:tracePt t="87301" x="1535113" y="3900488"/>
          <p14:tracePt t="87308" x="1490663" y="3862388"/>
          <p14:tracePt t="87316" x="1370013" y="3735388"/>
          <p14:tracePt t="87329" x="1331913" y="3684588"/>
          <p14:tracePt t="87331" x="1300163" y="3646488"/>
          <p14:tracePt t="87349" x="1230313" y="3562350"/>
          <p14:tracePt t="87365" x="1166813" y="3486150"/>
          <p14:tracePt t="87371" x="1139825" y="3454400"/>
          <p14:tracePt t="87382" x="1120775" y="3435350"/>
          <p14:tracePt t="87389" x="1108075" y="3429000"/>
          <p14:tracePt t="87399" x="1101725" y="3416300"/>
          <p14:tracePt t="87401" x="1095375" y="3403600"/>
          <p14:tracePt t="87413" x="1082675" y="3397250"/>
          <p14:tracePt t="87418" x="1076325" y="3390900"/>
          <p14:tracePt t="87431" x="1069975" y="3390900"/>
          <p14:tracePt t="87806" x="1057275" y="3390900"/>
          <p14:tracePt t="87818" x="1050925" y="3390900"/>
          <p14:tracePt t="87822" x="1044575" y="3390900"/>
          <p14:tracePt t="87832" x="1031875" y="3397250"/>
          <p14:tracePt t="87853" x="1019175" y="3403600"/>
          <p14:tracePt t="87858" x="1006475" y="3409950"/>
          <p14:tracePt t="87874" x="993775" y="3409950"/>
          <p14:tracePt t="88020" x="987425" y="3409950"/>
          <p14:tracePt t="88026" x="987425" y="3416300"/>
          <p14:tracePt t="88036" x="981075" y="3416300"/>
          <p14:tracePt t="88046" x="974725" y="3416300"/>
          <p14:tracePt t="88260" x="981075" y="3422650"/>
          <p14:tracePt t="88266" x="1000125" y="3429000"/>
          <p14:tracePt t="88277" x="1031875" y="3435350"/>
          <p14:tracePt t="88284" x="1038225" y="3435350"/>
          <p14:tracePt t="88289" x="1063625" y="3441700"/>
          <p14:tracePt t="88291" x="1108075" y="3448050"/>
          <p14:tracePt t="88311" x="1217613" y="3460750"/>
          <p14:tracePt t="88315" x="1293813" y="3473450"/>
          <p14:tracePt t="88319" x="1382713" y="3486150"/>
          <p14:tracePt t="88333" x="1477963" y="3505200"/>
          <p14:tracePt t="88337" x="1585913" y="3524250"/>
          <p14:tracePt t="88347" x="1689100" y="3543300"/>
          <p14:tracePt t="88352" x="1809750" y="3549650"/>
          <p14:tracePt t="88360" x="1911350" y="3568700"/>
          <p14:tracePt t="88368" x="2012950" y="3575050"/>
          <p14:tracePt t="88379" x="2097088" y="3587750"/>
          <p14:tracePt t="88384" x="2173288" y="3587750"/>
          <p14:tracePt t="88395" x="2224088" y="3587750"/>
          <p14:tracePt t="88398" x="2255838" y="3594100"/>
          <p14:tracePt t="88553" x="2262188" y="3594100"/>
          <p14:tracePt t="88560" x="2268538" y="3594100"/>
          <p14:tracePt t="88567" x="2274888" y="3594100"/>
          <p14:tracePt t="88577" x="2293938" y="3594100"/>
          <p14:tracePt t="88581" x="2325688" y="3594100"/>
          <p14:tracePt t="88597" x="2357438" y="3594100"/>
          <p14:tracePt t="88601" x="2401888" y="3594100"/>
          <p14:tracePt t="88613" x="2497138" y="3594100"/>
          <p14:tracePt t="88627" x="2555875" y="3594100"/>
          <p14:tracePt t="88633" x="2600325" y="3594100"/>
          <p14:tracePt t="88636" x="2632075" y="3587750"/>
          <p14:tracePt t="88647" x="2657475" y="3587750"/>
          <p14:tracePt t="88851" x="2657475" y="3581400"/>
          <p14:tracePt t="88857" x="2657475" y="3575050"/>
          <p14:tracePt t="88864" x="2657475" y="3568700"/>
          <p14:tracePt t="88880" x="2657475" y="3562350"/>
          <p14:tracePt t="88885" x="2657475" y="3556000"/>
          <p14:tracePt t="88910" x="2657475" y="3543300"/>
          <p14:tracePt t="88921" x="2657475" y="3536950"/>
          <p14:tracePt t="88922" x="2676525" y="3530600"/>
          <p14:tracePt t="88938" x="2689225" y="3524250"/>
          <p14:tracePt t="88941" x="2714625" y="3511550"/>
          <p14:tracePt t="88944" x="2727325" y="3505200"/>
          <p14:tracePt t="88961" x="2765425" y="3492500"/>
          <p14:tracePt t="88965" x="2790825" y="3479800"/>
          <p14:tracePt t="88969" x="2816225" y="3467100"/>
          <p14:tracePt t="88982" x="2835275" y="3460750"/>
          <p14:tracePt t="88986" x="2860675" y="3454400"/>
          <p14:tracePt t="88997" x="2873375" y="3448050"/>
          <p14:tracePt t="89001" x="2886075" y="3448050"/>
          <p14:tracePt t="89016" x="2911475" y="3441700"/>
          <p14:tracePt t="89029" x="2924175" y="3435350"/>
          <p14:tracePt t="89503" x="2911475" y="3435350"/>
          <p14:tracePt t="89510" x="2898775" y="3441700"/>
          <p14:tracePt t="89517" x="2886075" y="3448050"/>
          <p14:tracePt t="89526" x="2867025" y="3460750"/>
          <p14:tracePt t="89529" x="2854325" y="3460750"/>
          <p14:tracePt t="89541" x="2847975" y="3460750"/>
          <p14:tracePt t="89550" x="2835275" y="3467100"/>
          <p14:tracePt t="89555" x="2822575" y="3473450"/>
          <p14:tracePt t="89569" x="2816225" y="3479800"/>
          <p14:tracePt t="89583" x="2809875" y="3479800"/>
          <p14:tracePt t="89587" x="2809875" y="3486150"/>
          <p14:tracePt t="89592" x="2803525" y="3486150"/>
          <p14:tracePt t="89601" x="2797175" y="3486150"/>
          <p14:tracePt t="89605" x="2790825" y="3486150"/>
          <p14:tracePt t="89619" x="2784475" y="3486150"/>
          <p14:tracePt t="89621" x="2778125" y="3486150"/>
          <p14:tracePt t="89631" x="2771775" y="3492500"/>
          <p14:tracePt t="89636" x="2759075" y="3492500"/>
          <p14:tracePt t="89649" x="2746375" y="3492500"/>
          <p14:tracePt t="89653" x="2740025" y="3498850"/>
          <p14:tracePt t="89664" x="2733675" y="3498850"/>
          <p14:tracePt t="89667" x="2727325" y="3498850"/>
          <p14:tracePt t="89681" x="2720975" y="3498850"/>
          <p14:tracePt t="90453" x="2708275" y="3498850"/>
          <p14:tracePt t="90463" x="2695575" y="3498850"/>
          <p14:tracePt t="90468" x="2670175" y="3505200"/>
          <p14:tracePt t="90481" x="2644775" y="3505200"/>
          <p14:tracePt t="90494" x="2613025" y="3505200"/>
          <p14:tracePt t="90500" x="2581275" y="3505200"/>
          <p14:tracePt t="90502" x="2549525" y="3505200"/>
          <p14:tracePt t="90513" x="2517775" y="3505200"/>
          <p14:tracePt t="90518" x="2490788" y="3505200"/>
          <p14:tracePt t="90527" x="2459038" y="3505200"/>
          <p14:tracePt t="90533" x="2439988" y="3505200"/>
          <p14:tracePt t="90545" x="2427288" y="3505200"/>
          <p14:tracePt t="90549" x="2408238" y="3505200"/>
          <p14:tracePt t="90553" x="2395538" y="3505200"/>
          <p14:tracePt t="90566" x="2395538" y="3511550"/>
          <p14:tracePt t="90706" x="2382838" y="3511550"/>
          <p14:tracePt t="90718" x="2376488" y="3511550"/>
          <p14:tracePt t="90721" x="2370138" y="3511550"/>
          <p14:tracePt t="90736" x="2357438" y="3511550"/>
          <p14:tracePt t="90742" x="2332038" y="3505200"/>
          <p14:tracePt t="90755" x="2312988" y="3505200"/>
          <p14:tracePt t="90766" x="2293938" y="3498850"/>
          <p14:tracePt t="90772" x="2236788" y="3492500"/>
          <p14:tracePt t="90780" x="2211388" y="3486150"/>
          <p14:tracePt t="90795" x="2173288" y="3486150"/>
          <p14:tracePt t="90798" x="2128838" y="3479800"/>
          <p14:tracePt t="90812" x="2090738" y="3473450"/>
          <p14:tracePt t="90816" x="2044700" y="3467100"/>
          <p14:tracePt t="90830" x="1949450" y="3448050"/>
          <p14:tracePt t="90836" x="1879600" y="3441700"/>
          <p14:tracePt t="90847" x="1816100" y="3422650"/>
          <p14:tracePt t="90853" x="1739900" y="3416300"/>
          <p14:tracePt t="90864" x="1657350" y="3397250"/>
          <p14:tracePt t="90868" x="1566863" y="3384550"/>
          <p14:tracePt t="90880" x="1490663" y="3365500"/>
          <p14:tracePt t="90883" x="1414463" y="3346450"/>
          <p14:tracePt t="90887" x="1319213" y="3333750"/>
          <p14:tracePt t="90899" x="1120775" y="3295650"/>
          <p14:tracePt t="90908" x="1044575" y="3282950"/>
          <p14:tracePt t="90912" x="981075" y="3270250"/>
          <p14:tracePt t="90925" x="904875" y="3263900"/>
          <p14:tracePt t="90931" x="828675" y="3257550"/>
          <p14:tracePt t="90939" x="752475" y="3244850"/>
          <p14:tracePt t="90948" x="688975" y="3238500"/>
          <p14:tracePt t="90954" x="611188" y="3232150"/>
          <p14:tracePt t="90964" x="547688" y="3232150"/>
          <p14:tracePt t="90971" x="496888" y="3232150"/>
          <p14:tracePt t="90978" x="439738" y="3225800"/>
          <p14:tracePt t="90984" x="395288" y="3225800"/>
          <p14:tracePt t="90994" x="363538" y="3225800"/>
          <p14:tracePt t="91001" x="331788" y="3225800"/>
          <p14:tracePt t="91008" x="312738" y="3225800"/>
          <p14:tracePt t="91014" x="300038" y="3225800"/>
          <p14:tracePt t="91022" x="287338" y="3225800"/>
          <p14:tracePt t="91031" x="268288" y="3225800"/>
          <p14:tracePt t="91033" x="249238" y="3225800"/>
          <p14:tracePt t="91046" x="222250" y="3225800"/>
          <p14:tracePt t="91048" x="190500" y="3232150"/>
          <p14:tracePt t="91065" x="158750" y="3232150"/>
          <p14:tracePt t="91068" x="120650" y="3238500"/>
          <p14:tracePt t="91082" x="25400" y="3244850"/>
          <p14:tracePt t="91381" x="209550" y="3486150"/>
          <p14:tracePt t="91397" x="395288" y="3511550"/>
          <p14:tracePt t="91406" x="458788" y="3517900"/>
          <p14:tracePt t="91418" x="522288" y="3517900"/>
          <p14:tracePt t="91420" x="566738" y="3530600"/>
          <p14:tracePt t="91435" x="611188" y="3530600"/>
          <p14:tracePt t="91436" x="642938" y="3536950"/>
          <p14:tracePt t="91451" x="688975" y="3536950"/>
          <p14:tracePt t="91542" x="688975" y="3530600"/>
          <p14:tracePt t="91548" x="681038" y="3530600"/>
          <p14:tracePt t="91571" x="681038" y="3524250"/>
          <p14:tracePt t="91583" x="674688" y="3517900"/>
          <p14:tracePt t="91587" x="668338" y="3511550"/>
          <p14:tracePt t="91602" x="655638" y="3505200"/>
          <p14:tracePt t="91604" x="655638" y="3498850"/>
          <p14:tracePt t="91618" x="655638" y="3492500"/>
          <p14:tracePt t="91664" x="655638" y="3486150"/>
          <p14:tracePt t="91673" x="661988" y="3479800"/>
          <p14:tracePt t="91678" x="674688" y="3473450"/>
          <p14:tracePt t="91697" x="681038" y="3467100"/>
          <p14:tracePt t="91702" x="688975" y="3460750"/>
          <p14:tracePt t="91713" x="695325" y="3454400"/>
          <p14:tracePt t="91718" x="701675" y="3454400"/>
          <p14:tracePt t="91732" x="714375" y="3448050"/>
          <p14:tracePt t="91735" x="720725" y="3441700"/>
          <p14:tracePt t="91743" x="727075" y="3441700"/>
          <p14:tracePt t="91752" x="739775" y="3435350"/>
          <p14:tracePt t="91753" x="746125" y="3429000"/>
          <p14:tracePt t="91763" x="752475" y="3429000"/>
          <p14:tracePt t="91770" x="758825" y="3429000"/>
          <p14:tracePt t="91783" x="765175" y="3422650"/>
          <p14:tracePt t="91858" x="771525" y="3422650"/>
          <p14:tracePt t="91868" x="777875" y="3422650"/>
          <p14:tracePt t="91880" x="790575" y="3422650"/>
          <p14:tracePt t="91885" x="803275" y="3422650"/>
          <p14:tracePt t="91900" x="815975" y="3422650"/>
          <p14:tracePt t="91913" x="822325" y="3422650"/>
          <p14:tracePt t="91917" x="828675" y="3422650"/>
          <p14:tracePt t="91930" x="847725" y="3422650"/>
          <p14:tracePt t="91947" x="866775" y="3422650"/>
          <p14:tracePt t="91960" x="879475" y="3422650"/>
          <p14:tracePt t="91966" x="885825" y="3422650"/>
          <p14:tracePt t="91973" x="892175" y="3422650"/>
          <p14:tracePt t="92111" x="904875" y="3422650"/>
          <p14:tracePt t="92123" x="911225" y="3422650"/>
          <p14:tracePt t="92129" x="930275" y="3422650"/>
          <p14:tracePt t="92137" x="949325" y="3422650"/>
          <p14:tracePt t="92153" x="962025" y="3422650"/>
          <p14:tracePt t="92157" x="993775" y="3422650"/>
          <p14:tracePt t="92173" x="1000125" y="3429000"/>
          <p14:tracePt t="92182" x="1006475" y="3429000"/>
          <p14:tracePt t="92191" x="1012825" y="3429000"/>
          <p14:tracePt t="92662" x="1031875" y="3429000"/>
          <p14:tracePt t="92674" x="1057275" y="3429000"/>
          <p14:tracePt t="92683" x="1076325" y="3435350"/>
          <p14:tracePt t="92691" x="1114425" y="3435350"/>
          <p14:tracePt t="92711" x="1192213" y="3441700"/>
          <p14:tracePt t="92715" x="1236663" y="3441700"/>
          <p14:tracePt t="92730" x="1350963" y="3448050"/>
          <p14:tracePt t="92750" x="1408113" y="3448050"/>
          <p14:tracePt t="92757" x="1433513" y="3448050"/>
          <p14:tracePt t="92770" x="1452563" y="3448050"/>
          <p14:tracePt t="92782" x="1477963" y="3448050"/>
          <p14:tracePt t="92798" x="1490663" y="3448050"/>
          <p14:tracePt t="92814" x="1497013" y="3448050"/>
          <p14:tracePt t="92829" x="1509713" y="3448050"/>
          <p14:tracePt t="93546" x="1497013" y="3441700"/>
          <p14:tracePt t="93554" x="1477963" y="3441700"/>
          <p14:tracePt t="93561" x="1471613" y="3435350"/>
          <p14:tracePt t="93565" x="1446213" y="3429000"/>
          <p14:tracePt t="93582" x="1427163" y="3429000"/>
          <p14:tracePt t="93591" x="1370013" y="3422650"/>
          <p14:tracePt t="93595" x="1338263" y="3409950"/>
          <p14:tracePt t="93605" x="1300163" y="3397250"/>
          <p14:tracePt t="93618" x="1236663" y="3390900"/>
          <p14:tracePt t="93631" x="1198563" y="3390900"/>
          <p14:tracePt t="93635" x="1185863" y="3390900"/>
          <p14:tracePt t="93647" x="1166813" y="3390900"/>
          <p14:tracePt t="93822" x="1160463" y="3390900"/>
          <p14:tracePt t="93978" x="1166813" y="3390900"/>
          <p14:tracePt t="93984" x="1173163" y="3390900"/>
          <p14:tracePt t="93994" x="1192213" y="3390900"/>
          <p14:tracePt t="94003" x="1217613" y="3390900"/>
          <p14:tracePt t="94010" x="1249363" y="3390900"/>
          <p14:tracePt t="94022" x="1281113" y="3390900"/>
          <p14:tracePt t="94029" x="1376363" y="3403600"/>
          <p14:tracePt t="94040" x="1433513" y="3409950"/>
          <p14:tracePt t="94052" x="1497013" y="3409950"/>
          <p14:tracePt t="94053" x="1573213" y="3416300"/>
          <p14:tracePt t="94062" x="1638300" y="3422650"/>
          <p14:tracePt t="94068" x="1701800" y="3422650"/>
          <p14:tracePt t="94082" x="1822450" y="3435350"/>
          <p14:tracePt t="94096" x="1866900" y="3435350"/>
          <p14:tracePt t="94100" x="1905000" y="3435350"/>
          <p14:tracePt t="94111" x="1949450" y="3435350"/>
          <p14:tracePt t="94115" x="1981200" y="3435350"/>
          <p14:tracePt t="94124" x="2006600" y="3441700"/>
          <p14:tracePt t="94134" x="2038350" y="3441700"/>
          <p14:tracePt t="94141" x="2065338" y="3441700"/>
          <p14:tracePt t="94148" x="2097088" y="3441700"/>
          <p14:tracePt t="94156" x="2128838" y="3441700"/>
          <p14:tracePt t="94165" x="2160588" y="3441700"/>
          <p14:tracePt t="94170" x="2192338" y="3441700"/>
          <p14:tracePt t="94180" x="2230438" y="3441700"/>
          <p14:tracePt t="94185" x="2268538" y="3441700"/>
          <p14:tracePt t="94191" x="2306638" y="3441700"/>
          <p14:tracePt t="94199" x="2344738" y="3441700"/>
          <p14:tracePt t="94209" x="2376488" y="3441700"/>
          <p14:tracePt t="94215" x="2420938" y="3441700"/>
          <p14:tracePt t="94221" x="2452688" y="3441700"/>
          <p14:tracePt t="94234" x="2530475" y="3441700"/>
          <p14:tracePt t="94246" x="2568575" y="3441700"/>
          <p14:tracePt t="94249" x="2600325" y="3441700"/>
          <p14:tracePt t="94263" x="2632075" y="3441700"/>
          <p14:tracePt t="94266" x="2663825" y="3441700"/>
          <p14:tracePt t="94280" x="2708275" y="3441700"/>
          <p14:tracePt t="94283" x="2752725" y="3441700"/>
          <p14:tracePt t="94297" x="2822575" y="3441700"/>
          <p14:tracePt t="94308" x="2867025" y="3441700"/>
          <p14:tracePt t="94315" x="2898775" y="3441700"/>
          <p14:tracePt t="94323" x="2924175" y="3441700"/>
          <p14:tracePt t="94330" x="2943225" y="3441700"/>
          <p14:tracePt t="94345" x="2962275" y="3441700"/>
          <p14:tracePt t="94522" x="2955925" y="3441700"/>
          <p14:tracePt t="94528" x="2943225" y="3441700"/>
          <p14:tracePt t="94535" x="2936875" y="3441700"/>
          <p14:tracePt t="94548" x="2898775" y="3441700"/>
          <p14:tracePt t="94557" x="2879725" y="3441700"/>
          <p14:tracePt t="94571" x="2847975" y="3441700"/>
          <p14:tracePt t="94573" x="2816225" y="3441700"/>
          <p14:tracePt t="94580" x="2790825" y="3441700"/>
          <p14:tracePt t="94589" x="2752725" y="3441700"/>
          <p14:tracePt t="94592" x="2701925" y="3448050"/>
          <p14:tracePt t="94609" x="2663825" y="3448050"/>
          <p14:tracePt t="94614" x="2638425" y="3448050"/>
          <p14:tracePt t="94618" x="2606675" y="3454400"/>
          <p14:tracePt t="94627" x="2587625" y="3454400"/>
          <p14:tracePt t="94632" x="2562225" y="3460750"/>
          <p14:tracePt t="94644" x="2555875" y="3460750"/>
          <p14:tracePt t="94650" x="2543175" y="3460750"/>
          <p14:tracePt t="94664" x="2524125" y="3467100"/>
          <p14:tracePt t="94669" x="2509838" y="3467100"/>
          <p14:tracePt t="94689" x="2497138" y="3467100"/>
          <p14:tracePt t="94696" x="2484438" y="3467100"/>
          <p14:tracePt t="94703" x="2478088" y="3467100"/>
          <p14:tracePt t="94715" x="2452688" y="3473450"/>
          <p14:tracePt t="94718" x="2433638" y="3479800"/>
          <p14:tracePt t="94731" x="2408238" y="3486150"/>
          <p14:tracePt t="94735" x="2376488" y="3492500"/>
          <p14:tracePt t="94742" x="2351088" y="3492500"/>
          <p14:tracePt t="94751" x="2325688" y="3498850"/>
          <p14:tracePt t="94756" x="2300288" y="3505200"/>
          <p14:tracePt t="94764" x="2293938" y="3511550"/>
          <p14:tracePt t="94770" x="2274888" y="3517900"/>
          <p14:tracePt t="94783" x="2262188" y="3517900"/>
          <p14:tracePt t="94785" x="2255838" y="3524250"/>
          <p14:tracePt t="94795" x="2243138" y="3524250"/>
          <p14:tracePt t="94798" x="2236788" y="3524250"/>
          <p14:tracePt t="94814" x="2217738" y="3530600"/>
          <p14:tracePt t="94830" x="2205038" y="3536950"/>
          <p14:tracePt t="94843" x="2198688" y="3543300"/>
          <p14:tracePt t="94846" x="2192338" y="3543300"/>
          <p14:tracePt t="94859" x="2179638" y="3549650"/>
          <p14:tracePt t="94864" x="2166938" y="3549650"/>
          <p14:tracePt t="94875" x="2154238" y="3556000"/>
          <p14:tracePt t="94881" x="2141538" y="3562350"/>
          <p14:tracePt t="94885" x="2128838" y="3568700"/>
          <p14:tracePt t="94898" x="2122488" y="3575050"/>
          <p14:tracePt t="94901" x="2116138" y="3587750"/>
          <p14:tracePt t="94906" x="2109788" y="3587750"/>
          <p14:tracePt t="94917" x="2103438" y="3587750"/>
          <p14:tracePt t="94925" x="2097088" y="3594100"/>
          <p14:tracePt t="94931" x="2090738" y="3594100"/>
          <p14:tracePt t="94937" x="2078038" y="3600450"/>
          <p14:tracePt t="94949" x="2078038" y="3606800"/>
          <p14:tracePt t="94953" x="2065338" y="3606800"/>
          <p14:tracePt t="94962" x="2051050" y="3606800"/>
          <p14:tracePt t="94966" x="2051050" y="3613150"/>
          <p14:tracePt t="94980" x="2044700" y="3613150"/>
          <p14:tracePt t="94983" x="2038350" y="3613150"/>
          <p14:tracePt t="94996" x="2032000" y="3619500"/>
          <p14:tracePt t="95014" x="2025650" y="3625850"/>
          <p14:tracePt t="95017" x="2019300" y="3625850"/>
          <p14:tracePt t="95033" x="2006600" y="3625850"/>
          <p14:tracePt t="95037" x="2000250" y="3632200"/>
          <p14:tracePt t="95050" x="1987550" y="3638550"/>
          <p14:tracePt t="95052" x="1974850" y="3646488"/>
          <p14:tracePt t="95064" x="1968500" y="3646488"/>
          <p14:tracePt t="95068" x="1968500" y="3652838"/>
          <p14:tracePt t="95142" x="1974850" y="3652838"/>
          <p14:tracePt t="95148" x="1981200" y="3652838"/>
          <p14:tracePt t="95162" x="2000250" y="3652838"/>
          <p14:tracePt t="95168" x="2019300" y="3659188"/>
          <p14:tracePt t="95181" x="2051050" y="3659188"/>
          <p14:tracePt t="95185" x="2084388" y="3659188"/>
          <p14:tracePt t="95199" x="2135188" y="3665538"/>
          <p14:tracePt t="95201" x="2211388" y="3665538"/>
          <p14:tracePt t="95214" x="2287588" y="3665538"/>
          <p14:tracePt t="95217" x="2370138" y="3665538"/>
          <p14:tracePt t="95231" x="2562225" y="3678238"/>
          <p14:tracePt t="95245" x="2657475" y="3678238"/>
          <p14:tracePt t="95247" x="2752725" y="3678238"/>
          <p14:tracePt t="95255" x="2847975" y="3678238"/>
          <p14:tracePt t="95264" x="2930525" y="3678238"/>
          <p14:tracePt t="95270" x="3008313" y="3678238"/>
          <p14:tracePt t="95278" x="3059113" y="3678238"/>
          <p14:tracePt t="95285" x="3109913" y="3678238"/>
          <p14:tracePt t="95297" x="3141663" y="3678238"/>
          <p14:tracePt t="95301" x="3167063" y="3678238"/>
          <p14:tracePt t="95578" x="3173413" y="3678238"/>
          <p14:tracePt t="95588" x="3179763" y="3678238"/>
          <p14:tracePt t="95594" x="3186113" y="3671888"/>
          <p14:tracePt t="95603" x="3192463" y="3671888"/>
          <p14:tracePt t="95609" x="3198813" y="3671888"/>
          <p14:tracePt t="95628" x="3205163" y="3665538"/>
          <p14:tracePt t="95633" x="3211513" y="3665538"/>
          <p14:tracePt t="95651" x="3217863" y="3659188"/>
          <p14:tracePt t="95663" x="3224213" y="3659188"/>
          <p14:tracePt t="95668" x="3230563" y="3659188"/>
          <p14:tracePt t="95687" x="3236913" y="3659188"/>
          <p14:tracePt t="97177" x="3224213" y="3646488"/>
          <p14:tracePt t="97184" x="3167063" y="3632200"/>
          <p14:tracePt t="97189" x="3027363" y="3587750"/>
          <p14:tracePt t="97198" x="2797175" y="3454400"/>
          <p14:tracePt t="97204" x="2555875" y="3302000"/>
          <p14:tracePt t="97223" x="2211388" y="3078163"/>
          <p14:tracePt t="97230" x="2122488" y="3014663"/>
          <p14:tracePt t="97236" x="2065338" y="2982913"/>
          <p14:tracePt t="99286" x="2071688" y="2982913"/>
          <p14:tracePt t="99293" x="2097088" y="2982913"/>
          <p14:tracePt t="99302" x="2128838" y="2982913"/>
          <p14:tracePt t="99317" x="2224088" y="2982913"/>
          <p14:tracePt t="99331" x="2351088" y="3001963"/>
          <p14:tracePt t="99345" x="2408238" y="3008313"/>
          <p14:tracePt t="99350" x="2465388" y="3021013"/>
          <p14:tracePt t="99361" x="2517775" y="3033713"/>
          <p14:tracePt t="99362" x="2574925" y="3040063"/>
          <p14:tracePt t="99379" x="2657475" y="3059113"/>
          <p14:tracePt t="99387" x="2689225" y="3065463"/>
          <p14:tracePt t="99397" x="2714625" y="3071813"/>
          <p14:tracePt t="99401" x="2727325" y="3078163"/>
          <p14:tracePt t="99412" x="2733675" y="3078163"/>
          <p14:tracePt t="99416" x="2740025" y="3084513"/>
          <p14:tracePt t="99422" x="2746375" y="3084513"/>
          <p14:tracePt t="99431" x="2752725" y="3084513"/>
          <p14:tracePt t="99437" x="2765425" y="3090863"/>
          <p14:tracePt t="99446" x="2771775" y="3097213"/>
          <p14:tracePt t="99453" x="2784475" y="3097213"/>
          <p14:tracePt t="99464" x="2797175" y="3097213"/>
          <p14:tracePt t="99467" x="2803525" y="3097213"/>
          <p14:tracePt t="99479" x="2816225" y="3103563"/>
          <p14:tracePt t="99483" x="2828925" y="3103563"/>
          <p14:tracePt t="99497" x="2860675" y="3109913"/>
          <p14:tracePt t="99514" x="2905125" y="3122613"/>
          <p14:tracePt t="99530" x="2949575" y="3135313"/>
          <p14:tracePt t="99539" x="2989263" y="3141663"/>
          <p14:tracePt t="99548" x="3014663" y="3148013"/>
          <p14:tracePt t="99553" x="3033713" y="3154363"/>
          <p14:tracePt t="99565" x="3071813" y="3160713"/>
          <p14:tracePt t="99569" x="3097213" y="3167063"/>
          <p14:tracePt t="99580" x="3128963" y="3173413"/>
          <p14:tracePt t="99584" x="3154363" y="3179763"/>
          <p14:tracePt t="99594" x="3179763" y="3186113"/>
          <p14:tracePt t="99598" x="3211513" y="3192463"/>
          <p14:tracePt t="99602" x="3236913" y="3205163"/>
          <p14:tracePt t="99612" x="3325813" y="3219450"/>
          <p14:tracePt t="99628" x="3370263" y="3225800"/>
          <p14:tracePt t="99631" x="3414713" y="3232150"/>
          <p14:tracePt t="99645" x="3524250" y="3257550"/>
          <p14:tracePt t="99661" x="3581400" y="3276600"/>
          <p14:tracePt t="99665" x="3657600" y="3295650"/>
          <p14:tracePt t="99669" x="3733800" y="3314700"/>
          <p14:tracePt t="99680" x="3822700" y="3346450"/>
          <p14:tracePt t="99686" x="3913188" y="3371850"/>
          <p14:tracePt t="99694" x="3995738" y="3397250"/>
          <p14:tracePt t="99700" x="4084638" y="3429000"/>
          <p14:tracePt t="99708" x="4160838" y="3441700"/>
          <p14:tracePt t="99717" x="4237038" y="3467100"/>
          <p14:tracePt t="99719" x="4300538" y="3486150"/>
          <p14:tracePt t="99730" x="4359275" y="3492500"/>
          <p14:tracePt t="99738" x="4416425" y="3511550"/>
          <p14:tracePt t="99745" x="4448175" y="3517900"/>
          <p14:tracePt t="99756" x="4467225" y="3517900"/>
          <p14:tracePt t="101264" x="4473575" y="3517900"/>
          <p14:tracePt t="101273" x="4492625" y="3517900"/>
          <p14:tracePt t="101278" x="4518025" y="3517900"/>
          <p14:tracePt t="101286" x="4537075" y="3517900"/>
          <p14:tracePt t="101301" x="4594225" y="3517900"/>
          <p14:tracePt t="101312" x="4619625" y="3517900"/>
          <p14:tracePt t="101316" x="4651375" y="3517900"/>
          <p14:tracePt t="101322" x="4676775" y="3517900"/>
          <p14:tracePt t="101328" x="4708525" y="3517900"/>
          <p14:tracePt t="101346" x="4740275" y="3517900"/>
          <p14:tracePt t="101348" x="4765675" y="3517900"/>
          <p14:tracePt t="101353" x="4784725" y="3517900"/>
          <p14:tracePt t="101365" x="4805363" y="3517900"/>
          <p14:tracePt t="101368" x="4824413" y="3517900"/>
          <p14:tracePt t="101381" x="4843463" y="3511550"/>
          <p14:tracePt t="101382" x="4856163" y="3505200"/>
          <p14:tracePt t="101399" x="4875213" y="3505200"/>
          <p14:tracePt t="101400" x="4894263" y="3498850"/>
          <p14:tracePt t="101414" x="4906963" y="3498850"/>
          <p14:tracePt t="101417" x="4926013" y="3498850"/>
          <p14:tracePt t="101431" x="4970463" y="3492500"/>
          <p14:tracePt t="101445" x="4989513" y="3492500"/>
          <p14:tracePt t="101447" x="5014913" y="3492500"/>
          <p14:tracePt t="101454" x="5040313" y="3486150"/>
          <p14:tracePt t="101458" x="5072063" y="3486150"/>
          <p14:tracePt t="101468" x="5103813" y="3486150"/>
          <p14:tracePt t="101479" x="5129213" y="3486150"/>
          <p14:tracePt t="101485" x="5160963" y="3479800"/>
          <p14:tracePt t="101495" x="5192713" y="3479800"/>
          <p14:tracePt t="101499" x="5218113" y="3473450"/>
          <p14:tracePt t="101511" x="5243513" y="3467100"/>
          <p14:tracePt t="101516" x="5264150" y="3467100"/>
          <p14:tracePt t="101518" x="5276850" y="3460750"/>
          <p14:tracePt t="101531" x="5295900" y="3460750"/>
          <p14:tracePt t="101535" x="5308600" y="3454400"/>
          <p14:tracePt t="101547" x="5314950" y="3454400"/>
          <p14:tracePt t="101553" x="5327650" y="3454400"/>
          <p14:tracePt t="102091" x="5321300" y="3454400"/>
          <p14:tracePt t="102107" x="5314950" y="3454400"/>
          <p14:tracePt t="102114" x="5308600" y="3460750"/>
          <p14:tracePt t="102131" x="5302250" y="3460750"/>
          <p14:tracePt t="102141" x="5289550" y="3460750"/>
          <p14:tracePt t="102158" x="5283200" y="3460750"/>
          <p14:tracePt t="102164" x="5276850" y="3467100"/>
          <p14:tracePt t="102638" x="5270500" y="3467100"/>
          <p14:tracePt t="102648" x="5264150" y="3467100"/>
          <p14:tracePt t="102662" x="5249863" y="3467100"/>
          <p14:tracePt t="102665" x="5230813" y="3467100"/>
          <p14:tracePt t="102681" x="5186363" y="3467100"/>
          <p14:tracePt t="102696" x="5116513" y="3473450"/>
          <p14:tracePt t="102704" x="5084763" y="3479800"/>
          <p14:tracePt t="102714" x="5053013" y="3479800"/>
          <p14:tracePt t="102727" x="4995863" y="3486150"/>
          <p14:tracePt t="102736" x="4957763" y="3492500"/>
          <p14:tracePt t="102749" x="4945063" y="3492500"/>
          <p14:tracePt t="102752" x="4932363" y="3492500"/>
          <p14:tracePt t="102759" x="4932363" y="3498850"/>
          <p14:tracePt t="103226" x="4926013" y="3498850"/>
          <p14:tracePt t="103269" x="4919663" y="3498850"/>
          <p14:tracePt t="103285" x="4913313" y="3492500"/>
          <p14:tracePt t="103303" x="4906963" y="3492500"/>
          <p14:tracePt t="103316" x="4906963" y="3486150"/>
          <p14:tracePt t="103330" x="4900613" y="3486150"/>
          <p14:tracePt t="103349" x="4894263" y="3479800"/>
          <p14:tracePt t="103359" x="4887913" y="3479800"/>
          <p14:tracePt t="103366" x="4881563" y="3479800"/>
          <p14:tracePt t="103371" x="4875213" y="3479800"/>
          <p14:tracePt t="103381" x="4862513" y="3473450"/>
          <p14:tracePt t="103384" x="4856163" y="3467100"/>
          <p14:tracePt t="103399" x="4849813" y="3467100"/>
          <p14:tracePt t="103401" x="4843463" y="3460750"/>
          <p14:tracePt t="103415" x="4837113" y="3460750"/>
          <p14:tracePt t="103431" x="4830763" y="3460750"/>
          <p14:tracePt t="103440" x="4824413" y="3460750"/>
          <p14:tracePt t="107617" x="4824413" y="3454400"/>
          <p14:tracePt t="107624" x="4824413" y="3448050"/>
          <p14:tracePt t="107636" x="4830763" y="3441700"/>
          <p14:tracePt t="107639" x="4837113" y="3441700"/>
          <p14:tracePt t="107656" x="4837113" y="3435350"/>
          <p14:tracePt t="107669" x="4843463" y="3435350"/>
          <p14:tracePt t="107672" x="4849813" y="3435350"/>
          <p14:tracePt t="107678" x="4849813" y="3429000"/>
          <p14:tracePt t="107682" x="4856163" y="3429000"/>
          <p14:tracePt t="107696" x="4862513" y="3429000"/>
          <p14:tracePt t="107698" x="4868863" y="3422650"/>
          <p14:tracePt t="107714" x="4894263" y="3409950"/>
          <p14:tracePt t="107727" x="4900613" y="3409950"/>
          <p14:tracePt t="107730" x="4906963" y="3409950"/>
          <p14:tracePt t="107746" x="4913313" y="3403600"/>
          <p14:tracePt t="107764" x="4919663" y="3403600"/>
          <p14:tracePt t="107769" x="4926013" y="3403600"/>
          <p14:tracePt t="107783" x="4932363" y="3403600"/>
          <p14:tracePt t="107785" x="4938713" y="3403600"/>
          <p14:tracePt t="107798" x="4945063" y="3403600"/>
          <p14:tracePt t="107805" x="4951413" y="3403600"/>
          <p14:tracePt t="107816" x="4957763" y="3397250"/>
          <p14:tracePt t="107826" x="4964113" y="3397250"/>
          <p14:tracePt t="107831" x="4970463" y="3397250"/>
          <p14:tracePt t="107847" x="4983163" y="3397250"/>
          <p14:tracePt t="107848" x="5008563" y="3390900"/>
          <p14:tracePt t="107863" x="5033963" y="3390900"/>
          <p14:tracePt t="107871" x="5053013" y="3384550"/>
          <p14:tracePt t="107880" x="5072063" y="3384550"/>
          <p14:tracePt t="107886" x="5084763" y="3384550"/>
          <p14:tracePt t="107890" x="5097463" y="3378200"/>
          <p14:tracePt t="107900" x="5103813" y="3378200"/>
          <p14:tracePt t="107911" x="5116513" y="3378200"/>
          <p14:tracePt t="107924" x="5122863" y="3378200"/>
          <p14:tracePt t="108471" x="5116513" y="3378200"/>
          <p14:tracePt t="108484" x="5110163" y="3378200"/>
          <p14:tracePt t="108496" x="5103813" y="3378200"/>
          <p14:tracePt t="108514" x="5097463" y="3378200"/>
          <p14:tracePt t="108517" x="5097463" y="3384550"/>
          <p14:tracePt t="108530" x="5091113" y="3384550"/>
          <p14:tracePt t="108532" x="5084763" y="3384550"/>
          <p14:tracePt t="108561" x="5072063" y="3384550"/>
          <p14:tracePt t="108571" x="5072063" y="3390900"/>
          <p14:tracePt t="108586" x="5065713" y="3390900"/>
          <p14:tracePt t="108600" x="5059363" y="3390900"/>
          <p14:tracePt t="108619" x="5053013" y="3390900"/>
          <p14:tracePt t="108633" x="5046663" y="3397250"/>
          <p14:tracePt t="108637" x="5040313" y="3397250"/>
          <p14:tracePt t="108708" x="5033963" y="3397250"/>
          <p14:tracePt t="108727" x="5027613" y="3397250"/>
          <p14:tracePt t="108738" x="5021263" y="3397250"/>
          <p14:tracePt t="108746" x="5021263" y="3403600"/>
          <p14:tracePt t="108757" x="5014913" y="3403600"/>
          <p14:tracePt t="108764" x="5008563" y="3403600"/>
          <p14:tracePt t="108768" x="5008563" y="3409950"/>
          <p14:tracePt t="108990" x="5014913" y="3409950"/>
          <p14:tracePt t="109002" x="5021263" y="3409950"/>
          <p14:tracePt t="109007" x="5033963" y="3409950"/>
          <p14:tracePt t="109018" x="5053013" y="3409950"/>
          <p14:tracePt t="109022" x="5065713" y="3409950"/>
          <p14:tracePt t="109036" x="5078413" y="3416300"/>
          <p14:tracePt t="109039" x="5097463" y="3416300"/>
          <p14:tracePt t="109053" x="5110163" y="3416300"/>
          <p14:tracePt t="109056" x="5122863" y="3416300"/>
          <p14:tracePt t="109070" x="5148263" y="3416300"/>
          <p14:tracePt t="109074" x="5160963" y="3416300"/>
          <p14:tracePt t="109080" x="5167313" y="3416300"/>
          <p14:tracePt t="109096" x="5199063" y="3416300"/>
          <p14:tracePt t="109115" x="5211763" y="3416300"/>
          <p14:tracePt t="109122" x="5218113" y="3416300"/>
          <p14:tracePt t="109129" x="5237163" y="3416300"/>
          <p14:tracePt t="109135" x="5249863" y="3416300"/>
          <p14:tracePt t="109145" x="5264150" y="3416300"/>
          <p14:tracePt t="109151" x="5283200" y="3416300"/>
          <p14:tracePt t="109159" x="5302250" y="3416300"/>
          <p14:tracePt t="109167" x="5314950" y="3416300"/>
          <p14:tracePt t="109174" x="5321300" y="3416300"/>
          <p14:tracePt t="109181" x="5334000" y="3416300"/>
          <p14:tracePt t="109981" x="5340350" y="3416300"/>
          <p14:tracePt t="109991" x="5353050" y="3416300"/>
          <p14:tracePt t="110004" x="5359400" y="3416300"/>
          <p14:tracePt t="110013" x="5372100" y="3416300"/>
          <p14:tracePt t="110023" x="5378450" y="3416300"/>
          <p14:tracePt t="110043" x="5384800" y="3416300"/>
          <p14:tracePt t="110053" x="5391150" y="3416300"/>
          <p14:tracePt t="110065" x="5397500" y="3416300"/>
          <p14:tracePt t="110068" x="5403850" y="3416300"/>
          <p14:tracePt t="110082" x="5416550" y="3416300"/>
          <p14:tracePt t="110085" x="5422900" y="3416300"/>
          <p14:tracePt t="110099" x="5461000" y="3416300"/>
          <p14:tracePt t="110113" x="5473700" y="3416300"/>
          <p14:tracePt t="110118" x="5499100" y="3416300"/>
          <p14:tracePt t="110129" x="5530850" y="3416300"/>
          <p14:tracePt t="110135" x="5568950" y="3409950"/>
          <p14:tracePt t="110146" x="5607050" y="3409950"/>
          <p14:tracePt t="110148" x="5651500" y="3409950"/>
          <p14:tracePt t="110155" x="5708650" y="3409950"/>
          <p14:tracePt t="110166" x="5761038" y="3403600"/>
          <p14:tracePt t="110171" x="5824538" y="3403600"/>
          <p14:tracePt t="110182" x="5900738" y="3390900"/>
          <p14:tracePt t="110184" x="5983288" y="3390900"/>
          <p14:tracePt t="110198" x="6059488" y="3384550"/>
          <p14:tracePt t="110201" x="6142038" y="3384550"/>
          <p14:tracePt t="110213" x="6232525" y="3384550"/>
          <p14:tracePt t="110215" x="6315075" y="3378200"/>
          <p14:tracePt t="110230" x="6391275" y="3365500"/>
          <p14:tracePt t="110232" x="6454775" y="3365500"/>
          <p14:tracePt t="110238" x="6518275" y="3359150"/>
          <p14:tracePt t="110243" x="6581775" y="3359150"/>
          <p14:tracePt t="110248" x="6640513" y="3352800"/>
          <p14:tracePt t="110265" x="6697663" y="3352800"/>
          <p14:tracePt t="110315" x="6691313" y="3352800"/>
          <p14:tracePt t="110325" x="6684963" y="3352800"/>
          <p14:tracePt t="110329" x="6672263" y="3352800"/>
          <p14:tracePt t="110337" x="6653213" y="3352800"/>
          <p14:tracePt t="110347" x="6613525" y="3352800"/>
          <p14:tracePt t="110348" x="6569075" y="3346450"/>
          <p14:tracePt t="110363" x="6505575" y="3346450"/>
          <p14:tracePt t="110367" x="6442075" y="3346450"/>
          <p14:tracePt t="110379" x="6378575" y="3346450"/>
          <p14:tracePt t="110382" x="6321425" y="3346450"/>
          <p14:tracePt t="110396" x="6219825" y="3346450"/>
          <p14:tracePt t="110405" x="6175375" y="3346450"/>
          <p14:tracePt t="110413" x="6142038" y="3346450"/>
          <p14:tracePt t="110421" x="6122988" y="3346450"/>
          <p14:tracePt t="110475" x="6135688" y="3346450"/>
          <p14:tracePt t="110488" x="6161088" y="3346450"/>
          <p14:tracePt t="110491" x="6200775" y="3346450"/>
          <p14:tracePt t="110498" x="6257925" y="3346450"/>
          <p14:tracePt t="110507" x="6327775" y="3346450"/>
          <p14:tracePt t="110514" x="6416675" y="3346450"/>
          <p14:tracePt t="110522" x="6499225" y="3346450"/>
          <p14:tracePt t="110530" x="6581775" y="3346450"/>
          <p14:tracePt t="110544" x="6742113" y="3346450"/>
          <p14:tracePt t="110552" x="6799263" y="3346450"/>
          <p14:tracePt t="110560" x="6831013" y="3346450"/>
          <p14:tracePt t="110569" x="6850063" y="3346450"/>
          <p14:tracePt t="110600" x="6831013" y="3346450"/>
          <p14:tracePt t="110614" x="6799263" y="3346450"/>
          <p14:tracePt t="110623" x="6748463" y="3346450"/>
          <p14:tracePt t="110632" x="6684963" y="3346450"/>
          <p14:tracePt t="110641" x="6607175" y="3346450"/>
          <p14:tracePt t="110647" x="6537325" y="3346450"/>
          <p14:tracePt t="110653" x="6461125" y="3346450"/>
          <p14:tracePt t="110664" x="6397625" y="3352800"/>
          <p14:tracePt t="110666" x="6340475" y="3365500"/>
          <p14:tracePt t="110672" x="6289675" y="3371850"/>
          <p14:tracePt t="110683" x="6251575" y="3371850"/>
          <p14:tracePt t="110688" x="6219825" y="3371850"/>
          <p14:tracePt t="110697" x="6207125" y="3371850"/>
          <p14:tracePt t="110768" x="6213475" y="3371850"/>
          <p14:tracePt t="110772" x="6219825" y="3371850"/>
          <p14:tracePt t="110784" x="6238875" y="3371850"/>
          <p14:tracePt t="110793" x="6251575" y="3371850"/>
          <p14:tracePt t="110804" x="6264275" y="3371850"/>
          <p14:tracePt t="110808" x="6270625" y="3371850"/>
          <p14:tracePt t="110967" x="6264275" y="3371850"/>
          <p14:tracePt t="110973" x="6257925" y="3371850"/>
          <p14:tracePt t="110987" x="6245225" y="3371850"/>
          <p14:tracePt t="111000" x="6238875" y="3371850"/>
          <p14:tracePt t="111027" x="6232525" y="3371850"/>
          <p14:tracePt t="112089" x="6226175" y="3371850"/>
          <p14:tracePt t="112098" x="6219825" y="3378200"/>
          <p14:tracePt t="112112" x="6207125" y="3378200"/>
          <p14:tracePt t="112115" x="6181725" y="3378200"/>
          <p14:tracePt t="112132" x="6103938" y="3384550"/>
          <p14:tracePt t="112140" x="6053138" y="3390900"/>
          <p14:tracePt t="112149" x="5989638" y="3390900"/>
          <p14:tracePt t="112160" x="5913438" y="3403600"/>
          <p14:tracePt t="112165" x="5818188" y="3409950"/>
          <p14:tracePt t="112175" x="5722938" y="3416300"/>
          <p14:tracePt t="112181" x="5613400" y="3429000"/>
          <p14:tracePt t="112185" x="5511800" y="3435350"/>
          <p14:tracePt t="112195" x="5416550" y="3448050"/>
          <p14:tracePt t="112202" x="5321300" y="3454400"/>
          <p14:tracePt t="112207" x="5230813" y="3460750"/>
          <p14:tracePt t="112214" x="5167313" y="3473450"/>
          <p14:tracePt t="112220" x="5103813" y="3479800"/>
          <p14:tracePt t="112232" x="5046663" y="3486150"/>
          <p14:tracePt t="112235" x="5021263" y="3486150"/>
          <p14:tracePt t="112249" x="5002213" y="3492500"/>
          <p14:tracePt t="112564" x="5021263" y="3492500"/>
          <p14:tracePt t="112574" x="5040313" y="3492500"/>
          <p14:tracePt t="112581" x="5072063" y="3486150"/>
          <p14:tracePt t="112588" x="5091113" y="3486150"/>
          <p14:tracePt t="112595" x="5116513" y="3479800"/>
          <p14:tracePt t="112605" x="5141913" y="3473450"/>
          <p14:tracePt t="112610" x="5173663" y="3473450"/>
          <p14:tracePt t="112617" x="5192713" y="3467100"/>
          <p14:tracePt t="112633" x="5218113" y="3467100"/>
          <p14:tracePt t="112639" x="5224463" y="3467100"/>
          <p14:tracePt t="112650" x="5230813" y="3467100"/>
          <p14:tracePt t="112658" x="5237163" y="3467100"/>
          <p14:tracePt t="112668" x="5243513" y="3467100"/>
          <p14:tracePt t="112680" x="5249863" y="3467100"/>
          <p14:tracePt t="112698" x="5264150" y="3467100"/>
          <p14:tracePt t="112701" x="5270500" y="3467100"/>
          <p14:tracePt t="112713" x="5283200" y="3467100"/>
          <p14:tracePt t="112715" x="5302250" y="3467100"/>
          <p14:tracePt t="112729" x="5340350" y="3460750"/>
          <p14:tracePt t="112746" x="5397500" y="3454400"/>
          <p14:tracePt t="112760" x="5441950" y="3448050"/>
          <p14:tracePt t="112764" x="5505450" y="3448050"/>
          <p14:tracePt t="112773" x="5562600" y="3441700"/>
          <p14:tracePt t="112779" x="5638800" y="3422650"/>
          <p14:tracePt t="112787" x="5708650" y="3416300"/>
          <p14:tracePt t="112800" x="5799138" y="3397250"/>
          <p14:tracePt t="112802" x="5894388" y="3378200"/>
          <p14:tracePt t="112804" x="5989638" y="3378200"/>
          <p14:tracePt t="112815" x="6188075" y="3346450"/>
          <p14:tracePt t="112831" x="6321425" y="3321050"/>
          <p14:tracePt t="112846" x="6384925" y="3314700"/>
          <p14:tracePt t="112850" x="6429375" y="3308350"/>
          <p14:tracePt t="112864" x="6505575" y="3302000"/>
          <p14:tracePt t="112873" x="6530975" y="3302000"/>
          <p14:tracePt t="113442" x="6550025" y="3302000"/>
          <p14:tracePt t="113454" x="6575425" y="3302000"/>
          <p14:tracePt t="113457" x="6594475" y="3302000"/>
          <p14:tracePt t="113472" x="6634163" y="3302000"/>
          <p14:tracePt t="113476" x="6665913" y="3308350"/>
          <p14:tracePt t="113487" x="6697663" y="3314700"/>
          <p14:tracePt t="113497" x="6748463" y="3321050"/>
          <p14:tracePt t="113506" x="6773863" y="3321050"/>
          <p14:tracePt t="113511" x="6780213" y="3321050"/>
          <p14:tracePt t="113516" x="6792913" y="3321050"/>
          <p14:tracePt t="113534" x="6799263" y="3321050"/>
          <p14:tracePt t="113970" x="6799263" y="3333750"/>
          <p14:tracePt t="113984" x="6786563" y="3346450"/>
          <p14:tracePt t="113998" x="6780213" y="3359150"/>
          <p14:tracePt t="114002" x="6780213" y="3365500"/>
          <p14:tracePt t="114016" x="6773863" y="3378200"/>
          <p14:tracePt t="114017" x="6761163" y="3390900"/>
          <p14:tracePt t="114026" x="6742113" y="3409950"/>
          <p14:tracePt t="114030" x="6716713" y="3435350"/>
          <p14:tracePt t="114046" x="6684963" y="3467100"/>
          <p14:tracePt t="114050" x="6640513" y="3498850"/>
          <p14:tracePt t="114063" x="6537325" y="3568700"/>
          <p14:tracePt t="114074" x="6480175" y="3600450"/>
          <p14:tracePt t="114083" x="6423025" y="3625850"/>
          <p14:tracePt t="114086" x="6359525" y="3659188"/>
          <p14:tracePt t="114098" x="6289675" y="3684588"/>
          <p14:tracePt t="114102" x="6226175" y="3703638"/>
          <p14:tracePt t="114113" x="6135688" y="3722688"/>
          <p14:tracePt t="114118" x="6059488" y="3735388"/>
          <p14:tracePt t="114129" x="5995988" y="3754438"/>
          <p14:tracePt t="114133" x="5932488" y="3760788"/>
          <p14:tracePt t="114137" x="5894388" y="3767138"/>
          <p14:tracePt t="114147" x="5862638" y="3773488"/>
          <p14:tracePt t="114156" x="5843588" y="3773488"/>
          <p14:tracePt t="114164" x="5786438" y="3779838"/>
          <p14:tracePt t="114181" x="5767388" y="3786188"/>
          <p14:tracePt t="115149" x="5754688" y="3786188"/>
          <p14:tracePt t="115156" x="5729288" y="3792538"/>
          <p14:tracePt t="115161" x="5689600" y="3811588"/>
          <p14:tracePt t="115166" x="5645150" y="3824288"/>
          <p14:tracePt t="115182" x="5543550" y="3856038"/>
          <p14:tracePt t="115196" x="5486400" y="3881438"/>
          <p14:tracePt t="115201" x="5429250" y="3894138"/>
          <p14:tracePt t="115215" x="5372100" y="3919538"/>
          <p14:tracePt t="115217" x="5327650" y="3932238"/>
          <p14:tracePt t="115221" x="5283200" y="3944938"/>
          <p14:tracePt t="115234" x="5249863" y="3957638"/>
          <p14:tracePt t="115237" x="5230813" y="3957638"/>
          <p14:tracePt t="115252" x="5230813" y="3963988"/>
          <p14:tracePt t="115355" x="5243513" y="3963988"/>
          <p14:tracePt t="115364" x="5270500" y="3963988"/>
          <p14:tracePt t="115372" x="5295900" y="3970338"/>
          <p14:tracePt t="115378" x="5334000" y="3970338"/>
          <p14:tracePt t="115385" x="5391150" y="3970338"/>
          <p14:tracePt t="115397" x="5454650" y="3970338"/>
          <p14:tracePt t="115405" x="5518150" y="3970338"/>
          <p14:tracePt t="115415" x="5645150" y="3970338"/>
          <p14:tracePt t="115424" x="5708650" y="3970338"/>
          <p14:tracePt t="115431" x="5773738" y="3970338"/>
          <p14:tracePt t="115439" x="5837238" y="3970338"/>
          <p14:tracePt t="115442" x="5894388" y="3970338"/>
          <p14:tracePt t="115454" x="5945188" y="3963988"/>
          <p14:tracePt t="115464" x="6002338" y="3963988"/>
          <p14:tracePt t="115468" x="6034088" y="3957638"/>
          <p14:tracePt t="115477" x="6078538" y="3957638"/>
          <p14:tracePt t="115485" x="6110288" y="3951288"/>
          <p14:tracePt t="115492" x="6148388" y="3944938"/>
          <p14:tracePt t="115499" x="6167438" y="3944938"/>
          <p14:tracePt t="115511" x="6207125" y="3938588"/>
          <p14:tracePt t="115516" x="6238875" y="3932238"/>
          <p14:tracePt t="115519" x="6264275" y="3932238"/>
          <p14:tracePt t="115530" x="6289675" y="3925888"/>
          <p14:tracePt t="115535" x="6308725" y="3919538"/>
          <p14:tracePt t="115549" x="6327775" y="3919538"/>
          <p14:tracePt t="115551" x="6340475" y="3919538"/>
          <p14:tracePt t="115564" x="6353175" y="3913188"/>
          <p14:tracePt t="115579" x="6359525" y="3913188"/>
          <p14:tracePt t="118514" x="6359525" y="3919538"/>
          <p14:tracePt t="118520" x="6340475" y="3944938"/>
          <p14:tracePt t="118530" x="6302375" y="3976688"/>
          <p14:tracePt t="118535" x="6251575" y="4014788"/>
          <p14:tracePt t="118547" x="6181725" y="4059238"/>
          <p14:tracePt t="118551" x="6097588" y="4117975"/>
          <p14:tracePt t="118565" x="5811838" y="4206875"/>
          <p14:tracePt t="118580" x="5638800" y="4251325"/>
          <p14:tracePt t="118582" x="5467350" y="4302125"/>
          <p14:tracePt t="118596" x="5084763" y="4333875"/>
          <p14:tracePt t="118604" x="4932363" y="4333875"/>
          <p14:tracePt t="118614" x="4778375" y="4333875"/>
          <p14:tracePt t="118620" x="4638675" y="4333875"/>
          <p14:tracePt t="118631" x="4537075" y="4314825"/>
          <p14:tracePt t="118636" x="4448175" y="4295775"/>
          <p14:tracePt t="118646" x="4384675" y="4276725"/>
          <p14:tracePt t="118650" x="4325938" y="4257675"/>
          <p14:tracePt t="118656" x="4287838" y="4225925"/>
          <p14:tracePt t="118668" x="4268788" y="4194175"/>
          <p14:tracePt t="118682" x="4249738" y="4130675"/>
          <p14:tracePt t="118687" x="4249738" y="4092575"/>
          <p14:tracePt t="118698" x="4275138" y="4046538"/>
          <p14:tracePt t="118706" x="4313238" y="3995738"/>
          <p14:tracePt t="118710" x="4365625" y="3944938"/>
          <p14:tracePt t="118729" x="4511675" y="3843338"/>
          <p14:tracePt t="118742" x="4613275" y="3786188"/>
          <p14:tracePt t="118747" x="4714875" y="3741738"/>
          <p14:tracePt t="118752" x="4811713" y="3709988"/>
          <p14:tracePt t="118762" x="4913313" y="3671888"/>
          <p14:tracePt t="118769" x="5014913" y="3646488"/>
          <p14:tracePt t="118777" x="5103813" y="3619500"/>
          <p14:tracePt t="118784" x="5180013" y="3600450"/>
          <p14:tracePt t="118787" x="5256213" y="3594100"/>
          <p14:tracePt t="118799" x="5308600" y="3587750"/>
          <p14:tracePt t="118802" x="5353050" y="3587750"/>
          <p14:tracePt t="118816" x="5391150" y="3587750"/>
          <p14:tracePt t="118818" x="5403850" y="3600450"/>
          <p14:tracePt t="118832" x="5416550" y="3646488"/>
          <p14:tracePt t="118845" x="5416550" y="3678238"/>
          <p14:tracePt t="118850" x="5403850" y="3716338"/>
          <p14:tracePt t="118862" x="5365750" y="3754438"/>
          <p14:tracePt t="118864" x="5302250" y="3805238"/>
          <p14:tracePt t="118876" x="5243513" y="3849688"/>
          <p14:tracePt t="118882" x="5180013" y="3881438"/>
          <p14:tracePt t="118889" x="5097463" y="3919538"/>
          <p14:tracePt t="118894" x="5033963" y="3944938"/>
          <p14:tracePt t="118909" x="4957763" y="3970338"/>
          <p14:tracePt t="118913" x="4900613" y="3983038"/>
          <p14:tracePt t="118919" x="4856163" y="3995738"/>
          <p14:tracePt t="118928" x="4818063" y="4008438"/>
          <p14:tracePt t="118935" x="4797425" y="4008438"/>
          <p14:tracePt t="118994" x="4805363" y="4002088"/>
          <p14:tracePt t="118998" x="4830763" y="3983038"/>
          <p14:tracePt t="119012" x="4856163" y="3963988"/>
          <p14:tracePt t="119014" x="4906963" y="3932238"/>
          <p14:tracePt t="119030" x="4951413" y="3900488"/>
          <p14:tracePt t="119032" x="5002213" y="3856038"/>
          <p14:tracePt t="119046" x="5053013" y="3824288"/>
          <p14:tracePt t="119050" x="5091113" y="3798888"/>
          <p14:tracePt t="119064" x="5192713" y="3729038"/>
          <p14:tracePt t="119070" x="5243513" y="3697288"/>
          <p14:tracePt t="119083" x="5289550" y="3678238"/>
          <p14:tracePt t="119087" x="5346700" y="3659188"/>
          <p14:tracePt t="119098" x="5391150" y="3625850"/>
          <p14:tracePt t="119101" x="5429250" y="3613150"/>
          <p14:tracePt t="119116" x="5467350" y="3600450"/>
          <p14:tracePt t="119119" x="5499100" y="3581400"/>
          <p14:tracePt t="119120" x="5524500" y="3568700"/>
          <p14:tracePt t="119133" x="5562600" y="3556000"/>
          <p14:tracePt t="119136" x="5568950" y="3556000"/>
          <p14:tracePt t="119149" x="5568950" y="3549650"/>
          <p14:tracePt t="120474" x="5575300" y="3549650"/>
          <p14:tracePt t="120486" x="5581650" y="3549650"/>
          <p14:tracePt t="120637" x="5575300" y="3549650"/>
          <p14:tracePt t="120646" x="5562600" y="3556000"/>
          <p14:tracePt t="120655" x="5524500" y="3568700"/>
          <p14:tracePt t="120669" x="5429250" y="3619500"/>
          <p14:tracePt t="120680" x="5321300" y="3671888"/>
          <p14:tracePt t="120694" x="5264150" y="3690938"/>
          <p14:tracePt t="120702" x="5218113" y="3697288"/>
          <p14:tracePt t="120706" x="5160963" y="3709988"/>
          <p14:tracePt t="120710" x="5103813" y="3722688"/>
          <p14:tracePt t="120727" x="5027613" y="3722688"/>
          <p14:tracePt t="120735" x="4995863" y="3729038"/>
          <p14:tracePt t="120746" x="4964113" y="3729038"/>
          <p14:tracePt t="120751" x="4945063" y="3729038"/>
          <p14:tracePt t="120765" x="4932363" y="3729038"/>
          <p14:tracePt t="120815" x="4926013" y="3729038"/>
          <p14:tracePt t="124211" x="4926013" y="3722688"/>
          <p14:tracePt t="124220" x="4932363" y="3716338"/>
          <p14:tracePt t="124303" x="4938713" y="3716338"/>
          <p14:tracePt t="124312" x="4951413" y="3716338"/>
          <p14:tracePt t="124322" x="4976813" y="3716338"/>
          <p14:tracePt t="124333" x="5008563" y="3716338"/>
          <p14:tracePt t="124340" x="5097463" y="3716338"/>
          <p14:tracePt t="124350" x="5160963" y="3716338"/>
          <p14:tracePt t="124364" x="5230813" y="3716338"/>
          <p14:tracePt t="124369" x="5295900" y="3716338"/>
          <p14:tracePt t="124381" x="5384800" y="3716338"/>
          <p14:tracePt t="124384" x="5448300" y="3722688"/>
          <p14:tracePt t="124398" x="5575300" y="3722688"/>
          <p14:tracePt t="124407" x="5626100" y="3722688"/>
          <p14:tracePt t="124418" x="5670550" y="3722688"/>
          <p14:tracePt t="124432" x="5748338" y="3722688"/>
          <p14:tracePt t="124436" x="5767388" y="3722688"/>
          <p14:tracePt t="124450" x="5786438" y="3722688"/>
          <p14:tracePt t="124538" x="5780088" y="3722688"/>
          <p14:tracePt t="124548" x="5761038" y="3722688"/>
          <p14:tracePt t="124563" x="5722938" y="3722688"/>
          <p14:tracePt t="124579" x="5702300" y="3729038"/>
          <p14:tracePt t="124584" x="5676900" y="3729038"/>
          <p14:tracePt t="124592" x="5664200" y="3729038"/>
          <p14:tracePt t="124600" x="5645150" y="3729038"/>
          <p14:tracePt t="124616" x="5638800" y="3729038"/>
          <p14:tracePt t="125134" x="5651500" y="3722688"/>
          <p14:tracePt t="125140" x="5670550" y="3709988"/>
          <p14:tracePt t="125153" x="5708650" y="3678238"/>
          <p14:tracePt t="125172" x="5767388" y="3638550"/>
          <p14:tracePt t="125179" x="5805488" y="3625850"/>
          <p14:tracePt t="125183" x="5837238" y="3606800"/>
          <p14:tracePt t="125197" x="5875338" y="3587750"/>
          <p14:tracePt t="125198" x="5913438" y="3568700"/>
          <p14:tracePt t="125213" x="5951538" y="3556000"/>
          <p14:tracePt t="125215" x="5964238" y="3543300"/>
          <p14:tracePt t="125229" x="5983288" y="3536950"/>
          <p14:tracePt t="125398" x="5983288" y="3530600"/>
          <p14:tracePt t="125523" x="5995988" y="3524250"/>
          <p14:tracePt t="125531" x="6015038" y="3517900"/>
          <p14:tracePt t="125544" x="6078538" y="3492500"/>
          <p14:tracePt t="125558" x="6175375" y="3473450"/>
          <p14:tracePt t="125576" x="6283325" y="3448050"/>
          <p14:tracePt t="125583" x="6340475" y="3441700"/>
          <p14:tracePt t="125587" x="6391275" y="3429000"/>
          <p14:tracePt t="125602" x="6448425" y="3429000"/>
          <p14:tracePt t="125603" x="6492875" y="3422650"/>
          <p14:tracePt t="125614" x="6537325" y="3409950"/>
          <p14:tracePt t="125618" x="6556375" y="3409950"/>
          <p14:tracePt t="125631" x="6581775" y="3409950"/>
          <p14:tracePt t="125635" x="6600825" y="3403600"/>
          <p14:tracePt t="125643" x="6613525" y="3403600"/>
          <p14:tracePt t="125649" x="6619875" y="3403600"/>
          <p14:tracePt t="125665" x="6634163" y="3403600"/>
          <p14:tracePt t="125678" x="6646863" y="3403600"/>
          <p14:tracePt t="125681" x="6659563" y="3403600"/>
          <p14:tracePt t="125696" x="6672263" y="3403600"/>
          <p14:tracePt t="125702" x="6678613" y="3403600"/>
          <p14:tracePt t="125714" x="6691313" y="3403600"/>
          <p14:tracePt t="125719" x="6704013" y="3403600"/>
          <p14:tracePt t="125725" x="6710363" y="3403600"/>
          <p14:tracePt t="125736" x="6723063" y="3403600"/>
          <p14:tracePt t="125760" x="6729413" y="3403600"/>
          <p14:tracePt t="125765" x="6729413" y="3409950"/>
          <p14:tracePt t="125768" x="6729413" y="3416300"/>
          <p14:tracePt t="125781" x="6729413" y="3422650"/>
          <p14:tracePt t="125797" x="6729413" y="3429000"/>
          <p14:tracePt t="125799" x="6729413" y="3441700"/>
          <p14:tracePt t="125809" x="6735763" y="3448050"/>
          <p14:tracePt t="125815" x="6735763" y="3454400"/>
          <p14:tracePt t="125819" x="6735763" y="3467100"/>
          <p14:tracePt t="125835" x="6735763" y="3473450"/>
          <p14:tracePt t="125846" x="6723063" y="3479800"/>
          <p14:tracePt t="125849" x="6704013" y="3486150"/>
          <p14:tracePt t="125854" x="6691313" y="3492500"/>
          <p14:tracePt t="125864" x="6665913" y="3498850"/>
          <p14:tracePt t="125868" x="6640513" y="3505200"/>
          <p14:tracePt t="125880" x="6613525" y="3505200"/>
          <p14:tracePt t="125886" x="6588125" y="3511550"/>
          <p14:tracePt t="125897" x="6575425" y="3511550"/>
          <p14:tracePt t="125902" x="6556375" y="3511550"/>
          <p14:tracePt t="125917" x="6537325" y="3511550"/>
          <p14:tracePt t="125918" x="6524625" y="3511550"/>
          <p14:tracePt t="125931" x="6480175" y="3511550"/>
          <p14:tracePt t="125949" x="6454775" y="3511550"/>
          <p14:tracePt t="125960" x="6429375" y="3511550"/>
          <p14:tracePt t="125964" x="6416675" y="3511550"/>
          <p14:tracePt t="125970" x="6391275" y="3511550"/>
          <p14:tracePt t="125976" x="6365875" y="3511550"/>
          <p14:tracePt t="125992" x="6346825" y="3511550"/>
          <p14:tracePt t="125997" x="6334125" y="3511550"/>
          <p14:tracePt t="126001" x="6315075" y="3511550"/>
          <p14:tracePt t="126012" x="6302375" y="3511550"/>
          <p14:tracePt t="126017" x="6296025" y="3517900"/>
          <p14:tracePt t="126025" x="6283325" y="3524250"/>
          <p14:tracePt t="126030" x="6270625" y="3530600"/>
          <p14:tracePt t="126042" x="6264275" y="3536950"/>
          <p14:tracePt t="126047" x="6251575" y="3549650"/>
          <p14:tracePt t="126052" x="6238875" y="3549650"/>
          <p14:tracePt t="126066" x="6226175" y="3562350"/>
          <p14:tracePt t="126068" x="6219825" y="3568700"/>
          <p14:tracePt t="126082" x="6188075" y="3581400"/>
          <p14:tracePt t="126097" x="6181725" y="3587750"/>
          <p14:tracePt t="126103" x="6175375" y="3587750"/>
          <p14:tracePt t="126114" x="6167438" y="3587750"/>
          <p14:tracePt t="126122" x="6161088" y="3587750"/>
          <p14:tracePt t="126132" x="6154738" y="3587750"/>
          <p14:tracePt t="126140" x="6148388" y="3587750"/>
          <p14:tracePt t="126270" x="6148388" y="3594100"/>
          <p14:tracePt t="126275" x="6142038" y="3600450"/>
          <p14:tracePt t="126284" x="6135688" y="3606800"/>
          <p14:tracePt t="126291" x="6122988" y="3619500"/>
          <p14:tracePt t="126307" x="6110288" y="3652838"/>
          <p14:tracePt t="126323" x="6072188" y="3665538"/>
          <p14:tracePt t="126329" x="6059488" y="3678238"/>
          <p14:tracePt t="126332" x="6053138" y="3690938"/>
          <p14:tracePt t="126348" x="6034088" y="3697288"/>
          <p14:tracePt t="126358" x="6015038" y="3709988"/>
          <p14:tracePt t="126365" x="5983288" y="3722688"/>
          <p14:tracePt t="126381" x="5970588" y="3722688"/>
          <p14:tracePt t="126385" x="5964238" y="3729038"/>
          <p14:tracePt t="126398" x="5957888" y="3729038"/>
          <p14:tracePt t="126556" x="5970588" y="3729038"/>
          <p14:tracePt t="126573" x="5989638" y="3722688"/>
          <p14:tracePt t="126584" x="6008688" y="3722688"/>
          <p14:tracePt t="126600" x="6040438" y="3716338"/>
          <p14:tracePt t="126607" x="6065838" y="3716338"/>
          <p14:tracePt t="126615" x="6097588" y="3709988"/>
          <p14:tracePt t="126626" x="6175375" y="3709988"/>
          <p14:tracePt t="126630" x="6226175" y="3709988"/>
          <p14:tracePt t="126646" x="6257925" y="3709988"/>
          <p14:tracePt t="126651" x="6296025" y="3709988"/>
          <p14:tracePt t="126664" x="6315075" y="3709988"/>
          <p14:tracePt t="126668" x="6340475" y="3709988"/>
          <p14:tracePt t="126679" x="6359525" y="3709988"/>
          <p14:tracePt t="126683" x="6365875" y="3709988"/>
          <p14:tracePt t="126692" x="6384925" y="3709988"/>
          <p14:tracePt t="126697" x="6397625" y="3709988"/>
          <p14:tracePt t="126710" x="6403975" y="3709988"/>
          <p14:tracePt t="126713" x="6423025" y="3709988"/>
          <p14:tracePt t="126718" x="6429375" y="3709988"/>
          <p14:tracePt t="126730" x="6435725" y="3709988"/>
          <p14:tracePt t="126733" x="6442075" y="3709988"/>
          <p14:tracePt t="126749" x="6448425" y="3709988"/>
          <p14:tracePt t="126796" x="6454775" y="3709988"/>
          <p14:tracePt t="126805" x="6467475" y="3709988"/>
          <p14:tracePt t="126818" x="6473825" y="3709988"/>
          <p14:tracePt t="126829" x="6480175" y="3709988"/>
          <p14:tracePt t="126953" x="6486525" y="3709988"/>
          <p14:tracePt t="126959" x="6492875" y="3709988"/>
          <p14:tracePt t="126970" x="6499225" y="3709988"/>
          <p14:tracePt t="127597" x="6480175" y="3709988"/>
          <p14:tracePt t="127608" x="6461125" y="3709988"/>
          <p14:tracePt t="127613" x="6448425" y="3709988"/>
          <p14:tracePt t="127623" x="6416675" y="3709988"/>
          <p14:tracePt t="127628" x="6391275" y="3709988"/>
          <p14:tracePt t="127647" x="6315075" y="3709988"/>
          <p14:tracePt t="127653" x="6296025" y="3709988"/>
          <p14:tracePt t="127661" x="6264275" y="3709988"/>
          <p14:tracePt t="127668" x="6245225" y="3709988"/>
          <p14:tracePt t="127671" x="6232525" y="3709988"/>
          <p14:tracePt t="127684" x="6213475" y="3709988"/>
          <p14:tracePt t="127700" x="6200775" y="3709988"/>
          <p14:tracePt t="127748" x="6219825" y="3709988"/>
          <p14:tracePt t="127756" x="6226175" y="3709988"/>
          <p14:tracePt t="127766" x="6232525" y="3709988"/>
          <p14:tracePt t="127822" x="6219825" y="3709988"/>
          <p14:tracePt t="127826" x="6207125" y="3709988"/>
          <p14:tracePt t="127838" x="6181725" y="3716338"/>
          <p14:tracePt t="127840" x="6154738" y="3716338"/>
          <p14:tracePt t="127853" x="6129338" y="3716338"/>
          <p14:tracePt t="127856" x="6110288" y="3716338"/>
          <p14:tracePt t="127871" x="6078538" y="3716338"/>
          <p14:tracePt t="127875" x="6053138" y="3716338"/>
          <p14:tracePt t="127882" x="6034088" y="3716338"/>
          <p14:tracePt t="127891" x="6027738" y="3716338"/>
          <p14:tracePt t="127896" x="6021388" y="3722688"/>
          <p14:tracePt t="127949" x="6027738" y="3722688"/>
          <p14:tracePt t="127958" x="6053138" y="3722688"/>
          <p14:tracePt t="127968" x="6072188" y="3722688"/>
          <p14:tracePt t="127978" x="6091238" y="3722688"/>
          <p14:tracePt t="127983" x="6122988" y="3722688"/>
          <p14:tracePt t="127995" x="6148388" y="3729038"/>
          <p14:tracePt t="127998" x="6167438" y="3729038"/>
          <p14:tracePt t="128002" x="6188075" y="3729038"/>
          <p14:tracePt t="128052" x="6181725" y="3729038"/>
          <p14:tracePt t="128064" x="6154738" y="3729038"/>
          <p14:tracePt t="128070" x="6059488" y="3709988"/>
          <p14:tracePt t="128080" x="6002338" y="3709988"/>
          <p14:tracePt t="128089" x="5957888" y="3703638"/>
          <p14:tracePt t="128100" x="5926138" y="3703638"/>
          <p14:tracePt t="128106" x="5868988" y="3697288"/>
          <p14:tracePt t="128116" x="5862638" y="3697288"/>
          <p14:tracePt t="128170" x="5875338" y="3697288"/>
          <p14:tracePt t="128180" x="5900738" y="3697288"/>
          <p14:tracePt t="128184" x="5919788" y="3697288"/>
          <p14:tracePt t="128198" x="5945188" y="3697288"/>
          <p14:tracePt t="128210" x="5964238" y="3697288"/>
          <p14:tracePt t="128215" x="5976938" y="3697288"/>
          <p14:tracePt t="128234" x="5983288" y="3697288"/>
          <p14:tracePt t="129257" x="5976938" y="3697288"/>
          <p14:tracePt t="129267" x="5970588" y="3690938"/>
          <p14:tracePt t="129272" x="5951538" y="3690938"/>
          <p14:tracePt t="129286" x="5926138" y="3684588"/>
          <p14:tracePt t="129288" x="5894388" y="3678238"/>
          <p14:tracePt t="129306" x="5805488" y="3671888"/>
          <p14:tracePt t="129311" x="5748338" y="3665538"/>
          <p14:tracePt t="129314" x="5683250" y="3652838"/>
          <p14:tracePt t="129329" x="5607050" y="3652838"/>
          <p14:tracePt t="129337" x="5524500" y="3652838"/>
          <p14:tracePt t="129350" x="5365750" y="3646488"/>
          <p14:tracePt t="129355" x="5283200" y="3646488"/>
          <p14:tracePt t="129368" x="5192713" y="3638550"/>
          <p14:tracePt t="129370" x="5122863" y="3638550"/>
          <p14:tracePt t="129383" x="5059363" y="3638550"/>
          <p14:tracePt t="129384" x="4995863" y="3638550"/>
          <p14:tracePt t="129400" x="4951413" y="3638550"/>
          <p14:tracePt t="129401" x="4913313" y="3632200"/>
          <p14:tracePt t="129415" x="4887913" y="3632200"/>
          <p14:tracePt t="129420" x="4881563" y="3632200"/>
          <p14:tracePt t="129436" x="4875213" y="3632200"/>
          <p14:tracePt t="129448" x="4868863" y="3638550"/>
          <p14:tracePt t="129450" x="4862513" y="3646488"/>
          <p14:tracePt t="129464" x="4856163" y="3659188"/>
          <p14:tracePt t="129467" x="4856163" y="3665538"/>
          <p14:tracePt t="129482" x="4856163" y="3678238"/>
          <p14:tracePt t="129487" x="4856163" y="3697288"/>
          <p14:tracePt t="129497" x="4856163" y="3722688"/>
          <p14:tracePt t="129503" x="4856163" y="3741738"/>
          <p14:tracePt t="129515" x="4862513" y="3779838"/>
          <p14:tracePt t="129516" x="4875213" y="3830638"/>
          <p14:tracePt t="129520" x="4894263" y="3868738"/>
          <p14:tracePt t="129530" x="4913313" y="3925888"/>
          <p14:tracePt t="129541" x="4938713" y="3963988"/>
          <p14:tracePt t="129546" x="4976813" y="4002088"/>
          <p14:tracePt t="129555" x="5008563" y="4052888"/>
          <p14:tracePt t="129564" x="5046663" y="4092575"/>
          <p14:tracePt t="129567" x="5084763" y="4117975"/>
          <p14:tracePt t="129581" x="5141913" y="4162425"/>
          <p14:tracePt t="129583" x="5205413" y="4206875"/>
          <p14:tracePt t="129595" x="5264150" y="4244975"/>
          <p14:tracePt t="129596" x="5321300" y="4289425"/>
          <p14:tracePt t="129611" x="5365750" y="4321175"/>
          <p14:tracePt t="129614" x="5422900" y="4346575"/>
          <p14:tracePt t="129630" x="5499100" y="4371975"/>
          <p14:tracePt t="129637" x="5524500" y="4384675"/>
          <p14:tracePt t="129648" x="5537200" y="4391025"/>
          <p14:tracePt t="129652" x="5543550" y="4397375"/>
          <p14:tracePt t="129665" x="5556250" y="4397375"/>
          <p14:tracePt t="129667" x="5562600" y="4397375"/>
          <p14:tracePt t="129718" x="5568950" y="4397375"/>
          <p14:tracePt t="129728" x="5575300" y="4397375"/>
          <p14:tracePt t="129761" x="5581650" y="4397375"/>
          <p14:tracePt t="129895" x="5581650" y="4391025"/>
          <p14:tracePt t="129907" x="5588000" y="4371975"/>
          <p14:tracePt t="129911" x="5594350" y="4352925"/>
          <p14:tracePt t="129922" x="5594350" y="4327525"/>
          <p14:tracePt t="129927" x="5600700" y="4314825"/>
          <p14:tracePt t="129946" x="5619750" y="4276725"/>
          <p14:tracePt t="129952" x="5626100" y="4257675"/>
          <p14:tracePt t="129966" x="5626100" y="4244975"/>
          <p14:tracePt t="129971" x="5632450" y="4232275"/>
          <p14:tracePt t="129982" x="5638800" y="4232275"/>
          <p14:tracePt t="129984" x="5638800" y="4225925"/>
          <p14:tracePt t="129999" x="5645150" y="4225925"/>
          <p14:tracePt t="130003" x="5645150" y="4219575"/>
          <p14:tracePt t="130718" x="5645150" y="4213225"/>
          <p14:tracePt t="130737" x="5651500" y="4213225"/>
          <p14:tracePt t="130757" x="5651500" y="4206875"/>
          <p14:tracePt t="134632" x="5645150" y="4200525"/>
          <p14:tracePt t="134639" x="5632450" y="4187825"/>
          <p14:tracePt t="134651" x="5613400" y="4181475"/>
          <p14:tracePt t="134655" x="5581650" y="4162425"/>
          <p14:tracePt t="134667" x="5549900" y="4149725"/>
          <p14:tracePt t="134675" x="5505450" y="4143375"/>
          <p14:tracePt t="134676" x="5473700" y="4130675"/>
          <p14:tracePt t="134680" x="5435600" y="4117975"/>
          <p14:tracePt t="134694" x="5384800" y="4111625"/>
          <p14:tracePt t="134697" x="5327650" y="4098925"/>
          <p14:tracePt t="134712" x="5276850" y="4098925"/>
          <p14:tracePt t="134714" x="5205413" y="4092575"/>
          <p14:tracePt t="134721" x="5154613" y="4086225"/>
          <p14:tracePt t="134733" x="5078413" y="4073525"/>
          <p14:tracePt t="134737" x="5021263" y="4073525"/>
          <p14:tracePt t="134751" x="4970463" y="4073525"/>
          <p14:tracePt t="134752" x="4913313" y="4079875"/>
          <p14:tracePt t="134762" x="4868863" y="4086225"/>
          <p14:tracePt t="134767" x="4818063" y="4092575"/>
          <p14:tracePt t="134776" x="4759325" y="4098925"/>
          <p14:tracePt t="134782" x="4727575" y="4098925"/>
          <p14:tracePt t="134792" x="4695825" y="4098925"/>
          <p14:tracePt t="134799" x="4670425" y="4098925"/>
          <p14:tracePt t="134812" x="4657725" y="4098925"/>
          <p14:tracePt t="134816" x="4638675" y="4098925"/>
          <p14:tracePt t="134829" x="4619625" y="4098925"/>
          <p14:tracePt t="134840" x="4606925" y="4098925"/>
          <p14:tracePt t="134847" x="4594225" y="4098925"/>
          <p14:tracePt t="134852" x="4581525" y="4092575"/>
          <p14:tracePt t="134862" x="4556125" y="4086225"/>
          <p14:tracePt t="134866" x="4518025" y="4065588"/>
          <p14:tracePt t="134881" x="4479925" y="4052888"/>
          <p14:tracePt t="134883" x="4435475" y="4040188"/>
          <p14:tracePt t="134890" x="4391025" y="4021138"/>
          <p14:tracePt t="134898" x="4332288" y="3995738"/>
          <p14:tracePt t="134904" x="4294188" y="3983038"/>
          <p14:tracePt t="134914" x="4249738" y="3970338"/>
          <p14:tracePt t="134919" x="4217988" y="3957638"/>
          <p14:tracePt t="134930" x="4167188" y="3938588"/>
          <p14:tracePt t="134934" x="4122738" y="3925888"/>
          <p14:tracePt t="134947" x="4090988" y="3906838"/>
          <p14:tracePt t="134949" x="4052888" y="3894138"/>
          <p14:tracePt t="134964" x="4014788" y="3881438"/>
          <p14:tracePt t="134966" x="3983038" y="3868738"/>
          <p14:tracePt t="134980" x="3932238" y="3856038"/>
          <p14:tracePt t="134988" x="3913188" y="3849688"/>
          <p14:tracePt t="134992" x="3894138" y="3836988"/>
          <p14:tracePt t="135006" x="3879850" y="3830638"/>
          <p14:tracePt t="135012" x="3860800" y="3824288"/>
          <p14:tracePt t="135019" x="3841750" y="3811588"/>
          <p14:tracePt t="135030" x="3822700" y="3805238"/>
          <p14:tracePt t="135035" x="3803650" y="3798888"/>
          <p14:tracePt t="135048" x="3771900" y="3779838"/>
          <p14:tracePt t="135065" x="3752850" y="3773488"/>
          <p14:tracePt t="135068" x="3733800" y="3767138"/>
          <p14:tracePt t="135069" x="3708400" y="3754438"/>
          <p14:tracePt t="135083" x="3695700" y="3748088"/>
          <p14:tracePt t="135093" x="3676650" y="3735388"/>
          <p14:tracePt t="135100" x="3657600" y="3729038"/>
          <p14:tracePt t="135104" x="3632200" y="3716338"/>
          <p14:tracePt t="135114" x="3613150" y="3703638"/>
          <p14:tracePt t="135120" x="3587750" y="3697288"/>
          <p14:tracePt t="135124" x="3575050" y="3690938"/>
          <p14:tracePt t="135135" x="3556000" y="3690938"/>
          <p14:tracePt t="135145" x="3536950" y="3684588"/>
          <p14:tracePt t="135150" x="3524250" y="3678238"/>
          <p14:tracePt t="135154" x="3505200" y="3678238"/>
          <p14:tracePt t="135167" x="3486150" y="3671888"/>
          <p14:tracePt t="135171" x="3467100" y="3671888"/>
          <p14:tracePt t="135183" x="3460750" y="3671888"/>
          <p14:tracePt t="135185" x="3441700" y="3671888"/>
          <p14:tracePt t="135198" x="3435350" y="3671888"/>
          <p14:tracePt t="135201" x="3427413" y="3671888"/>
          <p14:tracePt t="135332" x="3421063" y="3671888"/>
          <p14:tracePt t="135347" x="3402013" y="3671888"/>
          <p14:tracePt t="135362" x="3370263" y="3671888"/>
          <p14:tracePt t="135372" x="3344863" y="3671888"/>
          <p14:tracePt t="135373" x="3313113" y="3671888"/>
          <p14:tracePt t="135387" x="3217863" y="3665538"/>
          <p14:tracePt t="135401" x="3160713" y="3652838"/>
          <p14:tracePt t="135406" x="3090863" y="3652838"/>
          <p14:tracePt t="135412" x="3001963" y="3646488"/>
          <p14:tracePt t="135417" x="2917825" y="3638550"/>
          <p14:tracePt t="135432" x="2822575" y="3625850"/>
          <p14:tracePt t="135435" x="2727325" y="3625850"/>
          <p14:tracePt t="135446" x="2632075" y="3619500"/>
          <p14:tracePt t="135449" x="2536825" y="3619500"/>
          <p14:tracePt t="135465" x="2357438" y="3600450"/>
          <p14:tracePt t="135479" x="2281238" y="3600450"/>
          <p14:tracePt t="135482" x="2217738" y="3594100"/>
          <p14:tracePt t="135494" x="2160588" y="3587750"/>
          <p14:tracePt t="135497" x="2128838" y="3587750"/>
          <p14:tracePt t="135503" x="2103438" y="3581400"/>
          <p14:tracePt t="135516" x="2097088" y="3581400"/>
          <p14:tracePt t="135608" x="2090738" y="3581400"/>
          <p14:tracePt t="135614" x="2084388" y="3575050"/>
          <p14:tracePt t="135627" x="2078038" y="3575050"/>
          <p14:tracePt t="135631" x="2065338" y="3568700"/>
          <p14:tracePt t="135644" x="2051050" y="3568700"/>
          <p14:tracePt t="135648" x="2044700" y="3562350"/>
          <p14:tracePt t="135661" x="2019300" y="3562350"/>
          <p14:tracePt t="135679" x="1981200" y="3549650"/>
          <p14:tracePt t="135685" x="1962150" y="3543300"/>
          <p14:tracePt t="135696" x="1943100" y="3536950"/>
          <p14:tracePt t="135702" x="1924050" y="3536950"/>
          <p14:tracePt t="135711" x="1917700" y="3530600"/>
          <p14:tracePt t="135714" x="1911350" y="3530600"/>
          <p14:tracePt t="135727" x="1905000" y="3530600"/>
          <p14:tracePt t="135778" x="1898650" y="3524250"/>
          <p14:tracePt t="135783" x="1892300" y="3524250"/>
          <p14:tracePt t="135790" x="1885950" y="3524250"/>
          <p14:tracePt t="135796" x="1879600" y="3524250"/>
          <p14:tracePt t="135813" x="1866900" y="3524250"/>
          <p14:tracePt t="135818" x="1860550" y="3524250"/>
          <p14:tracePt t="135827" x="1854200" y="3524250"/>
          <p14:tracePt t="135861" x="1854200" y="3530600"/>
          <p14:tracePt t="135878" x="1860550" y="3536950"/>
          <p14:tracePt t="135880" x="1873250" y="3549650"/>
          <p14:tracePt t="135896" x="1885950" y="3549650"/>
          <p14:tracePt t="135899" x="1917700" y="3562350"/>
          <p14:tracePt t="135914" x="1962150" y="3568700"/>
          <p14:tracePt t="135915" x="2025650" y="3568700"/>
          <p14:tracePt t="135931" x="2179638" y="3587750"/>
          <p14:tracePt t="135937" x="2262188" y="3587750"/>
          <p14:tracePt t="135947" x="2376488" y="3600450"/>
          <p14:tracePt t="135953" x="2427288" y="3600450"/>
          <p14:tracePt t="135965" x="2471738" y="3600450"/>
          <p14:tracePt t="135967" x="2517775" y="3600450"/>
          <p14:tracePt t="135976" x="2549525" y="3606800"/>
          <p14:tracePt t="135983" x="2574925" y="3606800"/>
          <p14:tracePt t="135999" x="2593975" y="3606800"/>
          <p14:tracePt t="136397" x="2600325" y="3606800"/>
          <p14:tracePt t="136402" x="2606675" y="3606800"/>
          <p14:tracePt t="136417" x="2613025" y="3606800"/>
          <p14:tracePt t="136433" x="2619375" y="3594100"/>
          <p14:tracePt t="136464" x="2625725" y="3587750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Secure Coding Practices II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11700" y="964635"/>
            <a:ext cx="8520600" cy="3626026"/>
          </a:xfrm>
        </p:spPr>
        <p:txBody>
          <a:bodyPr/>
          <a:lstStyle/>
          <a:p>
            <a:r>
              <a:rPr lang="en-NZ" dirty="0"/>
              <a:t>Principle of least privilege</a:t>
            </a:r>
          </a:p>
          <a:p>
            <a:r>
              <a:rPr lang="en-NZ" dirty="0"/>
              <a:t>Sanitize data sent to other systems</a:t>
            </a:r>
          </a:p>
          <a:p>
            <a:r>
              <a:rPr lang="en-NZ" dirty="0"/>
              <a:t>Remember, multitier sanitization!!</a:t>
            </a:r>
          </a:p>
          <a:p>
            <a:pPr lvl="1"/>
            <a:r>
              <a:rPr lang="en-NZ" dirty="0"/>
              <a:t>Validate sanitization functions you use!</a:t>
            </a:r>
          </a:p>
          <a:p>
            <a:pPr lvl="2"/>
            <a:r>
              <a:rPr lang="en-NZ" dirty="0"/>
              <a:t>People copy random code from the Internet… </a:t>
            </a:r>
            <a:r>
              <a:rPr lang="en-NZ" dirty="0">
                <a:sym typeface="Wingdings" panose="05000000000000000000" pitchFamily="2" charset="2"/>
              </a:rPr>
              <a:t></a:t>
            </a:r>
            <a:endParaRPr lang="en-NZ" dirty="0"/>
          </a:p>
          <a:p>
            <a:pPr marL="558800" lvl="1" indent="0">
              <a:spcBef>
                <a:spcPts val="1200"/>
              </a:spcBef>
              <a:buNone/>
            </a:pPr>
            <a:r>
              <a:rPr lang="en-NZ" sz="1400" dirty="0">
                <a:latin typeface="Consolas" panose="020B0609020204030204" pitchFamily="49" charset="0"/>
              </a:rPr>
              <a:t>input = "</a:t>
            </a:r>
            <a:r>
              <a:rPr lang="en-NZ" sz="14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NZ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scr</a:t>
            </a:r>
            <a:r>
              <a:rPr lang="en-NZ" sz="1400" dirty="0">
                <a:solidFill>
                  <a:srgbClr val="0070C0"/>
                </a:solidFill>
                <a:latin typeface="Consolas" panose="020B0609020204030204" pitchFamily="49" charset="0"/>
              </a:rPr>
              <a:t>&lt;script&gt;</a:t>
            </a:r>
            <a:r>
              <a:rPr lang="en-NZ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ipt</a:t>
            </a:r>
            <a:r>
              <a:rPr lang="en-NZ" sz="14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NZ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nastyCode</a:t>
            </a:r>
            <a:r>
              <a:rPr lang="en-NZ" sz="1400" dirty="0">
                <a:solidFill>
                  <a:srgbClr val="0070C0"/>
                </a:solidFill>
                <a:latin typeface="Consolas" panose="020B0609020204030204" pitchFamily="49" charset="0"/>
              </a:rPr>
              <a:t>() &lt;/</a:t>
            </a:r>
            <a:r>
              <a:rPr lang="en-NZ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scr</a:t>
            </a:r>
            <a:r>
              <a:rPr lang="en-NZ" sz="1400" dirty="0">
                <a:solidFill>
                  <a:srgbClr val="0070C0"/>
                </a:solidFill>
                <a:latin typeface="Consolas" panose="020B0609020204030204" pitchFamily="49" charset="0"/>
              </a:rPr>
              <a:t>&lt;script&gt;</a:t>
            </a:r>
            <a:r>
              <a:rPr lang="en-NZ" sz="1400" dirty="0" err="1">
                <a:solidFill>
                  <a:srgbClr val="0070C0"/>
                </a:solidFill>
                <a:latin typeface="Consolas" panose="020B0609020204030204" pitchFamily="49" charset="0"/>
              </a:rPr>
              <a:t>ipt</a:t>
            </a:r>
            <a:r>
              <a:rPr lang="en-NZ" sz="14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NZ" sz="1400" dirty="0">
                <a:latin typeface="Consolas" panose="020B0609020204030204" pitchFamily="49" charset="0"/>
              </a:rPr>
              <a:t>"</a:t>
            </a:r>
          </a:p>
          <a:p>
            <a:pPr marL="558800" lvl="1" indent="0">
              <a:buNone/>
            </a:pPr>
            <a:r>
              <a:rPr lang="en-NZ" sz="1400" b="1" dirty="0">
                <a:latin typeface="Consolas" panose="020B0609020204030204" pitchFamily="49" charset="0"/>
              </a:rPr>
              <a:t>print</a:t>
            </a:r>
            <a:r>
              <a:rPr lang="en-NZ" sz="1400" dirty="0">
                <a:latin typeface="Consolas" panose="020B0609020204030204" pitchFamily="49" charset="0"/>
              </a:rPr>
              <a:t> </a:t>
            </a:r>
            <a:r>
              <a:rPr lang="en-NZ" sz="1400" dirty="0" err="1">
                <a:latin typeface="Consolas" panose="020B0609020204030204" pitchFamily="49" charset="0"/>
              </a:rPr>
              <a:t>singleLevelSanitize</a:t>
            </a:r>
            <a:r>
              <a:rPr lang="en-NZ" sz="1400" dirty="0">
                <a:latin typeface="Consolas" panose="020B0609020204030204" pitchFamily="49" charset="0"/>
              </a:rPr>
              <a:t>(input)</a:t>
            </a:r>
          </a:p>
          <a:p>
            <a:pPr marL="1028700" lvl="2" indent="0">
              <a:buNone/>
            </a:pPr>
            <a:r>
              <a:rPr lang="en-NZ" sz="1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&lt;script&gt;</a:t>
            </a:r>
            <a:r>
              <a:rPr lang="en-NZ" sz="12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nastyCode</a:t>
            </a:r>
            <a:r>
              <a:rPr lang="en-NZ" sz="1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()&lt;/script&gt;</a:t>
            </a:r>
          </a:p>
          <a:p>
            <a:pPr marL="558800" lvl="1" indent="0">
              <a:buNone/>
            </a:pPr>
            <a:r>
              <a:rPr lang="en-NZ" sz="1400" b="1" dirty="0">
                <a:latin typeface="Consolas" panose="020B0609020204030204" pitchFamily="49" charset="0"/>
              </a:rPr>
              <a:t>print</a:t>
            </a:r>
            <a:r>
              <a:rPr lang="en-NZ" sz="1400" dirty="0">
                <a:latin typeface="Consolas" panose="020B0609020204030204" pitchFamily="49" charset="0"/>
              </a:rPr>
              <a:t> </a:t>
            </a:r>
            <a:r>
              <a:rPr lang="en-NZ" sz="1400" dirty="0" err="1">
                <a:latin typeface="Consolas" panose="020B0609020204030204" pitchFamily="49" charset="0"/>
              </a:rPr>
              <a:t>multiLevelSanitize</a:t>
            </a:r>
            <a:r>
              <a:rPr lang="en-NZ" sz="1400" dirty="0">
                <a:latin typeface="Consolas" panose="020B0609020204030204" pitchFamily="49" charset="0"/>
              </a:rPr>
              <a:t>(input)</a:t>
            </a:r>
          </a:p>
          <a:p>
            <a:pPr marL="1028700" lvl="2" indent="0">
              <a:buNone/>
            </a:pPr>
            <a:r>
              <a:rPr lang="en-NZ" sz="12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nastyCode</a:t>
            </a:r>
            <a:r>
              <a:rPr lang="en-NZ" sz="1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1989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70"/>
    </mc:Choice>
    <mc:Fallback xmlns="">
      <p:transition spd="slow" advTm="34770"/>
    </mc:Fallback>
  </mc:AlternateContent>
  <p:extLst>
    <p:ext uri="{3A86A75C-4F4B-4683-9AE1-C65F6400EC91}">
      <p14:laserTraceLst xmlns:p14="http://schemas.microsoft.com/office/powerpoint/2010/main">
        <p14:tracePtLst>
          <p14:tracePt t="8807" x="4403725" y="2906713"/>
          <p14:tracePt t="8813" x="4391025" y="2906713"/>
          <p14:tracePt t="8819" x="4371975" y="2913063"/>
          <p14:tracePt t="8832" x="4346575" y="2913063"/>
          <p14:tracePt t="8835" x="4332288" y="2919413"/>
          <p14:tracePt t="8850" x="4306888" y="2925763"/>
          <p14:tracePt t="8853" x="4281488" y="2932113"/>
          <p14:tracePt t="8866" x="4230688" y="2938463"/>
          <p14:tracePt t="8874" x="4211638" y="2938463"/>
          <p14:tracePt t="8879" x="4186238" y="2938463"/>
          <p14:tracePt t="8894" x="4129088" y="2944813"/>
          <p14:tracePt t="8909" x="4097338" y="2957513"/>
          <p14:tracePt t="8913" x="4071938" y="2957513"/>
          <p14:tracePt t="8927" x="4014788" y="2957513"/>
          <p14:tracePt t="8934" x="4002088" y="2957513"/>
          <p14:tracePt t="8945" x="3976688" y="2957513"/>
          <p14:tracePt t="8962" x="3963988" y="2957513"/>
          <p14:tracePt t="8976" x="3957638" y="2963863"/>
          <p14:tracePt t="9087" x="3951288" y="2963863"/>
          <p14:tracePt t="9092" x="3938588" y="2963863"/>
          <p14:tracePt t="9105" x="3906838" y="2963863"/>
          <p14:tracePt t="9115" x="3879850" y="2970213"/>
          <p14:tracePt t="9119" x="3848100" y="2970213"/>
          <p14:tracePt t="9136" x="3746500" y="2976563"/>
          <p14:tracePt t="9151" x="3695700" y="2976563"/>
          <p14:tracePt t="9154" x="3632200" y="2989263"/>
          <p14:tracePt t="9167" x="3505200" y="2989263"/>
          <p14:tracePt t="9172" x="3435350" y="2995613"/>
          <p14:tracePt t="9176" x="3370263" y="2995613"/>
          <p14:tracePt t="9192" x="3319463" y="2995613"/>
          <p14:tracePt t="9195" x="3275013" y="2995613"/>
          <p14:tracePt t="9201" x="3230563" y="2995613"/>
          <p14:tracePt t="9214" x="3192463" y="2995613"/>
          <p14:tracePt t="9219" x="3167063" y="2995613"/>
          <p14:tracePt t="9228" x="3148013" y="2995613"/>
          <p14:tracePt t="9243" x="3148013" y="3001963"/>
          <p14:tracePt t="9377" x="3141663" y="3001963"/>
          <p14:tracePt t="9386" x="3128963" y="3001963"/>
          <p14:tracePt t="9390" x="3109913" y="3001963"/>
          <p14:tracePt t="9401" x="3090863" y="3008313"/>
          <p14:tracePt t="9410" x="3052763" y="3008313"/>
          <p14:tracePt t="9420" x="2968625" y="3014663"/>
          <p14:tracePt t="9436" x="2930525" y="3014663"/>
          <p14:tracePt t="9439" x="2886075" y="3021013"/>
          <p14:tracePt t="9451" x="2854325" y="3021013"/>
          <p14:tracePt t="9455" x="2809875" y="3027363"/>
          <p14:tracePt t="9460" x="2784475" y="3033713"/>
          <p14:tracePt t="9465" x="2752725" y="3040063"/>
          <p14:tracePt t="9476" x="2727325" y="3040063"/>
          <p14:tracePt t="9489" x="2714625" y="3046413"/>
          <p14:tracePt t="9495" x="2695575" y="3046413"/>
          <p14:tracePt t="9507" x="2682875" y="3052763"/>
          <p14:tracePt t="9515" x="2676525" y="3052763"/>
          <p14:tracePt t="9531" x="2676525" y="3059113"/>
          <p14:tracePt t="9539" x="2670175" y="3059113"/>
          <p14:tracePt t="9544" x="2663825" y="3059113"/>
          <p14:tracePt t="9562" x="2651125" y="3059113"/>
          <p14:tracePt t="9566" x="2638425" y="3059113"/>
          <p14:tracePt t="9576" x="2619375" y="3065463"/>
          <p14:tracePt t="9581" x="2593975" y="3071813"/>
          <p14:tracePt t="9597" x="2524125" y="3084513"/>
          <p14:tracePt t="9612" x="2484438" y="3103563"/>
          <p14:tracePt t="9615" x="2452688" y="3109913"/>
          <p14:tracePt t="9626" x="2395538" y="3128963"/>
          <p14:tracePt t="9641" x="2370138" y="3135313"/>
          <p14:tracePt t="9645" x="2351088" y="3141663"/>
          <p14:tracePt t="9652" x="2332038" y="3148013"/>
          <p14:tracePt t="9659" x="2312988" y="3154363"/>
          <p14:tracePt t="9667" x="2306638" y="3154363"/>
          <p14:tracePt t="9676" x="2293938" y="3154363"/>
          <p14:tracePt t="9683" x="2287588" y="3154363"/>
          <p14:tracePt t="9714" x="2281238" y="3154363"/>
          <p14:tracePt t="10048" x="2293938" y="3160713"/>
          <p14:tracePt t="10056" x="2319338" y="3160713"/>
          <p14:tracePt t="10062" x="2357438" y="3160713"/>
          <p14:tracePt t="10072" x="2414588" y="3173413"/>
          <p14:tracePt t="10078" x="2478088" y="3173413"/>
          <p14:tracePt t="10086" x="2555875" y="3173413"/>
          <p14:tracePt t="10092" x="2638425" y="3173413"/>
          <p14:tracePt t="10102" x="2720975" y="3173413"/>
          <p14:tracePt t="10110" x="2816225" y="3173413"/>
          <p14:tracePt t="10120" x="2911475" y="3173413"/>
          <p14:tracePt t="10122" x="3008313" y="3167063"/>
          <p14:tracePt t="10126" x="3090863" y="3160713"/>
          <p14:tracePt t="10142" x="3179763" y="3148013"/>
          <p14:tracePt t="10145" x="3249613" y="3148013"/>
          <p14:tracePt t="10150" x="3313113" y="3148013"/>
          <p14:tracePt t="10160" x="3382963" y="3141663"/>
          <p14:tracePt t="10167" x="3435350" y="3141663"/>
          <p14:tracePt t="10178" x="3479800" y="3141663"/>
          <p14:tracePt t="10182" x="3524250" y="3141663"/>
          <p14:tracePt t="10197" x="3581400" y="3141663"/>
          <p14:tracePt t="10202" x="3600450" y="3141663"/>
          <p14:tracePt t="10213" x="3613150" y="3141663"/>
          <p14:tracePt t="10216" x="3632200" y="3141663"/>
          <p14:tracePt t="10227" x="3644900" y="3141663"/>
          <p14:tracePt t="10234" x="3670300" y="3141663"/>
          <p14:tracePt t="10243" x="3702050" y="3141663"/>
          <p14:tracePt t="10247" x="3727450" y="3141663"/>
          <p14:tracePt t="10260" x="3746500" y="3141663"/>
          <p14:tracePt t="10262" x="3771900" y="3141663"/>
          <p14:tracePt t="10279" x="3797300" y="3141663"/>
          <p14:tracePt t="10281" x="3803650" y="3141663"/>
          <p14:tracePt t="10460" x="3810000" y="3141663"/>
          <p14:tracePt t="10484" x="3822700" y="3148013"/>
          <p14:tracePt t="10501" x="3835400" y="3154363"/>
          <p14:tracePt t="10509" x="3848100" y="3154363"/>
          <p14:tracePt t="10512" x="3854450" y="3154363"/>
          <p14:tracePt t="10517" x="3867150" y="3154363"/>
          <p14:tracePt t="10524" x="3879850" y="3160713"/>
          <p14:tracePt t="10544" x="3894138" y="3160713"/>
          <p14:tracePt t="10547" x="3900488" y="3160713"/>
          <p14:tracePt t="10559" x="3906838" y="3160713"/>
          <p14:tracePt t="10562" x="3913188" y="3167063"/>
          <p14:tracePt t="10576" x="3919538" y="3167063"/>
          <p14:tracePt t="10682" x="3925888" y="3167063"/>
          <p14:tracePt t="10697" x="3932238" y="3167063"/>
          <p14:tracePt t="10719" x="3938588" y="3167063"/>
          <p14:tracePt t="10728" x="3944938" y="3167063"/>
          <p14:tracePt t="10874" x="3951288" y="3167063"/>
          <p14:tracePt t="14052" x="3944938" y="3167063"/>
          <p14:tracePt t="14061" x="3925888" y="3167063"/>
          <p14:tracePt t="14070" x="3913188" y="3167063"/>
          <p14:tracePt t="14077" x="3894138" y="3167063"/>
          <p14:tracePt t="14082" x="3873500" y="3167063"/>
          <p14:tracePt t="14094" x="3854450" y="3167063"/>
          <p14:tracePt t="14096" x="3829050" y="3167063"/>
          <p14:tracePt t="14110" x="3803650" y="3167063"/>
          <p14:tracePt t="14111" x="3784600" y="3167063"/>
          <p14:tracePt t="14125" x="3765550" y="3167063"/>
          <p14:tracePt t="14130" x="3740150" y="3167063"/>
          <p14:tracePt t="14142" x="3683000" y="3173413"/>
          <p14:tracePt t="14152" x="3657600" y="3173413"/>
          <p14:tracePt t="14161" x="3625850" y="3179763"/>
          <p14:tracePt t="14166" x="3594100" y="3186113"/>
          <p14:tracePt t="14179" x="3562350" y="3186113"/>
          <p14:tracePt t="14182" x="3524250" y="3192463"/>
          <p14:tracePt t="14190" x="3479800" y="3198813"/>
          <p14:tracePt t="14199" x="3435350" y="3205163"/>
          <p14:tracePt t="14202" x="3382963" y="3219450"/>
          <p14:tracePt t="14215" x="3313113" y="3232150"/>
          <p14:tracePt t="14217" x="3249613" y="3244850"/>
          <p14:tracePt t="14225" x="3186113" y="3257550"/>
          <p14:tracePt t="14232" x="3109913" y="3276600"/>
          <p14:tracePt t="14245" x="3021013" y="3302000"/>
          <p14:tracePt t="14247" x="2943225" y="3327400"/>
          <p14:tracePt t="14262" x="2847975" y="3352800"/>
          <p14:tracePt t="14266" x="2746375" y="3378200"/>
          <p14:tracePt t="14279" x="2517775" y="3435350"/>
          <p14:tracePt t="14290" x="2363788" y="3479800"/>
          <p14:tracePt t="14296" x="2198688" y="3511550"/>
          <p14:tracePt t="14310" x="1879600" y="3587750"/>
          <p14:tracePt t="14320" x="1708150" y="3619500"/>
          <p14:tracePt t="14327" x="1560513" y="3652838"/>
          <p14:tracePt t="14333" x="1414463" y="3684588"/>
          <p14:tracePt t="14346" x="1287463" y="3716338"/>
          <p14:tracePt t="14348" x="1160463" y="3748088"/>
          <p14:tracePt t="14361" x="1031875" y="3773488"/>
          <p14:tracePt t="14364" x="923925" y="3792538"/>
          <p14:tracePt t="14376" x="841375" y="3817938"/>
          <p14:tracePt t="14380" x="752475" y="3836988"/>
          <p14:tracePt t="14394" x="674688" y="3862388"/>
          <p14:tracePt t="14395" x="617538" y="3875088"/>
          <p14:tracePt t="14411" x="547688" y="3894138"/>
          <p14:tracePt t="14413" x="541338" y="3894138"/>
          <p14:tracePt t="14425" x="528638" y="3900488"/>
          <p14:tracePt t="14428" x="515938" y="3900488"/>
          <p14:tracePt t="14443" x="503238" y="3906838"/>
          <p14:tracePt t="14444" x="477838" y="3913188"/>
          <p14:tracePt t="14461" x="427038" y="3932238"/>
          <p14:tracePt t="14468" x="388938" y="3944938"/>
          <p14:tracePt t="14479" x="344488" y="3963988"/>
          <p14:tracePt t="14486" x="300038" y="3976688"/>
          <p14:tracePt t="14496" x="249238" y="4002088"/>
          <p14:tracePt t="14498" x="127000" y="4040188"/>
          <p14:tracePt t="14510" x="69850" y="4065588"/>
          <p14:tracePt t="14885" x="312738" y="4008438"/>
          <p14:tracePt t="14891" x="509588" y="3963988"/>
          <p14:tracePt t="14908" x="835025" y="3875088"/>
          <p14:tracePt t="14917" x="962025" y="3843338"/>
          <p14:tracePt t="14927" x="1057275" y="3817938"/>
          <p14:tracePt t="14932" x="1147763" y="3792538"/>
          <p14:tracePt t="14943" x="1230313" y="3773488"/>
          <p14:tracePt t="14946" x="1300163" y="3760788"/>
          <p14:tracePt t="14957" x="1350963" y="3741738"/>
          <p14:tracePt t="14962" x="1395413" y="3735388"/>
          <p14:tracePt t="14973" x="1439863" y="3729038"/>
          <p14:tracePt t="14979" x="1465263" y="3722688"/>
          <p14:tracePt t="14981" x="1484313" y="3716338"/>
          <p14:tracePt t="15179" x="1490663" y="3716338"/>
          <p14:tracePt t="15189" x="1490663" y="3709988"/>
          <p14:tracePt t="15194" x="1490663" y="3703638"/>
          <p14:tracePt t="15210" x="1497013" y="3697288"/>
          <p14:tracePt t="15211" x="1509713" y="3684588"/>
          <p14:tracePt t="15226" x="1535113" y="3665538"/>
          <p14:tracePt t="15234" x="1554163" y="3652838"/>
          <p14:tracePt t="15244" x="1573213" y="3632200"/>
          <p14:tracePt t="15250" x="1612900" y="3606800"/>
          <p14:tracePt t="15258" x="1638300" y="3587750"/>
          <p14:tracePt t="15265" x="1676400" y="3556000"/>
          <p14:tracePt t="15276" x="1708150" y="3536950"/>
          <p14:tracePt t="15280" x="1733550" y="3524250"/>
          <p14:tracePt t="15283" x="1746250" y="3511550"/>
          <p14:tracePt t="15294" x="1752600" y="3505200"/>
          <p14:tracePt t="15301" x="1758950" y="3505200"/>
          <p14:tracePt t="15409" x="1752600" y="3505200"/>
          <p14:tracePt t="15417" x="1739900" y="3505200"/>
          <p14:tracePt t="15425" x="1727200" y="3505200"/>
          <p14:tracePt t="15429" x="1714500" y="3505200"/>
          <p14:tracePt t="15444" x="1695450" y="3505200"/>
          <p14:tracePt t="15446" x="1676400" y="3505200"/>
          <p14:tracePt t="15461" x="1657350" y="3505200"/>
          <p14:tracePt t="15463" x="1631950" y="3505200"/>
          <p14:tracePt t="15477" x="1566863" y="3505200"/>
          <p14:tracePt t="15491" x="1535113" y="3505200"/>
          <p14:tracePt t="15494" x="1509713" y="3505200"/>
          <p14:tracePt t="15508" x="1465263" y="3517900"/>
          <p14:tracePt t="15528" x="1458913" y="3517900"/>
          <p14:tracePt t="15647" x="1471613" y="3517900"/>
          <p14:tracePt t="15652" x="1497013" y="3517900"/>
          <p14:tracePt t="15665" x="1541463" y="3517900"/>
          <p14:tracePt t="15673" x="1579563" y="3517900"/>
          <p14:tracePt t="15678" x="1625600" y="3511550"/>
          <p14:tracePt t="15682" x="1670050" y="3511550"/>
          <p14:tracePt t="15695" x="1727200" y="3505200"/>
          <p14:tracePt t="15699" x="1758950" y="3505200"/>
          <p14:tracePt t="15712" x="1809750" y="3505200"/>
          <p14:tracePt t="15715" x="1854200" y="3505200"/>
          <p14:tracePt t="15726" x="1885950" y="3505200"/>
          <p14:tracePt t="15727" x="1930400" y="3505200"/>
          <p14:tracePt t="15742" x="1962150" y="3505200"/>
          <p14:tracePt t="15743" x="2006600" y="3498850"/>
          <p14:tracePt t="15754" x="2051050" y="3498850"/>
          <p14:tracePt t="15759" x="2097088" y="3498850"/>
          <p14:tracePt t="15772" x="2147888" y="3498850"/>
          <p14:tracePt t="15776" x="2205038" y="3498850"/>
          <p14:tracePt t="15783" x="2255838" y="3498850"/>
          <p14:tracePt t="15790" x="2306638" y="3498850"/>
          <p14:tracePt t="15802" x="2363788" y="3498850"/>
          <p14:tracePt t="15809" x="2414588" y="3498850"/>
          <p14:tracePt t="15816" x="2471738" y="3492500"/>
          <p14:tracePt t="15822" x="2524125" y="3492500"/>
          <p14:tracePt t="15830" x="2581275" y="3492500"/>
          <p14:tracePt t="15833" x="2644775" y="3492500"/>
          <p14:tracePt t="15844" x="2708275" y="3479800"/>
          <p14:tracePt t="15852" x="2771775" y="3479800"/>
          <p14:tracePt t="15861" x="2841625" y="3479800"/>
          <p14:tracePt t="15866" x="2917825" y="3479800"/>
          <p14:tracePt t="15877" x="2995613" y="3473450"/>
          <p14:tracePt t="15879" x="3078163" y="3467100"/>
          <p14:tracePt t="15890" x="3154363" y="3467100"/>
          <p14:tracePt t="15896" x="3236913" y="3454400"/>
          <p14:tracePt t="15910" x="3313113" y="3448050"/>
          <p14:tracePt t="15917" x="3389313" y="3441700"/>
          <p14:tracePt t="15924" x="3467100" y="3441700"/>
          <p14:tracePt t="15930" x="3530600" y="3429000"/>
          <p14:tracePt t="15941" x="3587750" y="3422650"/>
          <p14:tracePt t="15946" x="3657600" y="3422650"/>
          <p14:tracePt t="15950" x="3714750" y="3416300"/>
          <p14:tracePt t="15960" x="3765550" y="3416300"/>
          <p14:tracePt t="15966" x="3822700" y="3416300"/>
          <p14:tracePt t="15977" x="3860800" y="3416300"/>
          <p14:tracePt t="15980" x="3906838" y="3409950"/>
          <p14:tracePt t="15993" x="3944938" y="3409950"/>
          <p14:tracePt t="15995" x="3983038" y="3409950"/>
          <p14:tracePt t="16006" x="4021138" y="3403600"/>
          <p14:tracePt t="16010" x="4052888" y="3403600"/>
          <p14:tracePt t="16025" x="4078288" y="3403600"/>
          <p14:tracePt t="16026" x="4103688" y="3397250"/>
          <p14:tracePt t="16042" x="4116388" y="3397250"/>
          <p14:tracePt t="16045" x="4141788" y="3397250"/>
          <p14:tracePt t="16053" x="4160838" y="3390900"/>
          <p14:tracePt t="16056" x="4173538" y="3390900"/>
          <p14:tracePt t="16066" x="4192588" y="3390900"/>
          <p14:tracePt t="16077" x="4211638" y="3390900"/>
          <p14:tracePt t="16083" x="4224338" y="3390900"/>
          <p14:tracePt t="16089" x="4243388" y="3390900"/>
          <p14:tracePt t="16096" x="4275138" y="3390900"/>
          <p14:tracePt t="16108" x="4300538" y="3390900"/>
          <p14:tracePt t="16112" x="4338638" y="3390900"/>
          <p14:tracePt t="16120" x="4384675" y="3384550"/>
          <p14:tracePt t="16129" x="4429125" y="3384550"/>
          <p14:tracePt t="16132" x="4473575" y="3384550"/>
          <p14:tracePt t="16144" x="4524375" y="3384550"/>
          <p14:tracePt t="16150" x="4568825" y="3384550"/>
          <p14:tracePt t="16163" x="4676775" y="3384550"/>
          <p14:tracePt t="16172" x="4714875" y="3384550"/>
          <p14:tracePt t="16178" x="4772025" y="3384550"/>
          <p14:tracePt t="16193" x="4849813" y="3384550"/>
          <p14:tracePt t="16202" x="4875213" y="3378200"/>
          <p14:tracePt t="16212" x="4887913" y="3378200"/>
          <p14:tracePt t="16222" x="4900613" y="3378200"/>
          <p14:tracePt t="16228" x="4906963" y="3378200"/>
          <p14:tracePt t="16233" x="4913313" y="3378200"/>
          <p14:tracePt t="21136" x="4900613" y="3384550"/>
          <p14:tracePt t="21145" x="4875213" y="3397250"/>
          <p14:tracePt t="21150" x="4830763" y="3409950"/>
          <p14:tracePt t="21164" x="4772025" y="3435350"/>
          <p14:tracePt t="21169" x="4695825" y="3460750"/>
          <p14:tracePt t="21182" x="4530725" y="3524250"/>
          <p14:tracePt t="21196" x="4441825" y="3556000"/>
          <p14:tracePt t="21201" x="4352925" y="3594100"/>
          <p14:tracePt t="21215" x="4179888" y="3652838"/>
          <p14:tracePt t="21230" x="4027488" y="3697288"/>
          <p14:tracePt t="21239" x="3957638" y="3722688"/>
          <p14:tracePt t="21249" x="3906838" y="3741738"/>
          <p14:tracePt t="21252" x="3848100" y="3754438"/>
          <p14:tracePt t="21266" x="3803650" y="3760788"/>
          <p14:tracePt t="21269" x="3765550" y="3773488"/>
          <p14:tracePt t="21282" x="3689350" y="3792538"/>
          <p14:tracePt t="21293" x="3651250" y="3798888"/>
          <p14:tracePt t="21296" x="3619500" y="3811588"/>
          <p14:tracePt t="21312" x="3581400" y="3817938"/>
          <p14:tracePt t="21315" x="3549650" y="3830638"/>
          <p14:tracePt t="21329" x="3467100" y="3849688"/>
          <p14:tracePt t="21336" x="3421063" y="3862388"/>
          <p14:tracePt t="21347" x="3376613" y="3868738"/>
          <p14:tracePt t="21353" x="3344863" y="3875088"/>
          <p14:tracePt t="21361" x="3306763" y="3881438"/>
          <p14:tracePt t="21367" x="3268663" y="3900488"/>
          <p14:tracePt t="21382" x="3224213" y="3906838"/>
          <p14:tracePt t="21397" x="3205163" y="3906838"/>
          <p14:tracePt t="21398" x="3192463" y="3906838"/>
          <p14:tracePt t="21403" x="3167063" y="3913188"/>
          <p14:tracePt t="21415" x="3148013" y="3913188"/>
          <p14:tracePt t="21418" x="3128963" y="3913188"/>
          <p14:tracePt t="21429" x="3122613" y="3913188"/>
          <p14:tracePt t="21432" x="3116263" y="3913188"/>
          <p14:tracePt t="21446" x="3109913" y="3913188"/>
          <p14:tracePt t="21448" x="3103563" y="3913188"/>
          <p14:tracePt t="21465" x="3090863" y="3913188"/>
          <p14:tracePt t="21482" x="3071813" y="3913188"/>
          <p14:tracePt t="21488" x="3052763" y="3913188"/>
          <p14:tracePt t="21498" x="3021013" y="3913188"/>
          <p14:tracePt t="21505" x="2976563" y="3913188"/>
          <p14:tracePt t="21513" x="2917825" y="3913188"/>
          <p14:tracePt t="21519" x="2854325" y="3913188"/>
          <p14:tracePt t="21524" x="2790825" y="3913188"/>
          <p14:tracePt t="21535" x="2727325" y="3913188"/>
          <p14:tracePt t="21543" x="2682875" y="3919538"/>
          <p14:tracePt t="21548" x="2638425" y="3925888"/>
          <p14:tracePt t="21554" x="2625725" y="3925888"/>
          <p14:tracePt t="21566" x="2568575" y="3925888"/>
          <p14:tracePt t="21580" x="2555875" y="3925888"/>
          <p14:tracePt t="21635" x="2568575" y="3925888"/>
          <p14:tracePt t="21640" x="2581275" y="3925888"/>
          <p14:tracePt t="21644" x="2593975" y="3925888"/>
          <p14:tracePt t="21651" x="2625725" y="3925888"/>
          <p14:tracePt t="21664" x="2746375" y="3925888"/>
          <p14:tracePt t="21679" x="2828925" y="3925888"/>
          <p14:tracePt t="21681" x="2936875" y="3925888"/>
          <p14:tracePt t="21696" x="3217863" y="3925888"/>
          <p14:tracePt t="21712" x="3568700" y="3938588"/>
          <p14:tracePt t="21721" x="3746500" y="3938588"/>
          <p14:tracePt t="21731" x="3900488" y="3938588"/>
          <p14:tracePt t="21736" x="4052888" y="3938588"/>
          <p14:tracePt t="21743" x="4179888" y="3938588"/>
          <p14:tracePt t="21753" x="4294188" y="3938588"/>
          <p14:tracePt t="21763" x="4391025" y="3938588"/>
          <p14:tracePt t="21766" x="4467225" y="3938588"/>
          <p14:tracePt t="21778" x="4518025" y="3938588"/>
          <p14:tracePt t="21783" x="4556125" y="3938588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Secure Coding Practices III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Reuse existing </a:t>
            </a:r>
            <a:r>
              <a:rPr lang="en-NZ" b="1" dirty="0"/>
              <a:t>validated</a:t>
            </a:r>
            <a:r>
              <a:rPr lang="en-NZ" dirty="0"/>
              <a:t> modules, frameworks, …</a:t>
            </a:r>
          </a:p>
          <a:p>
            <a:pPr lvl="1"/>
            <a:r>
              <a:rPr lang="en-NZ" dirty="0"/>
              <a:t>Don’t write your own security code</a:t>
            </a:r>
          </a:p>
          <a:p>
            <a:pPr lvl="1"/>
            <a:r>
              <a:rPr lang="en-NZ" dirty="0"/>
              <a:t>Don’t use low level languages unless needed</a:t>
            </a:r>
          </a:p>
          <a:p>
            <a:endParaRPr lang="en-NZ" dirty="0"/>
          </a:p>
          <a:p>
            <a:r>
              <a:rPr lang="en-NZ" dirty="0"/>
              <a:t>Check for integer overflows</a:t>
            </a:r>
          </a:p>
          <a:p>
            <a:r>
              <a:rPr lang="en-NZ" dirty="0"/>
              <a:t>Don’t compare floats with strict equality:</a:t>
            </a:r>
          </a:p>
          <a:p>
            <a:pPr marL="76200" indent="0">
              <a:buNone/>
            </a:pPr>
            <a:r>
              <a:rPr lang="en-NZ" dirty="0">
                <a:latin typeface="Consolas" panose="020B0609020204030204" pitchFamily="49" charset="0"/>
              </a:rPr>
              <a:t>	</a:t>
            </a:r>
            <a:r>
              <a:rPr lang="en-NZ" b="1" dirty="0">
                <a:latin typeface="Consolas" panose="020B0609020204030204" pitchFamily="49" charset="0"/>
              </a:rPr>
              <a:t>float</a:t>
            </a:r>
            <a:r>
              <a:rPr lang="en-NZ" dirty="0">
                <a:latin typeface="Consolas" panose="020B0609020204030204" pitchFamily="49" charset="0"/>
              </a:rPr>
              <a:t> a, b;</a:t>
            </a:r>
          </a:p>
          <a:p>
            <a:pPr marL="76200" indent="0">
              <a:buNone/>
            </a:pPr>
            <a:r>
              <a:rPr lang="en-NZ" dirty="0">
                <a:latin typeface="Consolas" panose="020B0609020204030204" pitchFamily="49" charset="0"/>
              </a:rPr>
              <a:t>	</a:t>
            </a:r>
            <a:r>
              <a:rPr lang="en-NZ" b="1" dirty="0">
                <a:latin typeface="Consolas" panose="020B0609020204030204" pitchFamily="49" charset="0"/>
              </a:rPr>
              <a:t>if</a:t>
            </a:r>
            <a:r>
              <a:rPr lang="en-NZ" dirty="0">
                <a:latin typeface="Consolas" panose="020B0609020204030204" pitchFamily="49" charset="0"/>
              </a:rPr>
              <a:t>(abs(a-b)&gt;=threshold) </a:t>
            </a:r>
            <a:r>
              <a:rPr lang="en-NZ" dirty="0">
                <a:solidFill>
                  <a:srgbClr val="00B050"/>
                </a:solidFill>
                <a:latin typeface="Consolas" panose="020B0609020204030204" pitchFamily="49" charset="0"/>
              </a:rPr>
              <a:t>//Good </a:t>
            </a:r>
            <a:r>
              <a:rPr lang="en-NZ" dirty="0">
                <a:solidFill>
                  <a:srgbClr val="00B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</a:t>
            </a:r>
            <a:endParaRPr lang="en-NZ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76200" indent="0">
              <a:buNone/>
            </a:pPr>
            <a:r>
              <a:rPr lang="en-NZ" dirty="0">
                <a:latin typeface="Consolas" panose="020B0609020204030204" pitchFamily="49" charset="0"/>
              </a:rPr>
              <a:t>	</a:t>
            </a:r>
            <a:r>
              <a:rPr lang="en-NZ" b="1" dirty="0">
                <a:latin typeface="Consolas" panose="020B0609020204030204" pitchFamily="49" charset="0"/>
              </a:rPr>
              <a:t>if</a:t>
            </a:r>
            <a:r>
              <a:rPr lang="en-NZ" dirty="0">
                <a:latin typeface="Consolas" panose="020B0609020204030204" pitchFamily="49" charset="0"/>
              </a:rPr>
              <a:t>(a==b) </a:t>
            </a:r>
            <a:r>
              <a:rPr lang="en-NZ" dirty="0">
                <a:solidFill>
                  <a:srgbClr val="FF0000"/>
                </a:solidFill>
                <a:latin typeface="Consolas" panose="020B0609020204030204" pitchFamily="49" charset="0"/>
              </a:rPr>
              <a:t>//Bad </a:t>
            </a:r>
            <a:r>
              <a:rPr lang="en-NZ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</a:t>
            </a:r>
          </a:p>
          <a:p>
            <a:pPr marL="76200" indent="0">
              <a:buNone/>
            </a:pPr>
            <a:r>
              <a:rPr lang="en-NZ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endParaRPr lang="en-NZ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n-NZ" dirty="0"/>
              <a:t>Check string lengths (buffer overflows)</a:t>
            </a:r>
          </a:p>
        </p:txBody>
      </p:sp>
    </p:spTree>
    <p:extLst>
      <p:ext uri="{BB962C8B-B14F-4D97-AF65-F5344CB8AC3E}">
        <p14:creationId xmlns:p14="http://schemas.microsoft.com/office/powerpoint/2010/main" val="346185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363"/>
    </mc:Choice>
    <mc:Fallback xmlns="">
      <p:transition spd="slow" advTm="85363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Requirements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Core CIA (Confidentiality, Integrity, Availability)</a:t>
            </a:r>
          </a:p>
          <a:p>
            <a:r>
              <a:rPr lang="en-NZ" dirty="0"/>
              <a:t>Important extensions</a:t>
            </a:r>
          </a:p>
          <a:p>
            <a:pPr lvl="1"/>
            <a:r>
              <a:rPr lang="en-NZ" dirty="0"/>
              <a:t>Authentication</a:t>
            </a:r>
          </a:p>
          <a:p>
            <a:pPr lvl="2"/>
            <a:r>
              <a:rPr lang="en-NZ" dirty="0"/>
              <a:t>Identity verification</a:t>
            </a:r>
          </a:p>
          <a:p>
            <a:pPr lvl="1"/>
            <a:r>
              <a:rPr lang="en-NZ" dirty="0"/>
              <a:t>Nonrepudiation</a:t>
            </a:r>
          </a:p>
          <a:p>
            <a:pPr lvl="2"/>
            <a:r>
              <a:rPr lang="en-NZ" dirty="0"/>
              <a:t>Message ownership</a:t>
            </a:r>
          </a:p>
          <a:p>
            <a:pPr lvl="1"/>
            <a:r>
              <a:rPr lang="en-NZ" dirty="0"/>
              <a:t>Authorization</a:t>
            </a:r>
          </a:p>
          <a:p>
            <a:pPr lvl="2"/>
            <a:r>
              <a:rPr lang="en-NZ" dirty="0"/>
              <a:t>Privilege granting</a:t>
            </a:r>
          </a:p>
          <a:p>
            <a:pPr lvl="1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90758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877"/>
    </mc:Choice>
    <mc:Fallback xmlns="">
      <p:transition spd="slow" advTm="160877"/>
    </mc:Fallback>
  </mc:AlternateContent>
  <p:extLst>
    <p:ext uri="{3A86A75C-4F4B-4683-9AE1-C65F6400EC91}">
      <p14:laserTraceLst xmlns:p14="http://schemas.microsoft.com/office/powerpoint/2010/main">
        <p14:tracePtLst>
          <p14:tracePt t="54249" x="3135313" y="5080000"/>
          <p14:tracePt t="54253" x="3122613" y="5041900"/>
          <p14:tracePt t="54268" x="3103563" y="4997450"/>
          <p14:tracePt t="54271" x="3090863" y="4959350"/>
          <p14:tracePt t="54285" x="3046413" y="4868863"/>
          <p14:tracePt t="54295" x="3027363" y="4818063"/>
          <p14:tracePt t="54304" x="3001963" y="4773613"/>
          <p14:tracePt t="54310" x="2982913" y="4735513"/>
          <p14:tracePt t="54318" x="2955925" y="4697413"/>
          <p14:tracePt t="54325" x="2943225" y="4672013"/>
          <p14:tracePt t="54329" x="2924175" y="4646613"/>
          <p14:tracePt t="54342" x="2911475" y="4621213"/>
          <p14:tracePt t="54346" x="2886075" y="4583113"/>
          <p14:tracePt t="54356" x="2867025" y="4557713"/>
          <p14:tracePt t="54361" x="2841625" y="4519613"/>
          <p14:tracePt t="54374" x="2816225" y="4479925"/>
          <p14:tracePt t="54378" x="2784475" y="4448175"/>
          <p14:tracePt t="54390" x="2733675" y="4365625"/>
          <p14:tracePt t="54400" x="2708275" y="4333875"/>
          <p14:tracePt t="54411" x="2689225" y="4302125"/>
          <p14:tracePt t="54415" x="2670175" y="4270375"/>
          <p14:tracePt t="54426" x="2644775" y="4244975"/>
          <p14:tracePt t="54430" x="2632075" y="4225925"/>
          <p14:tracePt t="54439" x="2632075" y="4206875"/>
          <p14:tracePt t="54446" x="2632075" y="4200525"/>
          <p14:tracePt t="54454" x="2625725" y="4187825"/>
          <p14:tracePt t="54462" x="2625725" y="4175125"/>
          <p14:tracePt t="54472" x="2625725" y="4168775"/>
          <p14:tracePt t="54479" x="2625725" y="4156075"/>
          <p14:tracePt t="54488" x="2625725" y="4149725"/>
          <p14:tracePt t="54493" x="2625725" y="4130675"/>
          <p14:tracePt t="54506" x="2632075" y="4092575"/>
          <p14:tracePt t="54520" x="2632075" y="4079875"/>
          <p14:tracePt t="54523" x="2638425" y="4059238"/>
          <p14:tracePt t="54531" x="2638425" y="4033838"/>
          <p14:tracePt t="54539" x="2644775" y="4014788"/>
          <p14:tracePt t="54547" x="2651125" y="4008438"/>
          <p14:tracePt t="54555" x="2657475" y="3989388"/>
          <p14:tracePt t="54566" x="2657475" y="3963988"/>
          <p14:tracePt t="54569" x="2663825" y="3951288"/>
          <p14:tracePt t="54582" x="2670175" y="3906838"/>
          <p14:tracePt t="54596" x="2676525" y="3881438"/>
          <p14:tracePt t="54600" x="2676525" y="3856038"/>
          <p14:tracePt t="54611" x="2676525" y="3805238"/>
          <p14:tracePt t="54622" x="2676525" y="3779838"/>
          <p14:tracePt t="54627" x="2670175" y="3741738"/>
          <p14:tracePt t="54639" x="2651125" y="3697288"/>
          <p14:tracePt t="54641" x="2638425" y="3665538"/>
          <p14:tracePt t="54656" x="2613025" y="3613150"/>
          <p14:tracePt t="54659" x="2593975" y="3575050"/>
          <p14:tracePt t="54672" x="2574925" y="3549650"/>
          <p14:tracePt t="54674" x="2549525" y="3511550"/>
          <p14:tracePt t="54690" x="2509838" y="3441700"/>
          <p14:tracePt t="54697" x="2490788" y="3409950"/>
          <p14:tracePt t="54708" x="2471738" y="3378200"/>
          <p14:tracePt t="54713" x="2446338" y="3346450"/>
          <p14:tracePt t="54724" x="2420938" y="3321050"/>
          <p14:tracePt t="54729" x="2395538" y="3282950"/>
          <p14:tracePt t="54739" x="2351088" y="3205163"/>
          <p14:tracePt t="54747" x="2332038" y="3167063"/>
          <p14:tracePt t="54755" x="2306638" y="3128963"/>
          <p14:tracePt t="54763" x="2281238" y="3090863"/>
          <p14:tracePt t="54773" x="2249488" y="3052763"/>
          <p14:tracePt t="54783" x="2192338" y="2982913"/>
          <p14:tracePt t="54797" x="2166938" y="2951163"/>
          <p14:tracePt t="54799" x="2141538" y="2913063"/>
          <p14:tracePt t="54810" x="2122488" y="2887663"/>
          <p14:tracePt t="54813" x="2109788" y="2862263"/>
          <p14:tracePt t="54825" x="2097088" y="2836863"/>
          <p14:tracePt t="54829" x="2084388" y="2817813"/>
          <p14:tracePt t="54842" x="2071688" y="2792413"/>
          <p14:tracePt t="54845" x="2058988" y="2771775"/>
          <p14:tracePt t="54858" x="2051050" y="2759075"/>
          <p14:tracePt t="54863" x="2051050" y="2746375"/>
          <p14:tracePt t="54875" x="2051050" y="2733675"/>
          <p14:tracePt t="55307" x="2065338" y="2733675"/>
          <p14:tracePt t="55317" x="2084388" y="2733675"/>
          <p14:tracePt t="55322" x="2128838" y="2727325"/>
          <p14:tracePt t="55338" x="2179638" y="2727325"/>
          <p14:tracePt t="55339" x="2236788" y="2727325"/>
          <p14:tracePt t="55355" x="2370138" y="2727325"/>
          <p14:tracePt t="55366" x="2459038" y="2727325"/>
          <p14:tracePt t="55372" x="2543175" y="2727325"/>
          <p14:tracePt t="55379" x="2638425" y="2727325"/>
          <p14:tracePt t="55387" x="2720975" y="2727325"/>
          <p14:tracePt t="55394" x="2803525" y="2727325"/>
          <p14:tracePt t="55403" x="2892425" y="2727325"/>
          <p14:tracePt t="55411" x="2976563" y="2727325"/>
          <p14:tracePt t="55413" x="3052763" y="2727325"/>
          <p14:tracePt t="55423" x="3116263" y="2733675"/>
          <p14:tracePt t="55439" x="3243263" y="2752725"/>
          <p14:tracePt t="55450" x="3300413" y="2752725"/>
          <p14:tracePt t="55455" x="3344863" y="2759075"/>
          <p14:tracePt t="55467" x="3389313" y="2765425"/>
          <p14:tracePt t="55469" x="3414713" y="2765425"/>
          <p14:tracePt t="55483" x="3427413" y="2771775"/>
          <p14:tracePt t="55495" x="3435350" y="2771775"/>
          <p14:tracePt t="55636" x="3441700" y="2771775"/>
          <p14:tracePt t="55670" x="3448050" y="2771775"/>
          <p14:tracePt t="55995" x="3454400" y="2771775"/>
          <p14:tracePt t="56003" x="3467100" y="2771775"/>
          <p14:tracePt t="56011" x="3498850" y="2759075"/>
          <p14:tracePt t="56013" x="3549650" y="2746375"/>
          <p14:tracePt t="56027" x="3613150" y="2714625"/>
          <p14:tracePt t="56029" x="3702050" y="2689225"/>
          <p14:tracePt t="56042" x="3790950" y="2651125"/>
          <p14:tracePt t="56046" x="3873500" y="2625725"/>
          <p14:tracePt t="56056" x="3963988" y="2600325"/>
          <p14:tracePt t="56062" x="4052888" y="2574925"/>
          <p14:tracePt t="56074" x="4129088" y="2549525"/>
          <p14:tracePt t="56078" x="4205288" y="2524125"/>
          <p14:tracePt t="56090" x="4281488" y="2505075"/>
          <p14:tracePt t="56095" x="4338638" y="2492375"/>
          <p14:tracePt t="56104" x="4391025" y="2473325"/>
          <p14:tracePt t="56111" x="4435475" y="2466975"/>
          <p14:tracePt t="56123" x="4473575" y="2454275"/>
          <p14:tracePt t="56129" x="4518025" y="2441575"/>
          <p14:tracePt t="56139" x="4524375" y="2441575"/>
          <p14:tracePt t="56146" x="4530725" y="2441575"/>
          <p14:tracePt t="56153" x="4537075" y="2435225"/>
          <p14:tracePt t="56252" x="4543425" y="2435225"/>
          <p14:tracePt t="56263" x="4556125" y="2435225"/>
          <p14:tracePt t="56266" x="4568825" y="2435225"/>
          <p14:tracePt t="56283" x="4594225" y="2435225"/>
          <p14:tracePt t="56287" x="4625975" y="2435225"/>
          <p14:tracePt t="56292" x="4651375" y="2428875"/>
          <p14:tracePt t="56297" x="4683125" y="2428875"/>
          <p14:tracePt t="56312" x="4740275" y="2428875"/>
          <p14:tracePt t="56325" x="4759325" y="2428875"/>
          <p14:tracePt t="56329" x="4772025" y="2428875"/>
          <p14:tracePt t="56341" x="4778375" y="2428875"/>
          <p14:tracePt t="56809" x="4765675" y="2428875"/>
          <p14:tracePt t="56819" x="4746625" y="2428875"/>
          <p14:tracePt t="56825" x="4733925" y="2428875"/>
          <p14:tracePt t="56834" x="4714875" y="2428875"/>
          <p14:tracePt t="56838" x="4689475" y="2428875"/>
          <p14:tracePt t="56851" x="4670425" y="2435225"/>
          <p14:tracePt t="56853" x="4645025" y="2454275"/>
          <p14:tracePt t="56868" x="4600575" y="2479675"/>
          <p14:tracePt t="56883" x="4594225" y="2505075"/>
          <p14:tracePt t="56893" x="4600575" y="2511425"/>
          <p14:tracePt t="56898" x="4625975" y="2517775"/>
          <p14:tracePt t="56910" x="4670425" y="2536825"/>
          <p14:tracePt t="56922" x="4702175" y="2543175"/>
          <p14:tracePt t="56926" x="4759325" y="2555875"/>
          <p14:tracePt t="56941" x="4811713" y="2555875"/>
          <p14:tracePt t="56943" x="4887913" y="2555875"/>
          <p14:tracePt t="56955" x="4964113" y="2555875"/>
          <p14:tracePt t="56956" x="5033963" y="2549525"/>
          <p14:tracePt t="56963" x="5103813" y="2543175"/>
          <p14:tracePt t="56970" x="5154613" y="2536825"/>
          <p14:tracePt t="56977" x="5192713" y="2530475"/>
          <p14:tracePt t="56989" x="5211763" y="2530475"/>
          <p14:tracePt t="56990" x="5218113" y="2524125"/>
          <p14:tracePt t="57006" x="5224463" y="2511425"/>
          <p14:tracePt t="57013" x="5224463" y="2505075"/>
          <p14:tracePt t="57023" x="5224463" y="2492375"/>
          <p14:tracePt t="57040" x="5224463" y="2486025"/>
          <p14:tracePt t="57045" x="5211763" y="2479675"/>
          <p14:tracePt t="57055" x="5199063" y="2479675"/>
          <p14:tracePt t="57061" x="5192713" y="2473325"/>
          <p14:tracePt t="57073" x="5186363" y="2473325"/>
          <p14:tracePt t="57154" x="5205413" y="2479675"/>
          <p14:tracePt t="57159" x="5230813" y="2492375"/>
          <p14:tracePt t="57171" x="5276850" y="2498725"/>
          <p14:tracePt t="57175" x="5334000" y="2517775"/>
          <p14:tracePt t="57190" x="5416550" y="2530475"/>
          <p14:tracePt t="57192" x="5511800" y="2549525"/>
          <p14:tracePt t="57207" x="5780088" y="2600325"/>
          <p14:tracePt t="57219" x="5945188" y="2619375"/>
          <p14:tracePt t="57223" x="6103938" y="2644775"/>
          <p14:tracePt t="57237" x="6480175" y="2701925"/>
          <p14:tracePt t="57245" x="6646863" y="2733675"/>
          <p14:tracePt t="57257" x="6818313" y="2765425"/>
          <p14:tracePt t="57261" x="6945313" y="2798763"/>
          <p14:tracePt t="57274" x="7053263" y="2824163"/>
          <p14:tracePt t="57277" x="7150100" y="2843213"/>
          <p14:tracePt t="57285" x="7226300" y="2862263"/>
          <p14:tracePt t="57293" x="7289800" y="2868613"/>
          <p14:tracePt t="57307" x="7366000" y="2881313"/>
          <p14:tracePt t="57463" x="7372350" y="2881313"/>
          <p14:tracePt t="57466" x="7385050" y="2881313"/>
          <p14:tracePt t="57476" x="7391400" y="2881313"/>
          <p14:tracePt t="57486" x="7410450" y="2881313"/>
          <p14:tracePt t="57494" x="7435850" y="2881313"/>
          <p14:tracePt t="57502" x="7448550" y="2881313"/>
          <p14:tracePt t="57508" x="7467600" y="2881313"/>
          <p14:tracePt t="57513" x="7480300" y="2881313"/>
          <p14:tracePt t="57559" x="7480300" y="2874963"/>
          <p14:tracePt t="57568" x="7461250" y="2849563"/>
          <p14:tracePt t="57574" x="7435850" y="2824163"/>
          <p14:tracePt t="57590" x="7410450" y="2784475"/>
          <p14:tracePt t="57592" x="7397750" y="2765425"/>
          <p14:tracePt t="57595" x="7385050" y="2746375"/>
          <p14:tracePt t="57602" x="7366000" y="2733675"/>
          <p14:tracePt t="57611" x="7353300" y="2720975"/>
          <p14:tracePt t="57613" x="7346950" y="2708275"/>
          <p14:tracePt t="57625" x="7346950" y="2701925"/>
          <p14:tracePt t="57629" x="7346950" y="2689225"/>
          <p14:tracePt t="57639" x="7346950" y="2676525"/>
          <p14:tracePt t="57645" x="7346950" y="2670175"/>
          <p14:tracePt t="57655" x="7353300" y="2657475"/>
          <p14:tracePt t="57660" x="7359650" y="2638425"/>
          <p14:tracePt t="57671" x="7372350" y="2619375"/>
          <p14:tracePt t="57675" x="7378700" y="2600325"/>
          <p14:tracePt t="57680" x="7385050" y="2587625"/>
          <p14:tracePt t="57691" x="7391400" y="2568575"/>
          <p14:tracePt t="57697" x="7391400" y="2549525"/>
          <p14:tracePt t="57708" x="7391400" y="2543175"/>
          <p14:tracePt t="57716" x="7372350" y="2524125"/>
          <p14:tracePt t="57724" x="7353300" y="2505075"/>
          <p14:tracePt t="57729" x="7315200" y="2479675"/>
          <p14:tracePt t="57741" x="7258050" y="2441575"/>
          <p14:tracePt t="57746" x="7213600" y="2416175"/>
          <p14:tracePt t="57760" x="7150100" y="2390775"/>
          <p14:tracePt t="57764" x="7092950" y="2378075"/>
          <p14:tracePt t="57774" x="7034213" y="2351088"/>
          <p14:tracePt t="57779" x="6989763" y="2344738"/>
          <p14:tracePt t="57791" x="6951663" y="2332038"/>
          <p14:tracePt t="57794" x="6932613" y="2325688"/>
          <p14:tracePt t="57849" x="6951663" y="2325688"/>
          <p14:tracePt t="57855" x="6970713" y="2332038"/>
          <p14:tracePt t="57860" x="7002463" y="2332038"/>
          <p14:tracePt t="57873" x="7046913" y="2338388"/>
          <p14:tracePt t="57877" x="7112000" y="2351088"/>
          <p14:tracePt t="57890" x="7175500" y="2351088"/>
          <p14:tracePt t="57896" x="7239000" y="2351088"/>
          <p14:tracePt t="57903" x="7289800" y="2351088"/>
          <p14:tracePt t="57911" x="7321550" y="2351088"/>
          <p14:tracePt t="57916" x="7346950" y="2351088"/>
          <p14:tracePt t="57959" x="7340600" y="2351088"/>
          <p14:tracePt t="57970" x="7327900" y="2344738"/>
          <p14:tracePt t="57977" x="7296150" y="2338388"/>
          <p14:tracePt t="57983" x="7251700" y="2338388"/>
          <p14:tracePt t="57993" x="7194550" y="2338388"/>
          <p14:tracePt t="57997" x="7150100" y="2365375"/>
          <p14:tracePt t="58007" x="7112000" y="2378075"/>
          <p14:tracePt t="58010" x="7085013" y="2397125"/>
          <p14:tracePt t="58023" x="7065963" y="2416175"/>
          <p14:tracePt t="58027" x="7059613" y="2428875"/>
          <p14:tracePt t="58042" x="7059613" y="2447925"/>
          <p14:tracePt t="58055" x="7072313" y="2454275"/>
          <p14:tracePt t="58059" x="7099300" y="2454275"/>
          <p14:tracePt t="58076" x="7137400" y="2473325"/>
          <p14:tracePt t="58078" x="7162800" y="2479675"/>
          <p14:tracePt t="58091" x="7207250" y="2479675"/>
          <p14:tracePt t="58095" x="7239000" y="2486025"/>
          <p14:tracePt t="58097" x="7283450" y="2486025"/>
          <p14:tracePt t="58110" x="7315200" y="2486025"/>
          <p14:tracePt t="58124" x="7353300" y="2486025"/>
          <p14:tracePt t="58145" x="7353300" y="2473325"/>
          <p14:tracePt t="58159" x="7334250" y="2454275"/>
          <p14:tracePt t="58174" x="7308850" y="2435225"/>
          <p14:tracePt t="58179" x="7283450" y="2422525"/>
          <p14:tracePt t="58189" x="7251700" y="2422525"/>
          <p14:tracePt t="58195" x="7207250" y="2416175"/>
          <p14:tracePt t="58205" x="7162800" y="2416175"/>
          <p14:tracePt t="58209" x="7105650" y="2416175"/>
          <p14:tracePt t="58213" x="7059613" y="2416175"/>
          <p14:tracePt t="58226" x="7027863" y="2428875"/>
          <p14:tracePt t="58229" x="6989763" y="2441575"/>
          <p14:tracePt t="58242" x="6970713" y="2454275"/>
          <p14:tracePt t="58245" x="6958013" y="2479675"/>
          <p14:tracePt t="58259" x="6951663" y="2498725"/>
          <p14:tracePt t="58262" x="6951663" y="2524125"/>
          <p14:tracePt t="58275" x="6964363" y="2543175"/>
          <p14:tracePt t="58278" x="7002463" y="2568575"/>
          <p14:tracePt t="58290" x="7143750" y="2619375"/>
          <p14:tracePt t="58305" x="7245350" y="2638425"/>
          <p14:tracePt t="58309" x="7346950" y="2651125"/>
          <p14:tracePt t="58319" x="7467600" y="2663825"/>
          <p14:tracePt t="58325" x="7551738" y="2670175"/>
          <p14:tracePt t="58334" x="7634288" y="2670175"/>
          <p14:tracePt t="58339" x="7697788" y="2670175"/>
          <p14:tracePt t="58346" x="7742238" y="2670175"/>
          <p14:tracePt t="58362" x="7742238" y="2651125"/>
          <p14:tracePt t="58366" x="7742238" y="2625725"/>
          <p14:tracePt t="58376" x="7742238" y="2600325"/>
          <p14:tracePt t="58379" x="7729538" y="2574925"/>
          <p14:tracePt t="58390" x="7691438" y="2511425"/>
          <p14:tracePt t="58405" x="7666038" y="2486025"/>
          <p14:tracePt t="58408" x="7634288" y="2454275"/>
          <p14:tracePt t="58415" x="7596188" y="2422525"/>
          <p14:tracePt t="58422" x="7570788" y="2403475"/>
          <p14:tracePt t="58432" x="7531100" y="2384425"/>
          <p14:tracePt t="58441" x="7499350" y="2365375"/>
          <p14:tracePt t="58445" x="7480300" y="2359025"/>
          <p14:tracePt t="58458" x="7467600" y="2351088"/>
          <p14:tracePt t="58461" x="7454900" y="2351088"/>
          <p14:tracePt t="60270" x="7448550" y="2351088"/>
          <p14:tracePt t="60281" x="7442200" y="2351088"/>
          <p14:tracePt t="60289" x="7423150" y="2351088"/>
          <p14:tracePt t="60292" x="7391400" y="2359025"/>
          <p14:tracePt t="60307" x="7334250" y="2378075"/>
          <p14:tracePt t="60309" x="7270750" y="2384425"/>
          <p14:tracePt t="60321" x="7181850" y="2403475"/>
          <p14:tracePt t="60323" x="7092950" y="2428875"/>
          <p14:tracePt t="60339" x="6894513" y="2460625"/>
          <p14:tracePt t="60350" x="6786563" y="2479675"/>
          <p14:tracePt t="60355" x="6672263" y="2492375"/>
          <p14:tracePt t="60369" x="6378575" y="2511425"/>
          <p14:tracePt t="60377" x="6200775" y="2524125"/>
          <p14:tracePt t="60387" x="6021388" y="2524125"/>
          <p14:tracePt t="60394" x="5868988" y="2530475"/>
          <p14:tracePt t="60397" x="5708650" y="2543175"/>
          <p14:tracePt t="60409" x="5543550" y="2562225"/>
          <p14:tracePt t="60413" x="5429250" y="2574925"/>
          <p14:tracePt t="60426" x="5321300" y="2593975"/>
          <p14:tracePt t="60431" x="5224463" y="2606675"/>
          <p14:tracePt t="60446" x="5160963" y="2625725"/>
          <p14:tracePt t="60449" x="5091113" y="2632075"/>
          <p14:tracePt t="60457" x="5046663" y="2638425"/>
          <p14:tracePt t="60463" x="5027613" y="2644775"/>
          <p14:tracePt t="60722" x="5008563" y="2644775"/>
          <p14:tracePt t="60732" x="4976813" y="2644775"/>
          <p14:tracePt t="60736" x="4919663" y="2644775"/>
          <p14:tracePt t="60746" x="4856163" y="2638425"/>
          <p14:tracePt t="60760" x="4778375" y="2638425"/>
          <p14:tracePt t="60763" x="4714875" y="2638425"/>
          <p14:tracePt t="60778" x="4651375" y="2625725"/>
          <p14:tracePt t="60781" x="4600575" y="2625725"/>
          <p14:tracePt t="60790" x="4568825" y="2625725"/>
          <p14:tracePt t="60795" x="4543425" y="2625725"/>
          <p14:tracePt t="60895" x="4562475" y="2625725"/>
          <p14:tracePt t="60899" x="4581525" y="2632075"/>
          <p14:tracePt t="60904" x="4600575" y="2638425"/>
          <p14:tracePt t="60916" x="4625975" y="2651125"/>
          <p14:tracePt t="60929" x="4657725" y="2657475"/>
          <p14:tracePt t="60931" x="4683125" y="2663825"/>
          <p14:tracePt t="60945" x="4727575" y="2670175"/>
          <p14:tracePt t="60950" x="4772025" y="2682875"/>
          <p14:tracePt t="60961" x="4900613" y="2695575"/>
          <p14:tracePt t="60966" x="4970463" y="2701925"/>
          <p14:tracePt t="60981" x="5021263" y="2714625"/>
          <p14:tracePt t="60984" x="5078413" y="2720975"/>
          <p14:tracePt t="60995" x="5103813" y="2720975"/>
          <p14:tracePt t="60999" x="5116513" y="2720975"/>
          <p14:tracePt t="61010" x="5160963" y="2720975"/>
          <p14:tracePt t="61013" x="5173663" y="2720975"/>
          <p14:tracePt t="61376" x="5180013" y="2720975"/>
          <p14:tracePt t="61382" x="5186363" y="2720975"/>
          <p14:tracePt t="61433" x="5192713" y="2720975"/>
          <p14:tracePt t="61443" x="5199063" y="2714625"/>
          <p14:tracePt t="61448" x="5211763" y="2714625"/>
          <p14:tracePt t="61460" x="5230813" y="2708275"/>
          <p14:tracePt t="61463" x="5256213" y="2701925"/>
          <p14:tracePt t="61476" x="5289550" y="2695575"/>
          <p14:tracePt t="61479" x="5321300" y="2682875"/>
          <p14:tracePt t="61491" x="5353050" y="2670175"/>
          <p14:tracePt t="61495" x="5397500" y="2657475"/>
          <p14:tracePt t="61505" x="5441950" y="2651125"/>
          <p14:tracePt t="61507" x="5480050" y="2644775"/>
          <p14:tracePt t="61521" x="5524500" y="2638425"/>
          <p14:tracePt t="61525" x="5549900" y="2632075"/>
          <p14:tracePt t="61539" x="5575300" y="2632075"/>
          <p14:tracePt t="61897" x="5581650" y="2632075"/>
          <p14:tracePt t="61913" x="5588000" y="2632075"/>
          <p14:tracePt t="61930" x="5594350" y="2632075"/>
          <p14:tracePt t="61967" x="5588000" y="2638425"/>
          <p14:tracePt t="61971" x="5575300" y="2644775"/>
          <p14:tracePt t="61990" x="5562600" y="2651125"/>
          <p14:tracePt t="62006" x="5556250" y="2651125"/>
          <p14:tracePt t="63403" x="5568950" y="2651125"/>
          <p14:tracePt t="63419" x="5619750" y="2657475"/>
          <p14:tracePt t="63425" x="5664200" y="2670175"/>
          <p14:tracePt t="63429" x="5716588" y="2670175"/>
          <p14:tracePt t="63442" x="5780088" y="2676525"/>
          <p14:tracePt t="63446" x="5856288" y="2676525"/>
          <p14:tracePt t="63459" x="5932488" y="2682875"/>
          <p14:tracePt t="63461" x="6015038" y="2682875"/>
          <p14:tracePt t="63472" x="6091238" y="2682875"/>
          <p14:tracePt t="63477" x="6161088" y="2695575"/>
          <p14:tracePt t="63490" x="6238875" y="2695575"/>
          <p14:tracePt t="63494" x="6315075" y="2701925"/>
          <p14:tracePt t="63500" x="6378575" y="2701925"/>
          <p14:tracePt t="63507" x="6442075" y="2701925"/>
          <p14:tracePt t="63513" x="6473825" y="2701925"/>
          <p14:tracePt t="63525" x="6499225" y="2701925"/>
          <p14:tracePt t="63530" x="6505575" y="2701925"/>
          <p14:tracePt t="63603" x="6511925" y="2701925"/>
          <p14:tracePt t="63622" x="6518275" y="2701925"/>
          <p14:tracePt t="63640" x="6530975" y="2701925"/>
          <p14:tracePt t="63645" x="6543675" y="2695575"/>
          <p14:tracePt t="63649" x="6550025" y="2695575"/>
          <p14:tracePt t="63659" x="6569075" y="2695575"/>
          <p14:tracePt t="63670" x="6588125" y="2695575"/>
          <p14:tracePt t="63675" x="6619875" y="2695575"/>
          <p14:tracePt t="63679" x="6659563" y="2695575"/>
          <p14:tracePt t="63692" x="6716713" y="2695575"/>
          <p14:tracePt t="63695" x="6786563" y="2695575"/>
          <p14:tracePt t="63709" x="6862763" y="2695575"/>
          <p14:tracePt t="63713" x="6945313" y="2695575"/>
          <p14:tracePt t="63725" x="7034213" y="2695575"/>
          <p14:tracePt t="63728" x="7105650" y="2695575"/>
          <p14:tracePt t="63741" x="7200900" y="2695575"/>
          <p14:tracePt t="63756" x="7226300" y="2695575"/>
          <p14:tracePt t="63758" x="7251700" y="2695575"/>
          <p14:tracePt t="63765" x="7270750" y="2695575"/>
          <p14:tracePt t="63781" x="7283450" y="2689225"/>
          <p14:tracePt t="63792" x="7289800" y="2689225"/>
          <p14:tracePt t="63886" x="7296150" y="2689225"/>
          <p14:tracePt t="63892" x="7296150" y="2682875"/>
          <p14:tracePt t="63905" x="7308850" y="2682875"/>
          <p14:tracePt t="63908" x="7308850" y="2676525"/>
          <p14:tracePt t="63924" x="7315200" y="2676525"/>
          <p14:tracePt t="63925" x="7321550" y="2676525"/>
          <p14:tracePt t="63945" x="7334250" y="2676525"/>
          <p14:tracePt t="63947" x="7340600" y="2670175"/>
          <p14:tracePt t="63973" x="7346950" y="2670175"/>
          <p14:tracePt t="63979" x="7353300" y="2663825"/>
          <p14:tracePt t="64006" x="7359650" y="2657475"/>
          <p14:tracePt t="65940" x="7353300" y="2676525"/>
          <p14:tracePt t="65949" x="7327900" y="2714625"/>
          <p14:tracePt t="65955" x="7308850" y="2746375"/>
          <p14:tracePt t="65970" x="7277100" y="2784475"/>
          <p14:tracePt t="65977" x="7245350" y="2836863"/>
          <p14:tracePt t="65979" x="7207250" y="2887663"/>
          <p14:tracePt t="65993" x="7156450" y="2932113"/>
          <p14:tracePt t="65996" x="7092950" y="3001963"/>
          <p14:tracePt t="66010" x="7021513" y="3052763"/>
          <p14:tracePt t="66013" x="6945313" y="3116263"/>
          <p14:tracePt t="66025" x="6875463" y="3160713"/>
          <p14:tracePt t="66030" x="6811963" y="3192463"/>
          <p14:tracePt t="66039" x="6742113" y="3225800"/>
          <p14:tracePt t="66043" x="6684963" y="3251200"/>
          <p14:tracePt t="66056" x="6562725" y="3282950"/>
          <p14:tracePt t="66070" x="6499225" y="3302000"/>
          <p14:tracePt t="66073" x="6423025" y="3308350"/>
          <p14:tracePt t="66089" x="6251575" y="3333750"/>
          <p14:tracePt t="66096" x="6161088" y="3333750"/>
          <p14:tracePt t="66107" x="6065838" y="3346450"/>
          <p14:tracePt t="66113" x="5964238" y="3352800"/>
          <p14:tracePt t="66123" x="5868988" y="3359150"/>
          <p14:tracePt t="66130" x="5748338" y="3378200"/>
          <p14:tracePt t="66132" x="5638800" y="3378200"/>
          <p14:tracePt t="66145" x="5353050" y="3403600"/>
          <p14:tracePt t="66155" x="5230813" y="3416300"/>
          <p14:tracePt t="66157" x="5116513" y="3416300"/>
          <p14:tracePt t="66174" x="4887913" y="3422650"/>
          <p14:tracePt t="66182" x="4772025" y="3422650"/>
          <p14:tracePt t="66192" x="4657725" y="3422650"/>
          <p14:tracePt t="66200" x="4549775" y="3422650"/>
          <p14:tracePt t="66214" x="4448175" y="3422650"/>
          <p14:tracePt t="66218" x="4352925" y="3422650"/>
          <p14:tracePt t="66229" x="4256088" y="3422650"/>
          <p14:tracePt t="66232" x="4160838" y="3422650"/>
          <p14:tracePt t="66246" x="4084638" y="3422650"/>
          <p14:tracePt t="66249" x="4008438" y="3422650"/>
          <p14:tracePt t="66259" x="3938588" y="3409950"/>
          <p14:tracePt t="66261" x="3879850" y="3409950"/>
          <p14:tracePt t="66267" x="3835400" y="3403600"/>
          <p14:tracePt t="66273" x="3810000" y="3397250"/>
          <p14:tracePt t="66290" x="3784600" y="3397250"/>
          <p14:tracePt t="66296" x="3771900" y="3397250"/>
          <p14:tracePt t="66308" x="3759200" y="3390900"/>
          <p14:tracePt t="66323" x="3746500" y="3390900"/>
          <p14:tracePt t="66326" x="3727450" y="3390900"/>
          <p14:tracePt t="66340" x="3676650" y="3384550"/>
          <p14:tracePt t="66348" x="3651250" y="3384550"/>
          <p14:tracePt t="66358" x="3619500" y="3378200"/>
          <p14:tracePt t="66362" x="3587750" y="3378200"/>
          <p14:tracePt t="66375" x="3479800" y="3378200"/>
          <p14:tracePt t="66385" x="3408363" y="3378200"/>
          <p14:tracePt t="66395" x="3332163" y="3378200"/>
          <p14:tracePt t="66400" x="3255963" y="3378200"/>
          <p14:tracePt t="66411" x="3173413" y="3378200"/>
          <p14:tracePt t="66414" x="3078163" y="3378200"/>
          <p14:tracePt t="66427" x="2995613" y="3378200"/>
          <p14:tracePt t="66430" x="2911475" y="3378200"/>
          <p14:tracePt t="66437" x="2822575" y="3378200"/>
          <p14:tracePt t="66446" x="2727325" y="3378200"/>
          <p14:tracePt t="66454" x="2644775" y="3378200"/>
          <p14:tracePt t="66463" x="2562225" y="3378200"/>
          <p14:tracePt t="66464" x="2484438" y="3378200"/>
          <p14:tracePt t="66473" x="2408238" y="3378200"/>
          <p14:tracePt t="66480" x="2344738" y="3378200"/>
          <p14:tracePt t="66493" x="2293938" y="3378200"/>
          <p14:tracePt t="66499" x="2243138" y="3378200"/>
          <p14:tracePt t="66513" x="2205038" y="3378200"/>
          <p14:tracePt t="66517" x="2185988" y="3378200"/>
          <p14:tracePt t="66522" x="2179638" y="3378200"/>
          <p14:tracePt t="66529" x="2173288" y="3378200"/>
          <p14:tracePt t="66536" x="2166938" y="3378200"/>
          <p14:tracePt t="66629" x="2160588" y="3378200"/>
          <p14:tracePt t="66633" x="2154238" y="3378200"/>
          <p14:tracePt t="66644" x="2141538" y="3378200"/>
          <p14:tracePt t="66648" x="2116138" y="3378200"/>
          <p14:tracePt t="66665" x="2097088" y="3378200"/>
          <p14:tracePt t="66669" x="2065338" y="3378200"/>
          <p14:tracePt t="66672" x="2025650" y="3378200"/>
          <p14:tracePt t="66684" x="1993900" y="3371850"/>
          <p14:tracePt t="66686" x="1968500" y="3371850"/>
          <p14:tracePt t="66699" x="1955800" y="3371850"/>
          <p14:tracePt t="66702" x="1943100" y="3371850"/>
          <p14:tracePt t="66713" x="1930400" y="3371850"/>
          <p14:tracePt t="66718" x="1924050" y="3371850"/>
          <p14:tracePt t="66729" x="1917700" y="3371850"/>
          <p14:tracePt t="66731" x="1911350" y="3371850"/>
          <p14:tracePt t="66744" x="1905000" y="3371850"/>
          <p14:tracePt t="66747" x="1898650" y="3371850"/>
          <p14:tracePt t="66760" x="1892300" y="3365500"/>
          <p14:tracePt t="66775" x="1885950" y="3365500"/>
          <p14:tracePt t="66794" x="1873250" y="3359150"/>
          <p14:tracePt t="66810" x="1873250" y="3352800"/>
          <p14:tracePt t="66819" x="1866900" y="3352800"/>
          <p14:tracePt t="66832" x="1860550" y="3352800"/>
          <p14:tracePt t="66837" x="1847850" y="3352800"/>
          <p14:tracePt t="66847" x="1828800" y="3346450"/>
          <p14:tracePt t="66857" x="1816100" y="3340100"/>
          <p14:tracePt t="66864" x="1790700" y="3333750"/>
          <p14:tracePt t="66874" x="1765300" y="3333750"/>
          <p14:tracePt t="66880" x="1733550" y="3327400"/>
          <p14:tracePt t="66890" x="1689100" y="3321050"/>
          <p14:tracePt t="66897" x="1631950" y="3308350"/>
          <p14:tracePt t="66909" x="1592263" y="3308350"/>
          <p14:tracePt t="66914" x="1573213" y="3308350"/>
          <p14:tracePt t="66924" x="1547813" y="3302000"/>
          <p14:tracePt t="66930" x="1528763" y="3302000"/>
          <p14:tracePt t="66941" x="1516063" y="3295650"/>
          <p14:tracePt t="66946" x="1509713" y="3295650"/>
          <p14:tracePt t="66956" x="1503363" y="3295650"/>
          <p14:tracePt t="67813" x="1516063" y="3295650"/>
          <p14:tracePt t="67827" x="1554163" y="3295650"/>
          <p14:tracePt t="67840" x="1573213" y="3295650"/>
          <p14:tracePt t="67852" x="1638300" y="3295650"/>
          <p14:tracePt t="67856" x="1682750" y="3295650"/>
          <p14:tracePt t="67870" x="1727200" y="3295650"/>
          <p14:tracePt t="67880" x="1778000" y="3295650"/>
          <p14:tracePt t="67887" x="1835150" y="3295650"/>
          <p14:tracePt t="67893" x="1898650" y="3295650"/>
          <p14:tracePt t="67898" x="1949450" y="3295650"/>
          <p14:tracePt t="67907" x="1993900" y="3289300"/>
          <p14:tracePt t="67913" x="2051050" y="3289300"/>
          <p14:tracePt t="67922" x="2090738" y="3289300"/>
          <p14:tracePt t="67929" x="2128838" y="3289300"/>
          <p14:tracePt t="67937" x="2147888" y="3289300"/>
          <p14:tracePt t="67946" x="2166938" y="3289300"/>
          <p14:tracePt t="68444" x="2173288" y="3289300"/>
          <p14:tracePt t="68458" x="2185988" y="3289300"/>
          <p14:tracePt t="68472" x="2205038" y="3289300"/>
          <p14:tracePt t="68475" x="2217738" y="3289300"/>
          <p14:tracePt t="68488" x="2243138" y="3289300"/>
          <p14:tracePt t="68497" x="2268538" y="3289300"/>
          <p14:tracePt t="68506" x="2274888" y="3289300"/>
          <p14:tracePt t="68513" x="2287588" y="3289300"/>
          <p14:tracePt t="68528" x="2293938" y="3282950"/>
          <p14:tracePt t="68541" x="2300288" y="3282950"/>
          <p14:tracePt t="72625" x="2300288" y="3270250"/>
          <p14:tracePt t="72625" x="2274888" y="3244850"/>
          <p14:tracePt t="72625" x="2224088" y="3211513"/>
          <p14:tracePt t="72625" x="2179638" y="3173413"/>
          <p14:tracePt t="72625" x="2128838" y="3141663"/>
          <p14:tracePt t="72625" x="2078038" y="3109913"/>
          <p14:tracePt t="72625" x="2044700" y="3084513"/>
          <p14:tracePt t="72625" x="2012950" y="3071813"/>
          <p14:tracePt t="72625" x="2000250" y="3059113"/>
          <p14:tracePt t="72625" x="1993900" y="3059113"/>
          <p14:tracePt t="72625" x="1981200" y="3059113"/>
          <p14:tracePt t="72625" x="1974850" y="3059113"/>
          <p14:tracePt t="72625" x="1968500" y="3059113"/>
          <p14:tracePt t="72625" x="1955800" y="3059113"/>
          <p14:tracePt t="72625" x="1930400" y="3059113"/>
          <p14:tracePt t="72625" x="1898650" y="3059113"/>
          <p14:tracePt t="72625" x="1835150" y="3059113"/>
          <p14:tracePt t="72625" x="1771650" y="3059113"/>
          <p14:tracePt t="72625" x="1727200" y="3065463"/>
          <p14:tracePt t="72625" x="1689100" y="3078163"/>
          <p14:tracePt t="72625" x="1644650" y="3097213"/>
          <p14:tracePt t="72625" x="1592263" y="3116263"/>
          <p14:tracePt t="72625" x="1566863" y="3128963"/>
          <p14:tracePt t="72625" x="1535113" y="3148013"/>
          <p14:tracePt t="72625" x="1509713" y="3154363"/>
          <p14:tracePt t="72625" x="1490663" y="3167063"/>
          <p14:tracePt t="72625" x="1484313" y="3167063"/>
          <p14:tracePt t="72625" x="1471613" y="3173413"/>
          <p14:tracePt t="72625" x="1465263" y="3179763"/>
          <p14:tracePt t="72625" x="1458913" y="3179763"/>
          <p14:tracePt t="72625" x="1446213" y="3179763"/>
          <p14:tracePt t="72625" x="1427163" y="3179763"/>
          <p14:tracePt t="72625" x="1395413" y="3173413"/>
          <p14:tracePt t="72625" x="1370013" y="3167063"/>
          <p14:tracePt t="72625" x="1325563" y="3148013"/>
          <p14:tracePt t="72625" x="1243013" y="3122613"/>
          <p14:tracePt t="72625" x="1198563" y="3103563"/>
          <p14:tracePt t="72625" x="1139825" y="3084513"/>
          <p14:tracePt t="72625" x="1082675" y="3065463"/>
          <p14:tracePt t="72625" x="1031875" y="3046413"/>
          <p14:tracePt t="72625" x="981075" y="3027363"/>
          <p14:tracePt t="72625" x="936625" y="3001963"/>
          <p14:tracePt t="72625" x="885825" y="2976563"/>
          <p14:tracePt t="72625" x="860425" y="2957513"/>
          <p14:tracePt t="72625" x="822325" y="2938463"/>
          <p14:tracePt t="72625" x="784225" y="2906713"/>
          <p14:tracePt t="72625" x="746125" y="2868613"/>
          <p14:tracePt t="72625" x="714375" y="2830513"/>
          <p14:tracePt t="72625" x="688975" y="2798763"/>
          <p14:tracePt t="72625" x="655638" y="2759075"/>
          <p14:tracePt t="72625" x="623888" y="2720975"/>
          <p14:tracePt t="72625" x="604838" y="2682875"/>
          <p14:tracePt t="72625" x="585788" y="2663825"/>
          <p14:tracePt t="72625" x="566738" y="2651125"/>
          <p14:tracePt t="72625" x="541338" y="2613025"/>
          <p14:tracePt t="72625" x="515938" y="2587625"/>
          <p14:tracePt t="72625" x="509588" y="2581275"/>
          <p14:tracePt t="72625" x="503238" y="2581275"/>
          <p14:tracePt t="72625" x="496888" y="2581275"/>
          <p14:tracePt t="72625" x="477838" y="2581275"/>
          <p14:tracePt t="72625" x="458788" y="2587625"/>
          <p14:tracePt t="72625" x="433388" y="2606675"/>
          <p14:tracePt t="72625" x="388938" y="2651125"/>
          <p14:tracePt t="72625" x="350838" y="2676525"/>
          <p14:tracePt t="72625" x="312738" y="2708275"/>
          <p14:tracePt t="72625" x="268288" y="2759075"/>
          <p14:tracePt t="72625" x="177800" y="2849563"/>
          <p14:tracePt t="72625" x="133350" y="2887663"/>
          <p14:tracePt t="72625" x="82550" y="2932113"/>
          <p14:tracePt t="79509" x="88900" y="3454400"/>
          <p14:tracePt t="79520" x="152400" y="3441700"/>
          <p14:tracePt t="79524" x="215900" y="3429000"/>
          <p14:tracePt t="79535" x="274638" y="3422650"/>
          <p14:tracePt t="79541" x="325438" y="3416300"/>
          <p14:tracePt t="79554" x="395288" y="3409950"/>
          <p14:tracePt t="79568" x="414338" y="3409950"/>
          <p14:tracePt t="79687" x="420688" y="3409950"/>
          <p14:tracePt t="79694" x="433388" y="3409950"/>
          <p14:tracePt t="79702" x="446088" y="3409950"/>
          <p14:tracePt t="79711" x="465138" y="3409950"/>
          <p14:tracePt t="79722" x="484188" y="3416300"/>
          <p14:tracePt t="79731" x="528638" y="3429000"/>
          <p14:tracePt t="79751" x="579438" y="3435350"/>
          <p14:tracePt t="79765" x="636588" y="3454400"/>
          <p14:tracePt t="79780" x="661988" y="3460750"/>
          <p14:tracePt t="79781" x="695325" y="3460750"/>
          <p14:tracePt t="79790" x="720725" y="3460750"/>
          <p14:tracePt t="79798" x="746125" y="3460750"/>
          <p14:tracePt t="79807" x="771525" y="3460750"/>
          <p14:tracePt t="79814" x="803275" y="3460750"/>
          <p14:tracePt t="79819" x="828675" y="3460750"/>
          <p14:tracePt t="79826" x="841375" y="3467100"/>
          <p14:tracePt t="79835" x="866775" y="3467100"/>
          <p14:tracePt t="79842" x="892175" y="3467100"/>
          <p14:tracePt t="79851" x="911225" y="3467100"/>
          <p14:tracePt t="79858" x="930275" y="3467100"/>
          <p14:tracePt t="79866" x="955675" y="3467100"/>
          <p14:tracePt t="79876" x="993775" y="3467100"/>
          <p14:tracePt t="79889" x="1006475" y="3467100"/>
          <p14:tracePt t="82365" x="1012825" y="3467100"/>
          <p14:tracePt t="82378" x="1038225" y="3467100"/>
          <p14:tracePt t="82394" x="1050925" y="3467100"/>
          <p14:tracePt t="82399" x="1076325" y="3467100"/>
          <p14:tracePt t="82404" x="1108075" y="3467100"/>
          <p14:tracePt t="82409" x="1133475" y="3467100"/>
          <p14:tracePt t="82422" x="1160463" y="3467100"/>
          <p14:tracePt t="82425" x="1179513" y="3467100"/>
          <p14:tracePt t="82438" x="1204913" y="3467100"/>
          <p14:tracePt t="82444" x="1223963" y="3467100"/>
          <p14:tracePt t="82454" x="1243013" y="3467100"/>
          <p14:tracePt t="82469" x="1255713" y="3467100"/>
          <p14:tracePt t="82473" x="1262063" y="3467100"/>
          <p14:tracePt t="82488" x="1274763" y="3467100"/>
          <p14:tracePt t="83979" x="1281113" y="3467100"/>
          <p14:tracePt t="83989" x="1331913" y="3473450"/>
          <p14:tracePt t="83998" x="1363663" y="3473450"/>
          <p14:tracePt t="84009" x="1395413" y="3473450"/>
          <p14:tracePt t="84014" x="1439863" y="3473450"/>
          <p14:tracePt t="84025" x="1497013" y="3473450"/>
          <p14:tracePt t="84029" x="1547813" y="3473450"/>
          <p14:tracePt t="84039" x="1598613" y="3473450"/>
          <p14:tracePt t="84043" x="1657350" y="3473450"/>
          <p14:tracePt t="84053" x="1708150" y="3473450"/>
          <p14:tracePt t="84059" x="1765300" y="3473450"/>
          <p14:tracePt t="84068" x="1803400" y="3473450"/>
          <p14:tracePt t="84075" x="1828800" y="3473450"/>
          <p14:tracePt t="84078" x="1847850" y="3473450"/>
          <p14:tracePt t="84093" x="1854200" y="3473450"/>
          <p14:tracePt t="84179" x="1860550" y="3473450"/>
          <p14:tracePt t="87660" x="1866900" y="3473450"/>
          <p14:tracePt t="87669" x="1892300" y="3486150"/>
          <p14:tracePt t="87673" x="1917700" y="3492500"/>
          <p14:tracePt t="87683" x="1955800" y="3498850"/>
          <p14:tracePt t="87691" x="2000250" y="3517900"/>
          <p14:tracePt t="87699" x="2044700" y="3530600"/>
          <p14:tracePt t="87704" x="2109788" y="3536950"/>
          <p14:tracePt t="87710" x="2185988" y="3549650"/>
          <p14:tracePt t="87721" x="2262188" y="3562350"/>
          <p14:tracePt t="87725" x="2351088" y="3575050"/>
          <p14:tracePt t="87737" x="2446338" y="3581400"/>
          <p14:tracePt t="87740" x="2543175" y="3600450"/>
          <p14:tracePt t="87753" x="2638425" y="3619500"/>
          <p14:tracePt t="87756" x="2733675" y="3625850"/>
          <p14:tracePt t="87771" x="2816225" y="3646488"/>
          <p14:tracePt t="87772" x="2917825" y="3659188"/>
          <p14:tracePt t="87783" x="3001963" y="3671888"/>
          <p14:tracePt t="87787" x="3084513" y="3678238"/>
          <p14:tracePt t="87802" x="3160713" y="3684588"/>
          <p14:tracePt t="87805" x="3224213" y="3697288"/>
          <p14:tracePt t="87811" x="3281363" y="3703638"/>
          <p14:tracePt t="87820" x="3325813" y="3709988"/>
          <p14:tracePt t="87825" x="3357563" y="3709988"/>
          <p14:tracePt t="87833" x="3376613" y="3716338"/>
          <p14:tracePt t="87845" x="3382963" y="3716338"/>
          <p14:tracePt t="87932" x="3389313" y="3716338"/>
          <p14:tracePt t="87937" x="3395663" y="3709988"/>
          <p14:tracePt t="87947" x="3402013" y="3703638"/>
          <p14:tracePt t="87958" x="3408363" y="3690938"/>
          <p14:tracePt t="87968" x="3414713" y="3684588"/>
          <p14:tracePt t="87982" x="3421063" y="3678238"/>
          <p14:tracePt t="88013" x="3421063" y="3671888"/>
          <p14:tracePt t="88141" x="3414713" y="3671888"/>
          <p14:tracePt t="88146" x="3408363" y="3671888"/>
          <p14:tracePt t="88156" x="3395663" y="3671888"/>
          <p14:tracePt t="88163" x="3389313" y="3671888"/>
          <p14:tracePt t="88179" x="3363913" y="3671888"/>
          <p14:tracePt t="88185" x="3351213" y="3671888"/>
          <p14:tracePt t="88197" x="3344863" y="3671888"/>
          <p14:tracePt t="88205" x="3319463" y="3671888"/>
          <p14:tracePt t="88221" x="3287713" y="3671888"/>
          <p14:tracePt t="88237" x="3275013" y="3671888"/>
          <p14:tracePt t="88250" x="3262313" y="3671888"/>
          <p14:tracePt t="88265" x="3255963" y="3671888"/>
          <p14:tracePt t="88305" x="3249613" y="3671888"/>
          <p14:tracePt t="88603" x="3262313" y="3671888"/>
          <p14:tracePt t="88615" x="3287713" y="3671888"/>
          <p14:tracePt t="88620" x="3319463" y="3671888"/>
          <p14:tracePt t="88629" x="3363913" y="3671888"/>
          <p14:tracePt t="88632" x="3414713" y="3671888"/>
          <p14:tracePt t="88650" x="3556000" y="3671888"/>
          <p14:tracePt t="88669" x="3708400" y="3671888"/>
          <p14:tracePt t="88684" x="3867150" y="3690938"/>
          <p14:tracePt t="88696" x="3995738" y="3716338"/>
          <p14:tracePt t="88710" x="4065588" y="3722688"/>
          <p14:tracePt t="88712" x="4116388" y="3722688"/>
          <p14:tracePt t="88723" x="4160838" y="3729038"/>
          <p14:tracePt t="88727" x="4211638" y="3729038"/>
          <p14:tracePt t="88737" x="4256088" y="3729038"/>
          <p14:tracePt t="88743" x="4287838" y="3729038"/>
          <p14:tracePt t="88749" x="4332288" y="3729038"/>
          <p14:tracePt t="88753" x="4378325" y="3735388"/>
          <p14:tracePt t="88767" x="4422775" y="3735388"/>
          <p14:tracePt t="88775" x="4467225" y="3735388"/>
          <p14:tracePt t="88783" x="4498975" y="3735388"/>
          <p14:tracePt t="88789" x="4524375" y="3735388"/>
          <p14:tracePt t="88793" x="4537075" y="3735388"/>
          <p14:tracePt t="88802" x="4549775" y="3735388"/>
          <p14:tracePt t="88809" x="4562475" y="3741738"/>
          <p14:tracePt t="88817" x="4568825" y="3741738"/>
          <p14:tracePt t="88824" x="4581525" y="3741738"/>
          <p14:tracePt t="88840" x="4587875" y="3741738"/>
          <p14:tracePt t="88852" x="4594225" y="3741738"/>
          <p14:tracePt t="88891" x="4600575" y="3741738"/>
          <p14:tracePt t="88909" x="4613275" y="3748088"/>
          <p14:tracePt t="88919" x="4632325" y="3748088"/>
          <p14:tracePt t="88925" x="4651375" y="3754438"/>
          <p14:tracePt t="88937" x="4676775" y="3754438"/>
          <p14:tracePt t="88939" x="4695825" y="3760788"/>
          <p14:tracePt t="88954" x="4727575" y="3760788"/>
          <p14:tracePt t="88958" x="4772025" y="3767138"/>
          <p14:tracePt t="88970" x="4824413" y="3773488"/>
          <p14:tracePt t="88973" x="4881563" y="3773488"/>
          <p14:tracePt t="88988" x="5040313" y="3786188"/>
          <p14:tracePt t="89000" x="5122863" y="3792538"/>
          <p14:tracePt t="89005" x="5218113" y="3792538"/>
          <p14:tracePt t="89012" x="5314950" y="3798888"/>
          <p14:tracePt t="89020" x="5422900" y="3798888"/>
          <p14:tracePt t="89026" x="5537200" y="3811588"/>
          <p14:tracePt t="89036" x="5651500" y="3811588"/>
          <p14:tracePt t="89042" x="5786438" y="3817938"/>
          <p14:tracePt t="89045" x="5900738" y="3830638"/>
          <p14:tracePt t="89055" x="6034088" y="3849688"/>
          <p14:tracePt t="89063" x="6175375" y="3856038"/>
          <p14:tracePt t="89073" x="6296025" y="3875088"/>
          <p14:tracePt t="89080" x="6416675" y="3894138"/>
          <p14:tracePt t="89092" x="6537325" y="3913188"/>
          <p14:tracePt t="89095" x="6665913" y="3932238"/>
          <p14:tracePt t="89108" x="6767513" y="3951288"/>
          <p14:tracePt t="89111" x="6875463" y="3970338"/>
          <p14:tracePt t="89125" x="6983413" y="3983038"/>
          <p14:tracePt t="89128" x="7078663" y="4002088"/>
          <p14:tracePt t="89138" x="7175500" y="4008438"/>
          <p14:tracePt t="89141" x="7270750" y="4027488"/>
          <p14:tracePt t="89147" x="7359650" y="4040188"/>
          <p14:tracePt t="89158" x="7442200" y="4046538"/>
          <p14:tracePt t="89168" x="7531100" y="4065588"/>
          <p14:tracePt t="89172" x="7602538" y="4073525"/>
          <p14:tracePt t="89177" x="7666038" y="4073525"/>
          <p14:tracePt t="89189" x="7723188" y="4073525"/>
          <p14:tracePt t="89193" x="7767638" y="4079875"/>
          <p14:tracePt t="89207" x="7799388" y="4079875"/>
          <p14:tracePt t="89211" x="7824788" y="4086225"/>
          <p14:tracePt t="89221" x="7850188" y="4086225"/>
          <p14:tracePt t="89226" x="7862888" y="4086225"/>
          <p14:tracePt t="89239" x="7894638" y="4092575"/>
          <p14:tracePt t="89243" x="7907338" y="4098925"/>
          <p14:tracePt t="89258" x="7970838" y="4117975"/>
          <p14:tracePt t="89272" x="8010525" y="4130675"/>
          <p14:tracePt t="89275" x="8042275" y="4149725"/>
          <p14:tracePt t="89287" x="8080375" y="4156075"/>
          <p14:tracePt t="89290" x="8124825" y="4162425"/>
          <p14:tracePt t="89302" x="8220075" y="4194175"/>
          <p14:tracePt t="89309" x="8251825" y="4200525"/>
          <p14:tracePt t="89319" x="8289925" y="4213225"/>
          <p14:tracePt t="89325" x="8334375" y="4219575"/>
          <p14:tracePt t="89339" x="8423275" y="4238625"/>
          <p14:tracePt t="89352" x="8469313" y="4244975"/>
          <p14:tracePt t="89356" x="8526463" y="4257675"/>
          <p14:tracePt t="89366" x="8577263" y="4264025"/>
          <p14:tracePt t="89375" x="8634413" y="4270375"/>
          <p14:tracePt t="89380" x="8697913" y="4276725"/>
          <p14:tracePt t="89389" x="8761413" y="4276725"/>
          <p14:tracePt t="89394" x="8824913" y="4289425"/>
          <p14:tracePt t="89403" x="8901113" y="4295775"/>
          <p14:tracePt t="89409" x="8966200" y="4302125"/>
          <p14:tracePt t="89418" x="9029700" y="4302125"/>
          <p14:tracePt t="89426" x="9099550" y="4314825"/>
          <p14:tracePt t="129238" x="9023350" y="4346575"/>
          <p14:tracePt t="129238" x="8913813" y="4333875"/>
          <p14:tracePt t="129238" x="8799513" y="4327525"/>
          <p14:tracePt t="129238" x="8666163" y="4314825"/>
          <p14:tracePt t="129238" x="8513763" y="4314825"/>
          <p14:tracePt t="129238" x="8378825" y="4308475"/>
          <p14:tracePt t="129238" x="8239125" y="4295775"/>
          <p14:tracePt t="129238" x="8105775" y="4295775"/>
          <p14:tracePt t="129238" x="7926388" y="4276725"/>
          <p14:tracePt t="129238" x="7773988" y="4276725"/>
          <p14:tracePt t="129238" x="7423150" y="4276725"/>
          <p14:tracePt t="129238" x="7270750" y="4276725"/>
          <p14:tracePt t="129238" x="7118350" y="4276725"/>
          <p14:tracePt t="129238" x="6964363" y="4276725"/>
          <p14:tracePt t="129238" x="6831013" y="4276725"/>
          <p14:tracePt t="129238" x="6716713" y="4276725"/>
          <p14:tracePt t="129238" x="6607175" y="4276725"/>
          <p14:tracePt t="129238" x="6518275" y="4276725"/>
          <p14:tracePt t="129238" x="6365875" y="4295775"/>
          <p14:tracePt t="129238" x="6308725" y="4302125"/>
          <p14:tracePt t="129238" x="6276975" y="4302125"/>
          <p14:tracePt t="129238" x="6245225" y="4308475"/>
          <p14:tracePt t="129238" x="6219825" y="4308475"/>
          <p14:tracePt t="129238" x="6207125" y="4308475"/>
          <p14:tracePt t="129238" x="6200775" y="4308475"/>
          <p14:tracePt t="129238" x="6194425" y="4314825"/>
          <p14:tracePt t="129238" x="6188075" y="4314825"/>
          <p14:tracePt t="129238" x="6181725" y="4321175"/>
          <p14:tracePt t="129238" x="6167438" y="4321175"/>
          <p14:tracePt t="129238" x="6154738" y="4327525"/>
          <p14:tracePt t="129238" x="6122988" y="4346575"/>
          <p14:tracePt t="129238" x="6078538" y="4365625"/>
          <p14:tracePt t="129238" x="6046788" y="4384675"/>
          <p14:tracePt t="129238" x="6034088" y="4391025"/>
          <p14:tracePt t="129238" x="6021388" y="4391025"/>
          <p14:tracePt t="129238" x="6008688" y="4391025"/>
          <p14:tracePt t="129238" x="5995988" y="4397375"/>
          <p14:tracePt t="129238" x="5983288" y="4403725"/>
          <p14:tracePt t="129238" x="5976938" y="4403725"/>
          <p14:tracePt t="129238" x="5970588" y="4410075"/>
          <p14:tracePt t="129238" x="5957888" y="4410075"/>
          <p14:tracePt t="129238" x="5957888" y="4416425"/>
          <p14:tracePt t="129238" x="5951538" y="4416425"/>
          <p14:tracePt t="129238" x="5945188" y="4416425"/>
          <p14:tracePt t="129238" x="5938838" y="4416425"/>
          <p14:tracePt t="129238" x="5926138" y="4422775"/>
          <p14:tracePt t="129238" x="5919788" y="4429125"/>
          <p14:tracePt t="129238" x="5913438" y="4429125"/>
          <p14:tracePt t="129238" x="5907088" y="4435475"/>
          <p14:tracePt t="129238" x="5900738" y="4441825"/>
          <p14:tracePt t="129238" x="5888038" y="4448175"/>
          <p14:tracePt t="129238" x="5875338" y="4454525"/>
          <p14:tracePt t="129238" x="5856288" y="4460875"/>
          <p14:tracePt t="129238" x="5830888" y="4473575"/>
          <p14:tracePt t="129238" x="5805488" y="4479925"/>
          <p14:tracePt t="129238" x="5780088" y="4479925"/>
          <p14:tracePt t="129238" x="5748338" y="4492625"/>
          <p14:tracePt t="129238" x="5722938" y="4506913"/>
          <p14:tracePt t="129238" x="5670550" y="4519613"/>
          <p14:tracePt t="129238" x="5613400" y="4532313"/>
          <p14:tracePt t="129238" x="5588000" y="4532313"/>
          <p14:tracePt t="129238" x="5556250" y="4538663"/>
          <p14:tracePt t="129238" x="5530850" y="4538663"/>
          <p14:tracePt t="129238" x="5499100" y="4545013"/>
          <p14:tracePt t="129238" x="5454650" y="4545013"/>
          <p14:tracePt t="129238" x="5422900" y="4551363"/>
          <p14:tracePt t="129238" x="5384800" y="4551363"/>
          <p14:tracePt t="129238" x="5365750" y="4551363"/>
          <p14:tracePt t="129238" x="5340350" y="4551363"/>
          <p14:tracePt t="129238" x="5321300" y="4551363"/>
          <p14:tracePt t="129238" x="5308600" y="4551363"/>
          <p14:tracePt t="129238" x="5289550" y="4551363"/>
          <p14:tracePt t="129238" x="5270500" y="4551363"/>
          <p14:tracePt t="129238" x="5264150" y="4551363"/>
          <p14:tracePt t="129238" x="5249863" y="4551363"/>
          <p14:tracePt t="129238" x="5243513" y="4551363"/>
          <p14:tracePt t="129238" x="5237163" y="4551363"/>
          <p14:tracePt t="129238" x="5230813" y="4551363"/>
          <p14:tracePt t="129238" x="5224463" y="4551363"/>
          <p14:tracePt t="129238" x="5218113" y="4551363"/>
          <p14:tracePt t="129238" x="5211763" y="4551363"/>
          <p14:tracePt t="129238" x="5205413" y="4551363"/>
          <p14:tracePt t="129238" x="5199063" y="4551363"/>
          <p14:tracePt t="129238" x="5186363" y="4551363"/>
          <p14:tracePt t="129238" x="5173663" y="4551363"/>
          <p14:tracePt t="129238" x="5167313" y="4551363"/>
          <p14:tracePt t="129238" x="5160963" y="4551363"/>
          <p14:tracePt t="129238" x="5148263" y="4551363"/>
          <p14:tracePt t="129238" x="5135563" y="4551363"/>
          <p14:tracePt t="129238" x="5116513" y="4551363"/>
          <p14:tracePt t="129238" x="5110163" y="4551363"/>
          <p14:tracePt t="129238" x="5084763" y="4551363"/>
          <p14:tracePt t="129238" x="5053013" y="4551363"/>
          <p14:tracePt t="129238" x="5033963" y="4551363"/>
          <p14:tracePt t="129238" x="5021263" y="4551363"/>
          <p14:tracePt t="129238" x="5014913" y="4557713"/>
          <p14:tracePt t="129238" x="5008563" y="4557713"/>
          <p14:tracePt t="129238" x="5002213" y="4557713"/>
          <p14:tracePt t="135050" x="4995863" y="4557713"/>
          <p14:tracePt t="135060" x="4983163" y="4557713"/>
          <p14:tracePt t="135077" x="4976813" y="4557713"/>
          <p14:tracePt t="135083" x="4970463" y="4551363"/>
          <p14:tracePt t="135093" x="4970463" y="4545013"/>
          <p14:tracePt t="135100" x="4964113" y="4545013"/>
          <p14:tracePt t="135105" x="4957763" y="4538663"/>
          <p14:tracePt t="135115" x="4951413" y="4532313"/>
          <p14:tracePt t="135118" x="4951413" y="4525963"/>
          <p14:tracePt t="135128" x="4951413" y="4519613"/>
          <p14:tracePt t="135133" x="4951413" y="4513263"/>
          <p14:tracePt t="135149" x="4945063" y="4506913"/>
          <p14:tracePt t="135161" x="4945063" y="4492625"/>
          <p14:tracePt t="135177" x="4938713" y="4479925"/>
          <p14:tracePt t="135181" x="4938713" y="4473575"/>
          <p14:tracePt t="135194" x="4932363" y="4460875"/>
          <p14:tracePt t="135208" x="4932363" y="4454525"/>
          <p14:tracePt t="135227" x="4926013" y="4448175"/>
          <p14:tracePt t="135234" x="4926013" y="4441825"/>
          <p14:tracePt t="135296" x="4926013" y="4435475"/>
          <p14:tracePt t="135300" x="4919663" y="4435475"/>
          <p14:tracePt t="135326" x="4919663" y="4429125"/>
          <p14:tracePt t="135341" x="4919663" y="4422775"/>
          <p14:tracePt t="135349" x="4913313" y="4416425"/>
          <p14:tracePt t="135361" x="4913313" y="4410075"/>
          <p14:tracePt t="135365" x="4906963" y="4403725"/>
          <p14:tracePt t="135376" x="4900613" y="4403725"/>
          <p14:tracePt t="135383" x="4894263" y="4391025"/>
          <p14:tracePt t="135392" x="4887913" y="4384675"/>
          <p14:tracePt t="135396" x="4881563" y="4378325"/>
          <p14:tracePt t="135404" x="4875213" y="4371975"/>
          <p14:tracePt t="135413" x="4868863" y="4359275"/>
          <p14:tracePt t="135415" x="4856163" y="4352925"/>
          <p14:tracePt t="135428" x="4849813" y="4352925"/>
          <p14:tracePt t="135432" x="4843463" y="4346575"/>
          <p14:tracePt t="135444" x="4843463" y="4340225"/>
          <p14:tracePt t="135446" x="4837113" y="4340225"/>
          <p14:tracePt t="135461" x="4830763" y="4340225"/>
          <p14:tracePt t="135462" x="4830763" y="4333875"/>
          <p14:tracePt t="135475" x="4824413" y="4327525"/>
          <p14:tracePt t="135477" x="4818063" y="4327525"/>
          <p14:tracePt t="135494" x="4805363" y="4314825"/>
          <p14:tracePt t="135504" x="4797425" y="4308475"/>
          <p14:tracePt t="135509" x="4791075" y="4308475"/>
          <p14:tracePt t="135517" x="4791075" y="4302125"/>
          <p14:tracePt t="135525" x="4778375" y="4295775"/>
          <p14:tracePt t="135533" x="4772025" y="4289425"/>
          <p14:tracePt t="135549" x="4759325" y="4276725"/>
          <p14:tracePt t="135552" x="4752975" y="4270375"/>
          <p14:tracePt t="135576" x="4740275" y="4270375"/>
          <p14:tracePt t="135579" x="4740275" y="4264025"/>
          <p14:tracePt t="135583" x="4727575" y="4257675"/>
          <p14:tracePt t="135597" x="4721225" y="4251325"/>
          <p14:tracePt t="135611" x="4714875" y="4251325"/>
          <p14:tracePt t="135618" x="4708525" y="4251325"/>
          <p14:tracePt t="135626" x="4702175" y="4244975"/>
          <p14:tracePt t="135724" x="4702175" y="4238625"/>
          <p14:tracePt t="135729" x="4695825" y="4238625"/>
          <p14:tracePt t="135748" x="4676775" y="4213225"/>
          <p14:tracePt t="135762" x="4657725" y="4194175"/>
          <p14:tracePt t="135775" x="4632325" y="4175125"/>
          <p14:tracePt t="135784" x="4625975" y="4162425"/>
          <p14:tracePt t="135794" x="4613275" y="4156075"/>
          <p14:tracePt t="135800" x="4600575" y="4143375"/>
          <p14:tracePt t="135810" x="4581525" y="4130675"/>
          <p14:tracePt t="135816" x="4562475" y="4111625"/>
          <p14:tracePt t="135823" x="4556125" y="4105275"/>
          <p14:tracePt t="135830" x="4543425" y="4092575"/>
          <p14:tracePt t="135835" x="4530725" y="4086225"/>
          <p14:tracePt t="135847" x="4518025" y="4079875"/>
          <p14:tracePt t="135862" x="4518025" y="4065588"/>
          <p14:tracePt t="135873" x="4511675" y="4065588"/>
          <p14:tracePt t="135951" x="4505325" y="4065588"/>
          <p14:tracePt t="135961" x="4498975" y="4079875"/>
          <p14:tracePt t="135979" x="4467225" y="4105275"/>
          <p14:tracePt t="135985" x="4448175" y="4137025"/>
          <p14:tracePt t="135999" x="4422775" y="4162425"/>
          <p14:tracePt t="136004" x="4416425" y="4181475"/>
          <p14:tracePt t="136010" x="4403725" y="4200525"/>
          <p14:tracePt t="136017" x="4391025" y="4206875"/>
          <p14:tracePt t="136028" x="4391025" y="4213225"/>
          <p14:tracePt t="136034" x="4384675" y="4219575"/>
          <p14:tracePt t="136095" x="4397375" y="4200525"/>
          <p14:tracePt t="136102" x="4403725" y="4187825"/>
          <p14:tracePt t="136107" x="4422775" y="4168775"/>
          <p14:tracePt t="136124" x="4441825" y="4156075"/>
          <p14:tracePt t="136132" x="4448175" y="4143375"/>
          <p14:tracePt t="136143" x="4448175" y="4124325"/>
          <p14:tracePt t="136149" x="4454525" y="4117975"/>
          <p14:tracePt t="136152" x="4460875" y="4111625"/>
          <p14:tracePt t="136163" x="4467225" y="4105275"/>
          <p14:tracePt t="136168" x="4473575" y="4098925"/>
          <p14:tracePt t="136181" x="4473575" y="4092575"/>
          <p14:tracePt t="138592" x="4473575" y="4098925"/>
          <p14:tracePt t="138614" x="4479925" y="4098925"/>
          <p14:tracePt t="138716" x="4479925" y="4105275"/>
          <p14:tracePt t="138737" x="4479925" y="4111625"/>
          <p14:tracePt t="138750" x="4479925" y="4124325"/>
          <p14:tracePt t="138765" x="4479925" y="4130675"/>
          <p14:tracePt t="138778" x="4479925" y="4137025"/>
          <p14:tracePt t="138779" x="4479925" y="4143375"/>
          <p14:tracePt t="138797" x="4479925" y="4156075"/>
          <p14:tracePt t="138809" x="4479925" y="4162425"/>
          <p14:tracePt t="138812" x="4479925" y="4168775"/>
          <p14:tracePt t="138827" x="4473575" y="4175125"/>
          <p14:tracePt t="138829" x="4473575" y="4181475"/>
          <p14:tracePt t="138843" x="4473575" y="4200525"/>
          <p14:tracePt t="138850" x="4473575" y="4213225"/>
          <p14:tracePt t="138861" x="4473575" y="4219575"/>
          <p14:tracePt t="138867" x="4467225" y="4225925"/>
          <p14:tracePt t="138875" x="4467225" y="4232275"/>
          <p14:tracePt t="138884" x="4467225" y="4238625"/>
          <p14:tracePt t="138901" x="4467225" y="4244975"/>
          <p14:tracePt t="139248" x="4467225" y="4232275"/>
          <p14:tracePt t="139253" x="4467225" y="4225925"/>
          <p14:tracePt t="139261" x="4467225" y="4219575"/>
          <p14:tracePt t="139272" x="4467225" y="4206875"/>
          <p14:tracePt t="139277" x="4467225" y="4200525"/>
          <p14:tracePt t="139292" x="4467225" y="4181475"/>
          <p14:tracePt t="139298" x="4467225" y="4175125"/>
          <p14:tracePt t="139312" x="4467225" y="4162425"/>
          <p14:tracePt t="139443" x="4467225" y="4156075"/>
          <p14:tracePt t="139455" x="4467225" y="4149725"/>
          <p14:tracePt t="139469" x="4473575" y="4143375"/>
          <p14:tracePt t="139483" x="4473575" y="4137025"/>
          <p14:tracePt t="139490" x="4479925" y="4130675"/>
          <p14:tracePt t="139509" x="4479925" y="4111625"/>
          <p14:tracePt t="139524" x="4486275" y="4105275"/>
          <p14:tracePt t="139535" x="4492625" y="4092575"/>
          <p14:tracePt t="139540" x="4492625" y="4086225"/>
          <p14:tracePt t="140862" x="4492625" y="4092575"/>
          <p14:tracePt t="140876" x="4492625" y="4105275"/>
          <p14:tracePt t="140890" x="4492625" y="4111625"/>
          <p14:tracePt t="140904" x="4492625" y="4117975"/>
          <p14:tracePt t="140919" x="4492625" y="4124325"/>
          <p14:tracePt t="140919" x="4492625" y="4130675"/>
          <p14:tracePt t="140937" x="4492625" y="4137025"/>
          <p14:tracePt t="140951" x="4492625" y="4143375"/>
          <p14:tracePt t="140966" x="4498975" y="4149725"/>
          <p14:tracePt t="140991" x="4498975" y="4156075"/>
          <p14:tracePt t="141003" x="4505325" y="4156075"/>
          <p14:tracePt t="141017" x="4511675" y="4162425"/>
          <p14:tracePt t="141020" x="4518025" y="4162425"/>
          <p14:tracePt t="141044" x="4524375" y="4162425"/>
          <p14:tracePt t="141051" x="4530725" y="4168775"/>
          <p14:tracePt t="141061" x="4537075" y="4168775"/>
          <p14:tracePt t="141066" x="4543425" y="4175125"/>
          <p14:tracePt t="141077" x="4549775" y="4175125"/>
          <p14:tracePt t="141084" x="4556125" y="4181475"/>
          <p14:tracePt t="141086" x="4562475" y="4181475"/>
          <p14:tracePt t="141095" x="4568825" y="4181475"/>
          <p14:tracePt t="141111" x="4575175" y="4187825"/>
          <p14:tracePt t="141127" x="4581525" y="4194175"/>
          <p14:tracePt t="141144" x="4581525" y="4200525"/>
          <p14:tracePt t="141161" x="4587875" y="4200525"/>
          <p14:tracePt t="141167" x="4594225" y="4200525"/>
          <p14:tracePt t="141177" x="4594225" y="4206875"/>
          <p14:tracePt t="141183" x="4600575" y="4213225"/>
          <p14:tracePt t="141200" x="4606925" y="4213225"/>
          <p14:tracePt t="141201" x="4613275" y="4219575"/>
          <p14:tracePt t="141211" x="4619625" y="4225925"/>
          <p14:tracePt t="141217" x="4625975" y="4232275"/>
          <p14:tracePt t="141228" x="4638675" y="4232275"/>
          <p14:tracePt t="141244" x="4651375" y="4238625"/>
          <p14:tracePt t="141249" x="4670425" y="4244975"/>
          <p14:tracePt t="141262" x="4695825" y="4251325"/>
          <p14:tracePt t="141278" x="4708525" y="4257675"/>
          <p14:tracePt t="141285" x="4721225" y="4257675"/>
          <p14:tracePt t="141286" x="4727575" y="4264025"/>
          <p14:tracePt t="141298" x="4733925" y="4264025"/>
          <p14:tracePt t="141768" x="4733925" y="4270375"/>
          <p14:tracePt t="141778" x="4727575" y="4276725"/>
          <p14:tracePt t="141786" x="4721225" y="4276725"/>
          <p14:tracePt t="141807" x="4708525" y="4289425"/>
          <p14:tracePt t="141812" x="4702175" y="4289425"/>
          <p14:tracePt t="141826" x="4695825" y="4295775"/>
          <p14:tracePt t="141836" x="4689475" y="4295775"/>
          <p14:tracePt t="141862" x="4683125" y="4295775"/>
          <p14:tracePt t="141881" x="4676775" y="4302125"/>
          <p14:tracePt t="141893" x="4670425" y="4302125"/>
          <p14:tracePt t="141910" x="4670425" y="4308475"/>
          <p14:tracePt t="141927" x="4664075" y="4308475"/>
          <p14:tracePt t="142321" x="4657725" y="4308475"/>
          <p14:tracePt t="142332" x="4657725" y="4295775"/>
          <p14:tracePt t="142338" x="4645025" y="4276725"/>
          <p14:tracePt t="142353" x="4619625" y="4238625"/>
          <p14:tracePt t="142368" x="4587875" y="4194175"/>
          <p14:tracePt t="142382" x="4562475" y="4168775"/>
          <p14:tracePt t="142398" x="4543425" y="4143375"/>
          <p14:tracePt t="142413" x="4530725" y="4130675"/>
          <p14:tracePt t="142420" x="4524375" y="4130675"/>
          <p14:tracePt t="142482" x="4524375" y="4124325"/>
          <p14:tracePt t="142511" x="4518025" y="4117975"/>
          <p14:tracePt t="142521" x="4511675" y="4117975"/>
          <p14:tracePt t="142525" x="4511675" y="4111625"/>
          <p14:tracePt t="142540" x="4505325" y="4105275"/>
          <p14:tracePt t="142544" x="4498975" y="4098925"/>
          <p14:tracePt t="142562" x="4498975" y="4092575"/>
          <p14:tracePt t="142567" x="4498975" y="4086225"/>
          <p14:tracePt t="142579" x="4492625" y="4086225"/>
          <p14:tracePt t="142594" x="4486275" y="4079875"/>
          <p14:tracePt t="142600" x="4479925" y="4073525"/>
          <p14:tracePt t="142602" x="4479925" y="4065588"/>
          <p14:tracePt t="142618" x="4473575" y="4052888"/>
          <p14:tracePt t="142632" x="4467225" y="4046538"/>
          <p14:tracePt t="142634" x="4467225" y="4040188"/>
          <p14:tracePt t="142648" x="4460875" y="4033838"/>
          <p14:tracePt t="142651" x="4460875" y="4027488"/>
          <p14:tracePt t="142664" x="4448175" y="4014788"/>
          <p14:tracePt t="142667" x="4448175" y="4008438"/>
          <p14:tracePt t="142680" x="4441825" y="4002088"/>
          <p14:tracePt t="142693" x="4435475" y="4002088"/>
          <p14:tracePt t="142700" x="4435475" y="3995738"/>
          <p14:tracePt t="143176" x="4441825" y="3995738"/>
          <p14:tracePt t="143198" x="4448175" y="3995738"/>
          <p14:tracePt t="143309" x="4454525" y="3995738"/>
          <p14:tracePt t="143319" x="4460875" y="3995738"/>
          <p14:tracePt t="143325" x="4460875" y="3989388"/>
          <p14:tracePt t="143340" x="4467225" y="3989388"/>
          <p14:tracePt t="143358" x="4473575" y="3989388"/>
          <p14:tracePt t="143366" x="4479925" y="3983038"/>
          <p14:tracePt t="143382" x="4486275" y="3976688"/>
          <p14:tracePt t="143396" x="4498975" y="3963988"/>
          <p14:tracePt t="143408" x="4498975" y="3951288"/>
          <p14:tracePt t="143410" x="4505325" y="3951288"/>
          <p14:tracePt t="143423" x="4511675" y="3944938"/>
          <p14:tracePt t="143424" x="4511675" y="3938588"/>
          <p14:tracePt t="144642" x="4511675" y="3944938"/>
          <p14:tracePt t="144653" x="4511675" y="3951288"/>
          <p14:tracePt t="144656" x="4511675" y="3963988"/>
          <p14:tracePt t="144675" x="4511675" y="3976688"/>
          <p14:tracePt t="144681" x="4511675" y="3989388"/>
          <p14:tracePt t="144686" x="4511675" y="3995738"/>
          <p14:tracePt t="144697" x="4511675" y="4002088"/>
          <p14:tracePt t="144701" x="4511675" y="4014788"/>
          <p14:tracePt t="144716" x="4511675" y="4021138"/>
          <p14:tracePt t="144730" x="4511675" y="4027488"/>
          <p14:tracePt t="144732" x="4511675" y="4033838"/>
          <p14:tracePt t="144866" x="4511675" y="4040188"/>
          <p14:tracePt t="144873" x="4511675" y="4046538"/>
          <p14:tracePt t="145015" x="4524375" y="4046538"/>
          <p14:tracePt t="145022" x="4530725" y="4046538"/>
          <p14:tracePt t="145035" x="4549775" y="4046538"/>
          <p14:tracePt t="145039" x="4575175" y="4046538"/>
          <p14:tracePt t="145053" x="4594225" y="4040188"/>
          <p14:tracePt t="145060" x="4625975" y="4027488"/>
          <p14:tracePt t="145073" x="4638675" y="4021138"/>
          <p14:tracePt t="145076" x="4645025" y="4014788"/>
          <p14:tracePt t="145081" x="4651375" y="4008438"/>
          <p14:tracePt t="145089" x="4657725" y="4008438"/>
          <p14:tracePt t="145102" x="4664075" y="4002088"/>
          <p14:tracePt t="145105" x="4664075" y="3995738"/>
          <p14:tracePt t="145211" x="4670425" y="3995738"/>
          <p14:tracePt t="145227" x="4670425" y="3989388"/>
          <p14:tracePt t="145234" x="4676775" y="3989388"/>
          <p14:tracePt t="145257" x="4676775" y="3983038"/>
          <p14:tracePt t="145269" x="4689475" y="3976688"/>
          <p14:tracePt t="145272" x="4695825" y="3976688"/>
          <p14:tracePt t="145287" x="4702175" y="3976688"/>
          <p14:tracePt t="145290" x="4708525" y="3970338"/>
          <p14:tracePt t="145305" x="4714875" y="3970338"/>
          <p14:tracePt t="145483" x="4721225" y="3970338"/>
          <p14:tracePt t="145502" x="4727575" y="3970338"/>
          <p14:tracePt t="145525" x="4733925" y="3970338"/>
          <p14:tracePt t="145528" x="4740275" y="3970338"/>
          <p14:tracePt t="145547" x="4746625" y="3970338"/>
          <p14:tracePt t="145554" x="4759325" y="3970338"/>
          <p14:tracePt t="145558" x="4765675" y="3970338"/>
          <p14:tracePt t="145576" x="4765675" y="3976688"/>
          <p14:tracePt t="145588" x="4772025" y="3976688"/>
          <p14:tracePt t="145715" x="4772025" y="3983038"/>
          <p14:tracePt t="145719" x="4772025" y="3989388"/>
          <p14:tracePt t="145730" x="4778375" y="3989388"/>
          <p14:tracePt t="145733" x="4778375" y="4002088"/>
          <p14:tracePt t="145744" x="4778375" y="4008438"/>
          <p14:tracePt t="145751" x="4778375" y="4021138"/>
          <p14:tracePt t="145764" x="4778375" y="4033838"/>
          <p14:tracePt t="145768" x="4778375" y="4040188"/>
          <p14:tracePt t="145782" x="4778375" y="4046538"/>
          <p14:tracePt t="145785" x="4778375" y="4052888"/>
          <p14:tracePt t="145797" x="4778375" y="4073525"/>
          <p14:tracePt t="145813" x="4778375" y="4086225"/>
          <p14:tracePt t="145826" x="4778375" y="4092575"/>
          <p14:tracePt t="145844" x="4778375" y="4098925"/>
          <p14:tracePt t="145849" x="4778375" y="4105275"/>
          <p14:tracePt t="146044" x="4784725" y="4105275"/>
          <p14:tracePt t="146052" x="4784725" y="4098925"/>
          <p14:tracePt t="146059" x="4791075" y="4098925"/>
          <p14:tracePt t="146075" x="4797425" y="4092575"/>
          <p14:tracePt t="146089" x="4811713" y="4079875"/>
          <p14:tracePt t="146092" x="4824413" y="4073525"/>
          <p14:tracePt t="146107" x="4856163" y="4046538"/>
          <p14:tracePt t="146113" x="4875213" y="4040188"/>
          <p14:tracePt t="146124" x="4900613" y="4027488"/>
          <p14:tracePt t="146135" x="4913313" y="4021138"/>
          <p14:tracePt t="146139" x="4932363" y="4008438"/>
          <p14:tracePt t="146151" x="4951413" y="4002088"/>
          <p14:tracePt t="146155" x="4970463" y="3989388"/>
          <p14:tracePt t="146165" x="4983163" y="3983038"/>
          <p14:tracePt t="146168" x="4995863" y="3976688"/>
          <p14:tracePt t="146179" x="5014913" y="3963988"/>
          <p14:tracePt t="146184" x="5033963" y="3957638"/>
          <p14:tracePt t="146187" x="5059363" y="3951288"/>
          <p14:tracePt t="146198" x="5065713" y="3951288"/>
          <p14:tracePt t="146209" x="5084763" y="3938588"/>
          <p14:tracePt t="146227" x="5091113" y="3938588"/>
          <p14:tracePt t="146233" x="5091113" y="3932238"/>
          <p14:tracePt t="146245" x="5097463" y="3932238"/>
          <p14:tracePt t="146287" x="5103813" y="3932238"/>
          <p14:tracePt t="146589" x="5103813" y="3938588"/>
          <p14:tracePt t="146597" x="5103813" y="3951288"/>
          <p14:tracePt t="146606" x="5103813" y="3957638"/>
          <p14:tracePt t="146610" x="5103813" y="3970338"/>
          <p14:tracePt t="146627" x="5097463" y="3976688"/>
          <p14:tracePt t="146630" x="5097463" y="3983038"/>
          <p14:tracePt t="146633" x="5097463" y="3989388"/>
          <p14:tracePt t="146649" x="5097463" y="3995738"/>
          <p14:tracePt t="146809" x="5097463" y="4002088"/>
          <p14:tracePt t="146813" x="5097463" y="4008438"/>
          <p14:tracePt t="146843" x="5097463" y="4014788"/>
          <p14:tracePt t="146875" x="5097463" y="4021138"/>
          <p14:tracePt t="146899" x="5097463" y="4027488"/>
          <p14:tracePt t="150649" x="5084763" y="4027488"/>
          <p14:tracePt t="150659" x="5065713" y="4027488"/>
          <p14:tracePt t="150663" x="5046663" y="4027488"/>
          <p14:tracePt t="150677" x="5021263" y="4033838"/>
          <p14:tracePt t="150679" x="4989513" y="4033838"/>
          <p14:tracePt t="150697" x="4938713" y="4033838"/>
          <p14:tracePt t="150713" x="4881563" y="4040188"/>
          <p14:tracePt t="150719" x="4849813" y="4040188"/>
          <p14:tracePt t="150729" x="4824413" y="4046538"/>
          <p14:tracePt t="150733" x="4797425" y="4046538"/>
          <p14:tracePt t="150746" x="4778375" y="4052888"/>
          <p14:tracePt t="150752" x="4759325" y="4059238"/>
          <p14:tracePt t="150755" x="4740275" y="4059238"/>
          <p14:tracePt t="150770" x="4721225" y="4065588"/>
          <p14:tracePt t="150771" x="4714875" y="4073525"/>
          <p14:tracePt t="150786" x="4695825" y="4079875"/>
          <p14:tracePt t="150799" x="4695825" y="4086225"/>
          <p14:tracePt t="150802" x="4689475" y="4086225"/>
          <p14:tracePt t="151005" x="4683125" y="4092575"/>
          <p14:tracePt t="151010" x="4676775" y="4105275"/>
          <p14:tracePt t="151025" x="4676775" y="4117975"/>
          <p14:tracePt t="151042" x="4664075" y="4124325"/>
          <p14:tracePt t="151050" x="4657725" y="4130675"/>
          <p14:tracePt t="151061" x="4657725" y="4137025"/>
          <p14:tracePt t="151064" x="4651375" y="4143375"/>
          <p14:tracePt t="151077" x="4645025" y="4149725"/>
          <p14:tracePt t="151091" x="4632325" y="4156075"/>
          <p14:tracePt t="151095" x="4619625" y="4168775"/>
          <p14:tracePt t="151103" x="4606925" y="4168775"/>
          <p14:tracePt t="151109" x="4600575" y="4175125"/>
          <p14:tracePt t="151120" x="4594225" y="4181475"/>
          <p14:tracePt t="151130" x="4581525" y="4194175"/>
          <p14:tracePt t="151133" x="4568825" y="4194175"/>
          <p14:tracePt t="151143" x="4562475" y="4200525"/>
          <p14:tracePt t="151151" x="4556125" y="4206875"/>
          <p14:tracePt t="151153" x="4549775" y="4213225"/>
          <p14:tracePt t="151165" x="4543425" y="4213225"/>
          <p14:tracePt t="151183" x="4537075" y="4219575"/>
          <p14:tracePt t="151200" x="4537075" y="4225925"/>
          <p14:tracePt t="151216" x="4530725" y="4232275"/>
          <p14:tracePt t="151232" x="4524375" y="4238625"/>
          <p14:tracePt t="151239" x="4524375" y="4244975"/>
          <p14:tracePt t="151245" x="4518025" y="4244975"/>
          <p14:tracePt t="154889" x="4537075" y="4244975"/>
          <p14:tracePt t="154895" x="4556125" y="4238625"/>
          <p14:tracePt t="154904" x="4575175" y="4232275"/>
          <p14:tracePt t="154909" x="4587875" y="4225925"/>
          <p14:tracePt t="154921" x="4600575" y="4225925"/>
          <p14:tracePt t="154923" x="4619625" y="4219575"/>
          <p14:tracePt t="154934" x="4625975" y="4219575"/>
          <p14:tracePt t="154948" x="4651375" y="4219575"/>
          <p14:tracePt t="154965" x="4657725" y="4219575"/>
          <p14:tracePt t="154974" x="4664075" y="4219575"/>
          <p14:tracePt t="155175" x="4664075" y="4213225"/>
          <p14:tracePt t="155216" x="4670425" y="4213225"/>
          <p14:tracePt t="155361" x="4676775" y="4213225"/>
          <p14:tracePt t="155377" x="4683125" y="4213225"/>
          <p14:tracePt t="155409" x="4695825" y="4219575"/>
          <p14:tracePt t="155446" x="4702175" y="4219575"/>
          <p14:tracePt t="155461" x="4702175" y="4225925"/>
          <p14:tracePt t="155465" x="4708525" y="4225925"/>
          <p14:tracePt t="155482" x="4714875" y="4225925"/>
          <p14:tracePt t="155498" x="4714875" y="4232275"/>
          <p14:tracePt t="155603" x="4721225" y="4232275"/>
          <p14:tracePt t="155620" x="4727575" y="4232275"/>
          <p14:tracePt t="155643" x="4727575" y="4238625"/>
          <p14:tracePt t="155795" x="4733925" y="4238625"/>
          <p14:tracePt t="155821" x="4740275" y="4238625"/>
          <p14:tracePt t="155870" x="4746625" y="4238625"/>
          <p14:tracePt t="155899" x="4752975" y="4238625"/>
          <p14:tracePt t="158140" x="4759325" y="4238625"/>
          <p14:tracePt t="158157" x="4765675" y="4238625"/>
          <p14:tracePt t="158164" x="4778375" y="4244975"/>
          <p14:tracePt t="158169" x="4784725" y="4244975"/>
          <p14:tracePt t="158182" x="4797425" y="4244975"/>
          <p14:tracePt t="158185" x="4805363" y="4244975"/>
          <p14:tracePt t="158198" x="4818063" y="4251325"/>
          <p14:tracePt t="158201" x="4824413" y="4251325"/>
          <p14:tracePt t="158213" x="4830763" y="4251325"/>
          <p14:tracePt t="158447" x="4837113" y="4251325"/>
          <p14:tracePt t="158454" x="4849813" y="4251325"/>
          <p14:tracePt t="158463" x="4875213" y="4244975"/>
          <p14:tracePt t="158473" x="4913313" y="4238625"/>
          <p14:tracePt t="158480" x="4957763" y="4232275"/>
          <p14:tracePt t="158490" x="5002213" y="4219575"/>
          <p14:tracePt t="158496" x="5033963" y="4219575"/>
          <p14:tracePt t="158509" x="5110163" y="4219575"/>
          <p14:tracePt t="158524" x="5186363" y="4213225"/>
          <p14:tracePt t="158539" x="5249863" y="4213225"/>
          <p14:tracePt t="158552" x="5295900" y="4206875"/>
          <p14:tracePt t="158564" x="5302250" y="4206875"/>
          <p14:tracePt t="159671" x="5302250" y="4225925"/>
          <p14:tracePt t="159677" x="5289550" y="4232275"/>
          <p14:tracePt t="159691" x="5276850" y="4244975"/>
          <p14:tracePt t="159696" x="5270500" y="4257675"/>
          <p14:tracePt t="159701" x="5270500" y="4264025"/>
          <p14:tracePt t="159713" x="5264150" y="4270375"/>
          <p14:tracePt t="159717" x="5256213" y="4276725"/>
          <p14:tracePt t="159725" x="5249863" y="4283075"/>
          <p14:tracePt t="159734" x="5249863" y="4289425"/>
          <p14:tracePt t="159747" x="5243513" y="4302125"/>
          <p14:tracePt t="159749" x="5237163" y="4302125"/>
          <p14:tracePt t="159763" x="5237163" y="4308475"/>
          <p14:tracePt t="159765" x="5230813" y="4314825"/>
          <p14:tracePt t="159812" x="5230813" y="4321175"/>
        </p14:tracePtLst>
      </p14:laserTrace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Threat Modelling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11699" y="964635"/>
            <a:ext cx="4312685" cy="3604240"/>
          </a:xfrm>
        </p:spPr>
        <p:txBody>
          <a:bodyPr/>
          <a:lstStyle/>
          <a:p>
            <a:r>
              <a:rPr lang="en-NZ" sz="1600" dirty="0"/>
              <a:t>Threat Modelling using attack trees</a:t>
            </a:r>
          </a:p>
          <a:p>
            <a:pPr lvl="1"/>
            <a:r>
              <a:rPr lang="en-NZ" sz="1200" dirty="0"/>
              <a:t>Root</a:t>
            </a:r>
          </a:p>
          <a:p>
            <a:pPr lvl="2"/>
            <a:r>
              <a:rPr lang="en-NZ" sz="1100" dirty="0"/>
              <a:t>Successful Attack</a:t>
            </a:r>
          </a:p>
          <a:p>
            <a:pPr lvl="1"/>
            <a:r>
              <a:rPr lang="en-NZ" sz="1200" dirty="0"/>
              <a:t>Nodes</a:t>
            </a:r>
          </a:p>
          <a:p>
            <a:pPr lvl="2"/>
            <a:r>
              <a:rPr lang="en-NZ" sz="1100" dirty="0"/>
              <a:t>Conditions required for the success of the attack</a:t>
            </a:r>
          </a:p>
          <a:p>
            <a:pPr lvl="1"/>
            <a:r>
              <a:rPr lang="en-NZ" sz="1200" dirty="0"/>
              <a:t>Logical operators</a:t>
            </a:r>
          </a:p>
          <a:p>
            <a:pPr lvl="2"/>
            <a:r>
              <a:rPr lang="en-NZ" sz="1100" dirty="0"/>
              <a:t>Joining the conditions</a:t>
            </a:r>
          </a:p>
          <a:p>
            <a:pPr lvl="2"/>
            <a:endParaRPr lang="en-NZ" sz="1100" dirty="0"/>
          </a:p>
          <a:p>
            <a:r>
              <a:rPr lang="en-NZ" sz="1600" dirty="0"/>
              <a:t>Allows one to think about how systems can be attacked and how one can prevent the conditions that enable an attack</a:t>
            </a:r>
          </a:p>
          <a:p>
            <a:pPr lvl="1"/>
            <a:endParaRPr lang="en-NZ" dirty="0"/>
          </a:p>
        </p:txBody>
      </p:sp>
      <p:sp>
        <p:nvSpPr>
          <p:cNvPr id="2" name="Flowchart: Alternate Process 1"/>
          <p:cNvSpPr/>
          <p:nvPr/>
        </p:nvSpPr>
        <p:spPr>
          <a:xfrm>
            <a:off x="6088178" y="601813"/>
            <a:ext cx="1668449" cy="529722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1200" dirty="0"/>
              <a:t>Successful Denial of Service Attack</a:t>
            </a:r>
          </a:p>
        </p:txBody>
      </p:sp>
      <p:sp>
        <p:nvSpPr>
          <p:cNvPr id="6" name="Flowchart: Alternate Process 5"/>
          <p:cNvSpPr/>
          <p:nvPr/>
        </p:nvSpPr>
        <p:spPr>
          <a:xfrm>
            <a:off x="4581009" y="2042996"/>
            <a:ext cx="1282854" cy="529722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1200" dirty="0"/>
              <a:t>High external load</a:t>
            </a:r>
          </a:p>
        </p:txBody>
      </p:sp>
      <p:sp>
        <p:nvSpPr>
          <p:cNvPr id="7" name="Flowchart: Alternate Process 6"/>
          <p:cNvSpPr/>
          <p:nvPr/>
        </p:nvSpPr>
        <p:spPr>
          <a:xfrm>
            <a:off x="6088178" y="2043103"/>
            <a:ext cx="1668449" cy="529722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1200" dirty="0"/>
              <a:t>Queued Requests Exceed Capacity</a:t>
            </a:r>
          </a:p>
        </p:txBody>
      </p:sp>
      <p:sp>
        <p:nvSpPr>
          <p:cNvPr id="8" name="Flowchart: Alternate Process 7"/>
          <p:cNvSpPr/>
          <p:nvPr/>
        </p:nvSpPr>
        <p:spPr>
          <a:xfrm>
            <a:off x="6567449" y="1440752"/>
            <a:ext cx="709905" cy="28997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dirty="0"/>
              <a:t>AND</a:t>
            </a:r>
          </a:p>
        </p:txBody>
      </p:sp>
      <p:cxnSp>
        <p:nvCxnSpPr>
          <p:cNvPr id="9" name="Straight Arrow Connector 8"/>
          <p:cNvCxnSpPr>
            <a:stCxn id="8" idx="0"/>
            <a:endCxn id="2" idx="2"/>
          </p:cNvCxnSpPr>
          <p:nvPr/>
        </p:nvCxnSpPr>
        <p:spPr>
          <a:xfrm flipV="1">
            <a:off x="6922402" y="1131535"/>
            <a:ext cx="1" cy="30921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0"/>
            <a:endCxn id="8" idx="2"/>
          </p:cNvCxnSpPr>
          <p:nvPr/>
        </p:nvCxnSpPr>
        <p:spPr>
          <a:xfrm flipH="1" flipV="1">
            <a:off x="6922402" y="1730730"/>
            <a:ext cx="1" cy="312373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Flowchart: Alternate Process 12"/>
          <p:cNvSpPr/>
          <p:nvPr/>
        </p:nvSpPr>
        <p:spPr>
          <a:xfrm>
            <a:off x="7980942" y="2042996"/>
            <a:ext cx="1050441" cy="529722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1200" dirty="0"/>
              <a:t>Can’t Scale</a:t>
            </a:r>
          </a:p>
        </p:txBody>
      </p:sp>
      <p:cxnSp>
        <p:nvCxnSpPr>
          <p:cNvPr id="15" name="Elbow Connector 14"/>
          <p:cNvCxnSpPr>
            <a:stCxn id="6" idx="0"/>
            <a:endCxn id="8" idx="1"/>
          </p:cNvCxnSpPr>
          <p:nvPr/>
        </p:nvCxnSpPr>
        <p:spPr>
          <a:xfrm rot="5400000" flipH="1" flipV="1">
            <a:off x="5666315" y="1141863"/>
            <a:ext cx="457255" cy="134501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3" idx="0"/>
            <a:endCxn id="8" idx="3"/>
          </p:cNvCxnSpPr>
          <p:nvPr/>
        </p:nvCxnSpPr>
        <p:spPr>
          <a:xfrm rot="16200000" flipV="1">
            <a:off x="7663132" y="1199964"/>
            <a:ext cx="457255" cy="122880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Flowchart: Alternate Process 19"/>
          <p:cNvSpPr/>
          <p:nvPr/>
        </p:nvSpPr>
        <p:spPr>
          <a:xfrm>
            <a:off x="6567448" y="2881776"/>
            <a:ext cx="709905" cy="28997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dirty="0"/>
              <a:t>OR</a:t>
            </a:r>
          </a:p>
        </p:txBody>
      </p:sp>
      <p:sp>
        <p:nvSpPr>
          <p:cNvPr id="25" name="Flowchart: Alternate Process 24"/>
          <p:cNvSpPr/>
          <p:nvPr/>
        </p:nvSpPr>
        <p:spPr>
          <a:xfrm>
            <a:off x="5149604" y="3480705"/>
            <a:ext cx="1668449" cy="529722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1200" dirty="0"/>
              <a:t>CPU Intensive Requests</a:t>
            </a:r>
          </a:p>
        </p:txBody>
      </p:sp>
      <p:sp>
        <p:nvSpPr>
          <p:cNvPr id="26" name="Flowchart: Alternate Process 25"/>
          <p:cNvSpPr/>
          <p:nvPr/>
        </p:nvSpPr>
        <p:spPr>
          <a:xfrm>
            <a:off x="7057534" y="3480705"/>
            <a:ext cx="1668449" cy="529722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1200" dirty="0"/>
              <a:t>Requests not rejected</a:t>
            </a:r>
          </a:p>
        </p:txBody>
      </p:sp>
      <p:cxnSp>
        <p:nvCxnSpPr>
          <p:cNvPr id="28" name="Elbow Connector 27"/>
          <p:cNvCxnSpPr>
            <a:stCxn id="25" idx="0"/>
            <a:endCxn id="20" idx="1"/>
          </p:cNvCxnSpPr>
          <p:nvPr/>
        </p:nvCxnSpPr>
        <p:spPr>
          <a:xfrm rot="5400000" flipH="1" flipV="1">
            <a:off x="6048668" y="2961926"/>
            <a:ext cx="453940" cy="58361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26" idx="0"/>
            <a:endCxn id="20" idx="3"/>
          </p:cNvCxnSpPr>
          <p:nvPr/>
        </p:nvCxnSpPr>
        <p:spPr>
          <a:xfrm rot="16200000" flipV="1">
            <a:off x="7357586" y="2946532"/>
            <a:ext cx="453940" cy="61440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0" idx="0"/>
            <a:endCxn id="7" idx="2"/>
          </p:cNvCxnSpPr>
          <p:nvPr/>
        </p:nvCxnSpPr>
        <p:spPr>
          <a:xfrm flipV="1">
            <a:off x="6922401" y="2572825"/>
            <a:ext cx="2" cy="30895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95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483"/>
    </mc:Choice>
    <mc:Fallback xmlns="">
      <p:transition spd="slow" advTm="97483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Security Testing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Effective QA</a:t>
            </a:r>
          </a:p>
          <a:p>
            <a:pPr lvl="1"/>
            <a:r>
              <a:rPr lang="en-NZ" dirty="0"/>
              <a:t>Test plans, security requirements &amp; regression testing</a:t>
            </a:r>
          </a:p>
          <a:p>
            <a:pPr lvl="1"/>
            <a:r>
              <a:rPr lang="en-NZ" dirty="0"/>
              <a:t>Penetration tests</a:t>
            </a:r>
          </a:p>
          <a:p>
            <a:pPr lvl="1"/>
            <a:r>
              <a:rPr lang="en-NZ" dirty="0"/>
              <a:t>Source code auditing</a:t>
            </a:r>
          </a:p>
          <a:p>
            <a:pPr lvl="1"/>
            <a:r>
              <a:rPr lang="en-NZ" dirty="0"/>
              <a:t>Independent security reviews</a:t>
            </a:r>
          </a:p>
          <a:p>
            <a:pPr lvl="1"/>
            <a:r>
              <a:rPr lang="en-NZ" dirty="0"/>
              <a:t>Automated toolchains</a:t>
            </a:r>
          </a:p>
          <a:p>
            <a:pPr lvl="1"/>
            <a:r>
              <a:rPr lang="en-NZ" dirty="0"/>
              <a:t>Bug tracking tools</a:t>
            </a:r>
          </a:p>
          <a:p>
            <a:pPr lvl="1"/>
            <a:r>
              <a:rPr lang="en-NZ" dirty="0"/>
              <a:t>Secure coding standards</a:t>
            </a:r>
          </a:p>
        </p:txBody>
      </p:sp>
    </p:spTree>
    <p:extLst>
      <p:ext uri="{BB962C8B-B14F-4D97-AF65-F5344CB8AC3E}">
        <p14:creationId xmlns:p14="http://schemas.microsoft.com/office/powerpoint/2010/main" val="164764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495"/>
    </mc:Choice>
    <mc:Fallback xmlns="">
      <p:transition spd="slow" advTm="9749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4305</TotalTime>
  <Words>1793</Words>
  <Application>Microsoft Macintosh PowerPoint</Application>
  <PresentationFormat>On-screen Show (16:9)</PresentationFormat>
  <Paragraphs>346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Courier New</vt:lpstr>
      <vt:lpstr>Lucida Sans</vt:lpstr>
      <vt:lpstr>Office Theme</vt:lpstr>
      <vt:lpstr>COMPX304-23A Advanced Networking and Cybersecurity</vt:lpstr>
      <vt:lpstr>PowerPoint Presentation</vt:lpstr>
      <vt:lpstr>Side Channel attacks</vt:lpstr>
      <vt:lpstr>CPU Cache</vt:lpstr>
      <vt:lpstr>CPU Cache</vt:lpstr>
      <vt:lpstr>CPU Cache</vt:lpstr>
      <vt:lpstr>CPU Instructions (ISA)</vt:lpstr>
      <vt:lpstr>Superscalar Execution (aka pipelining)</vt:lpstr>
      <vt:lpstr>Speculative Execution</vt:lpstr>
      <vt:lpstr>Speculative Execution</vt:lpstr>
      <vt:lpstr>The Meltdown attack</vt:lpstr>
      <vt:lpstr>From Lights to CPU Cache</vt:lpstr>
      <vt:lpstr>From Lights to CPU Cache</vt:lpstr>
      <vt:lpstr>Speculative/Out-of-order Execution</vt:lpstr>
      <vt:lpstr>Speculative/Out-of-order Execution</vt:lpstr>
      <vt:lpstr>The Spectre attack</vt:lpstr>
      <vt:lpstr>The Spectre attack</vt:lpstr>
      <vt:lpstr>Spectre Overview</vt:lpstr>
      <vt:lpstr>Spectre Overview</vt:lpstr>
      <vt:lpstr>Spectre Overview</vt:lpstr>
      <vt:lpstr>Spectre Overview</vt:lpstr>
      <vt:lpstr>Spectre Overview</vt:lpstr>
      <vt:lpstr>Spectre Overview</vt:lpstr>
      <vt:lpstr>Spectre Overview</vt:lpstr>
      <vt:lpstr>Spectre Overview</vt:lpstr>
      <vt:lpstr>Spectre Overview</vt:lpstr>
      <vt:lpstr>Spectre Overview</vt:lpstr>
      <vt:lpstr>PowerPoint Presentation</vt:lpstr>
      <vt:lpstr>COMPX304-23A Advanced Networking and Cybersecurity</vt:lpstr>
      <vt:lpstr>What to do?</vt:lpstr>
      <vt:lpstr>Secure Coding Practices I</vt:lpstr>
      <vt:lpstr>Secure Coding Practices II</vt:lpstr>
      <vt:lpstr>Secure Coding Practices III</vt:lpstr>
      <vt:lpstr>Requirements</vt:lpstr>
      <vt:lpstr>Threat Modelling</vt:lpstr>
      <vt:lpstr>Security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COMPX304-20B Advanced Networking and Cybersecurity</dc:title>
  <dc:creator>C. Anderson</dc:creator>
  <cp:lastModifiedBy>Microsoft Office User</cp:lastModifiedBy>
  <cp:revision>222</cp:revision>
  <dcterms:modified xsi:type="dcterms:W3CDTF">2023-05-25T02:04:25Z</dcterms:modified>
</cp:coreProperties>
</file>