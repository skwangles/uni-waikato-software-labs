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2" r:id="rId1"/>
  </p:sldMasterIdLst>
  <p:notesMasterIdLst>
    <p:notesMasterId r:id="rId17"/>
  </p:notesMasterIdLst>
  <p:sldIdLst>
    <p:sldId id="256" r:id="rId2"/>
    <p:sldId id="281" r:id="rId3"/>
    <p:sldId id="309" r:id="rId4"/>
    <p:sldId id="304" r:id="rId5"/>
    <p:sldId id="305" r:id="rId6"/>
    <p:sldId id="310" r:id="rId7"/>
    <p:sldId id="282" r:id="rId8"/>
    <p:sldId id="287" r:id="rId9"/>
    <p:sldId id="311" r:id="rId10"/>
    <p:sldId id="312" r:id="rId11"/>
    <p:sldId id="283" r:id="rId12"/>
    <p:sldId id="284" r:id="rId13"/>
    <p:sldId id="285" r:id="rId14"/>
    <p:sldId id="315" r:id="rId15"/>
    <p:sldId id="259" r:id="rId16"/>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978"/>
    <p:restoredTop sz="80952" autoAdjust="0"/>
  </p:normalViewPr>
  <p:slideViewPr>
    <p:cSldViewPr snapToGrid="0">
      <p:cViewPr varScale="1">
        <p:scale>
          <a:sx n="137" d="100"/>
          <a:sy n="137" d="100"/>
        </p:scale>
        <p:origin x="1632" y="176"/>
      </p:cViewPr>
      <p:guideLst>
        <p:guide orient="horz" pos="1620"/>
        <p:guide pos="28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A1D7F0A8-2703-BF65-231F-5E7810ACF998}"/>
              </a:ext>
            </a:extLst>
          </p:cNvPr>
          <p:cNvSpPr>
            <a:spLocks noGrp="1" noChangeArrowheads="1"/>
          </p:cNvSpPr>
          <p:nvPr>
            <p:ph type="sldNum" sz="quarter" idx="5"/>
          </p:nvPr>
        </p:nvSpPr>
        <p:spPr>
          <a:ln/>
        </p:spPr>
        <p:txBody>
          <a:bodyPr/>
          <a:lstStyle/>
          <a:p>
            <a:fld id="{1D387A87-053E-C340-9A41-8AB687613B42}" type="slidenum">
              <a:rPr lang="en-AU" altLang="en-US"/>
              <a:pPr/>
              <a:t>4</a:t>
            </a:fld>
            <a:endParaRPr lang="en-AU" altLang="en-US"/>
          </a:p>
        </p:txBody>
      </p:sp>
      <p:sp>
        <p:nvSpPr>
          <p:cNvPr id="57346" name="Rectangle 2">
            <a:extLst>
              <a:ext uri="{FF2B5EF4-FFF2-40B4-BE49-F238E27FC236}">
                <a16:creationId xmlns:a16="http://schemas.microsoft.com/office/drawing/2014/main" id="{C01AE783-24FE-D381-8F9B-CC20E2EAEE91}"/>
              </a:ext>
            </a:extLst>
          </p:cNvPr>
          <p:cNvSpPr>
            <a:spLocks noGrp="1" noRot="1" noChangeAspect="1" noChangeArrowheads="1" noTextEdit="1"/>
          </p:cNvSpPr>
          <p:nvPr>
            <p:ph type="sldImg"/>
          </p:nvPr>
        </p:nvSpPr>
        <p:spPr>
          <a:xfrm>
            <a:off x="381000" y="685800"/>
            <a:ext cx="6096000" cy="3429000"/>
          </a:xfrm>
          <a:ln/>
        </p:spPr>
      </p:sp>
      <p:sp>
        <p:nvSpPr>
          <p:cNvPr id="57347" name="Rectangle 3">
            <a:extLst>
              <a:ext uri="{FF2B5EF4-FFF2-40B4-BE49-F238E27FC236}">
                <a16:creationId xmlns:a16="http://schemas.microsoft.com/office/drawing/2014/main" id="{8FB0E3A1-27A6-D6AD-881A-43F3F558C209}"/>
              </a:ext>
            </a:extLst>
          </p:cNvPr>
          <p:cNvSpPr>
            <a:spLocks noGrp="1" noChangeArrowheads="1"/>
          </p:cNvSpPr>
          <p:nvPr>
            <p:ph type="body" idx="1"/>
          </p:nvPr>
        </p:nvSpPr>
        <p:spPr/>
        <p:txBody>
          <a:bodyPr/>
          <a:lstStyle/>
          <a:p>
            <a:r>
              <a:rPr lang="en-AU" altLang="en-US" dirty="0"/>
              <a:t>This is the original, basic key exchange protocol. Used by 2 parties who both trusted a common key server, it gives one party the info needed to establish a session key with the other. Note that since the key server chooses the session key, it is capable of reading/forging any messages between A&amp;B, which is why they need to trust it absolutely! </a:t>
            </a:r>
          </a:p>
          <a:p>
            <a:endParaRPr lang="en-US" altLang="en-US" dirty="0"/>
          </a:p>
          <a:p>
            <a:r>
              <a:rPr lang="en-AU" altLang="en-US" dirty="0"/>
              <a:t>Note that all communications is between A&amp;KDC and A&amp;B, B&amp;KDC don't talk directly (though indirectly a message passes from KDC via A to B, encrypted in B's key so that A is unable to read or alter it). Other variations of key distribution protocols can involve direct communications between B&amp;KDC. </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C78AF9E-1EF3-3200-3858-1F9F80128B48}"/>
              </a:ext>
            </a:extLst>
          </p:cNvPr>
          <p:cNvSpPr>
            <a:spLocks noGrp="1" noChangeArrowheads="1"/>
          </p:cNvSpPr>
          <p:nvPr>
            <p:ph type="sldNum" sz="quarter" idx="5"/>
          </p:nvPr>
        </p:nvSpPr>
        <p:spPr>
          <a:ln/>
        </p:spPr>
        <p:txBody>
          <a:bodyPr/>
          <a:lstStyle/>
          <a:p>
            <a:fld id="{4245841B-42F4-CB48-B918-DEA931F18185}" type="slidenum">
              <a:rPr lang="en-AU" altLang="en-US"/>
              <a:pPr/>
              <a:t>5</a:t>
            </a:fld>
            <a:endParaRPr lang="en-AU" altLang="en-US"/>
          </a:p>
        </p:txBody>
      </p:sp>
      <p:sp>
        <p:nvSpPr>
          <p:cNvPr id="58370" name="Rectangle 2">
            <a:extLst>
              <a:ext uri="{FF2B5EF4-FFF2-40B4-BE49-F238E27FC236}">
                <a16:creationId xmlns:a16="http://schemas.microsoft.com/office/drawing/2014/main" id="{4FFBBFD6-2CD0-DA78-6606-42A4F1510A70}"/>
              </a:ext>
            </a:extLst>
          </p:cNvPr>
          <p:cNvSpPr>
            <a:spLocks noGrp="1" noRot="1" noChangeAspect="1" noChangeArrowheads="1" noTextEdit="1"/>
          </p:cNvSpPr>
          <p:nvPr>
            <p:ph type="sldImg"/>
          </p:nvPr>
        </p:nvSpPr>
        <p:spPr>
          <a:xfrm>
            <a:off x="381000" y="685800"/>
            <a:ext cx="6096000" cy="3429000"/>
          </a:xfrm>
          <a:ln/>
        </p:spPr>
      </p:sp>
      <p:sp>
        <p:nvSpPr>
          <p:cNvPr id="58371" name="Rectangle 3">
            <a:extLst>
              <a:ext uri="{FF2B5EF4-FFF2-40B4-BE49-F238E27FC236}">
                <a16:creationId xmlns:a16="http://schemas.microsoft.com/office/drawing/2014/main" id="{349D776F-BA55-B884-1456-FDA7898E8C61}"/>
              </a:ext>
            </a:extLst>
          </p:cNvPr>
          <p:cNvSpPr>
            <a:spLocks noGrp="1" noChangeArrowheads="1"/>
          </p:cNvSpPr>
          <p:nvPr>
            <p:ph type="body" idx="1"/>
          </p:nvPr>
        </p:nvSpPr>
        <p:spPr/>
        <p:txBody>
          <a:bodyPr/>
          <a:lstStyle/>
          <a:p>
            <a:r>
              <a:rPr lang="en-AU" altLang="en-US"/>
              <a:t>There is a critical flaw in the protocol, as shown. This emphasises the need to be extremely careful in codifying assumptions, and tracking the timeliness of the flow of info in protocols. Designing secure protocols is not easy, and should not be done lightly. Great care and analysis is needed.</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GB" dirty="0"/>
              <a:t>Computer Org refers to everything under the ISA. Like an good interface, it’s completely transparent to the user.</a:t>
            </a:r>
          </a:p>
          <a:p>
            <a:r>
              <a:rPr lang="en-GB" dirty="0"/>
              <a:t>When you write code for x86, all x86 devices should be able to execute it. X86 is a bit more of a complicated instruction set as there are extensions to it and not all CPUs support all of them.</a:t>
            </a:r>
          </a:p>
          <a:p>
            <a:r>
              <a:rPr lang="en-GB" dirty="0"/>
              <a:t>That includes right up to today where only Intel support AVX-512.</a:t>
            </a:r>
          </a:p>
          <a:p>
            <a:r>
              <a:rPr lang="en-GB" dirty="0"/>
              <a:t>But by and large, you write x86 code and it will run on AMD and Intel CPUs – those are the two big vendors for x86 – fine. But both vendors implement the ISA differently.</a:t>
            </a:r>
          </a:p>
          <a:p>
            <a:r>
              <a:rPr lang="en-GB" dirty="0"/>
              <a:t>Ultimately, this can lead to individual instruction performance varying between vendors. This is an problem compilers solve for us.</a:t>
            </a:r>
            <a:endParaRPr lang="en-NZ" dirty="0"/>
          </a:p>
        </p:txBody>
      </p:sp>
    </p:spTree>
    <p:extLst>
      <p:ext uri="{BB962C8B-B14F-4D97-AF65-F5344CB8AC3E}">
        <p14:creationId xmlns:p14="http://schemas.microsoft.com/office/powerpoint/2010/main" val="4284853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66570-95B8-5DE6-D5A2-20FB6FC839DD}"/>
              </a:ext>
            </a:extLst>
          </p:cNvPr>
          <p:cNvSpPr>
            <a:spLocks noGrp="1"/>
          </p:cNvSpPr>
          <p:nvPr>
            <p:ph type="ctrTitle"/>
          </p:nvPr>
        </p:nvSpPr>
        <p:spPr>
          <a:xfrm>
            <a:off x="1143000" y="841772"/>
            <a:ext cx="6858000" cy="1790700"/>
          </a:xfrm>
        </p:spPr>
        <p:txBody>
          <a:bodyPr anchor="b"/>
          <a:lstStyle>
            <a:lvl1pPr algn="ctr">
              <a:defRPr sz="4500"/>
            </a:lvl1pPr>
          </a:lstStyle>
          <a:p>
            <a:r>
              <a:rPr lang="en-GB"/>
              <a:t>Click to edit Master title style</a:t>
            </a:r>
            <a:endParaRPr lang="en-US"/>
          </a:p>
        </p:txBody>
      </p:sp>
      <p:sp>
        <p:nvSpPr>
          <p:cNvPr id="3" name="Subtitle 2">
            <a:extLst>
              <a:ext uri="{FF2B5EF4-FFF2-40B4-BE49-F238E27FC236}">
                <a16:creationId xmlns:a16="http://schemas.microsoft.com/office/drawing/2014/main" id="{0B712BF5-C5D6-E731-A6D8-7968ECA05555}"/>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a:p>
        </p:txBody>
      </p:sp>
    </p:spTree>
    <p:extLst>
      <p:ext uri="{BB962C8B-B14F-4D97-AF65-F5344CB8AC3E}">
        <p14:creationId xmlns:p14="http://schemas.microsoft.com/office/powerpoint/2010/main" val="297069253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02219-AB65-FE2D-ACE3-77EB3F8925E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003D016-15D1-D591-236B-06F8324D76F0}"/>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FCD4F33-235F-401A-43D2-2D5DBB6FDD9A}"/>
              </a:ext>
            </a:extLst>
          </p:cNvPr>
          <p:cNvSpPr>
            <a:spLocks noGrp="1"/>
          </p:cNvSpPr>
          <p:nvPr>
            <p:ph type="dt" sz="half" idx="10"/>
          </p:nvPr>
        </p:nvSpPr>
        <p:spPr/>
        <p:txBody>
          <a:bodyPr/>
          <a:lstStyle/>
          <a:p>
            <a:fld id="{40A240A3-0613-4689-813E-E4355494E1FA}" type="datetimeFigureOut">
              <a:rPr lang="en-US" smtClean="0"/>
              <a:t>5/18/23</a:t>
            </a:fld>
            <a:endParaRPr lang="en-US" dirty="0"/>
          </a:p>
        </p:txBody>
      </p:sp>
      <p:sp>
        <p:nvSpPr>
          <p:cNvPr id="5" name="Footer Placeholder 4">
            <a:extLst>
              <a:ext uri="{FF2B5EF4-FFF2-40B4-BE49-F238E27FC236}">
                <a16:creationId xmlns:a16="http://schemas.microsoft.com/office/drawing/2014/main" id="{2E3DB908-6BC4-562B-29CD-36BA01E9A65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E664D8B-2EA4-7AE8-6D21-5F2FF4FA8677}"/>
              </a:ext>
            </a:extLst>
          </p:cNvPr>
          <p:cNvSpPr>
            <a:spLocks noGrp="1"/>
          </p:cNvSpPr>
          <p:nvPr>
            <p:ph type="sldNum" sz="quarter" idx="12"/>
          </p:nvPr>
        </p:nvSpPr>
        <p:spPr/>
        <p:txBody>
          <a:bodyPr/>
          <a:lstStyle/>
          <a:p>
            <a:fld id="{9594A81A-883A-4A0F-ADC4-0AABFDE240E9}" type="slidenum">
              <a:rPr lang="en-US" smtClean="0"/>
              <a:t>‹#›</a:t>
            </a:fld>
            <a:endParaRPr lang="en-US"/>
          </a:p>
        </p:txBody>
      </p:sp>
    </p:spTree>
    <p:extLst>
      <p:ext uri="{BB962C8B-B14F-4D97-AF65-F5344CB8AC3E}">
        <p14:creationId xmlns:p14="http://schemas.microsoft.com/office/powerpoint/2010/main" val="165123649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3001C-C13E-8F47-3F73-C588157CB4EC}"/>
              </a:ext>
            </a:extLst>
          </p:cNvPr>
          <p:cNvSpPr>
            <a:spLocks noGrp="1"/>
          </p:cNvSpPr>
          <p:nvPr>
            <p:ph type="title"/>
          </p:nvPr>
        </p:nvSpPr>
        <p:spPr>
          <a:xfrm>
            <a:off x="623888" y="1282304"/>
            <a:ext cx="7886700" cy="2139553"/>
          </a:xfrm>
        </p:spPr>
        <p:txBody>
          <a:bodyPr anchor="b"/>
          <a:lstStyle>
            <a:lvl1pPr>
              <a:defRPr sz="45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7576049-5E6E-6DDA-A7F7-F4027C5EA8BC}"/>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A4A0EDF7-C31F-7935-E51A-F82004622FFB}"/>
              </a:ext>
            </a:extLst>
          </p:cNvPr>
          <p:cNvSpPr>
            <a:spLocks noGrp="1"/>
          </p:cNvSpPr>
          <p:nvPr>
            <p:ph type="dt" sz="half" idx="10"/>
          </p:nvPr>
        </p:nvSpPr>
        <p:spPr/>
        <p:txBody>
          <a:bodyPr/>
          <a:lstStyle/>
          <a:p>
            <a:fld id="{24549E44-71DD-6C49-A4A4-0601EE6BFEC7}" type="datetimeFigureOut">
              <a:rPr lang="en-US" smtClean="0"/>
              <a:t>5/18/23</a:t>
            </a:fld>
            <a:endParaRPr lang="en-US"/>
          </a:p>
        </p:txBody>
      </p:sp>
      <p:sp>
        <p:nvSpPr>
          <p:cNvPr id="5" name="Footer Placeholder 4">
            <a:extLst>
              <a:ext uri="{FF2B5EF4-FFF2-40B4-BE49-F238E27FC236}">
                <a16:creationId xmlns:a16="http://schemas.microsoft.com/office/drawing/2014/main" id="{B1C42519-9C29-BF13-C6F2-82F30A84F3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B5C627-1E3A-78CE-1B0C-A483CA479684}"/>
              </a:ext>
            </a:extLst>
          </p:cNvPr>
          <p:cNvSpPr>
            <a:spLocks noGrp="1"/>
          </p:cNvSpPr>
          <p:nvPr>
            <p:ph type="sldNum" sz="quarter" idx="12"/>
          </p:nvPr>
        </p:nvSpPr>
        <p:spPr/>
        <p:txBody>
          <a:bodyPr/>
          <a:lstStyle/>
          <a:p>
            <a:fld id="{78BCABF6-B811-3D4E-82F0-BC6B652F0D92}" type="slidenum">
              <a:rPr lang="en-US" smtClean="0"/>
              <a:t>‹#›</a:t>
            </a:fld>
            <a:endParaRPr lang="en-US"/>
          </a:p>
        </p:txBody>
      </p:sp>
    </p:spTree>
    <p:extLst>
      <p:ext uri="{BB962C8B-B14F-4D97-AF65-F5344CB8AC3E}">
        <p14:creationId xmlns:p14="http://schemas.microsoft.com/office/powerpoint/2010/main" val="154563316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BF54D-6445-BD13-0669-48568DDD055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B4A8BF3-852B-8430-FAE8-47BE4A19CBD3}"/>
              </a:ext>
            </a:extLst>
          </p:cNvPr>
          <p:cNvSpPr>
            <a:spLocks noGrp="1"/>
          </p:cNvSpPr>
          <p:nvPr>
            <p:ph sz="half" idx="1"/>
          </p:nvPr>
        </p:nvSpPr>
        <p:spPr>
          <a:xfrm>
            <a:off x="628650" y="1369219"/>
            <a:ext cx="3886200" cy="326350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5D3D8CE-CF88-40CC-77A9-66F160C69EE1}"/>
              </a:ext>
            </a:extLst>
          </p:cNvPr>
          <p:cNvSpPr>
            <a:spLocks noGrp="1"/>
          </p:cNvSpPr>
          <p:nvPr>
            <p:ph sz="half" idx="2"/>
          </p:nvPr>
        </p:nvSpPr>
        <p:spPr>
          <a:xfrm>
            <a:off x="4629150" y="1369219"/>
            <a:ext cx="3886200" cy="326350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536689FD-4C0B-B9F8-8485-24E16DFBDFD0}"/>
              </a:ext>
            </a:extLst>
          </p:cNvPr>
          <p:cNvSpPr>
            <a:spLocks noGrp="1"/>
          </p:cNvSpPr>
          <p:nvPr>
            <p:ph type="dt" sz="half" idx="10"/>
          </p:nvPr>
        </p:nvSpPr>
        <p:spPr/>
        <p:txBody>
          <a:bodyPr/>
          <a:lstStyle/>
          <a:p>
            <a:fld id="{24549E44-71DD-6C49-A4A4-0601EE6BFEC7}" type="datetimeFigureOut">
              <a:rPr lang="en-US" smtClean="0"/>
              <a:t>5/18/23</a:t>
            </a:fld>
            <a:endParaRPr lang="en-US"/>
          </a:p>
        </p:txBody>
      </p:sp>
      <p:sp>
        <p:nvSpPr>
          <p:cNvPr id="6" name="Footer Placeholder 5">
            <a:extLst>
              <a:ext uri="{FF2B5EF4-FFF2-40B4-BE49-F238E27FC236}">
                <a16:creationId xmlns:a16="http://schemas.microsoft.com/office/drawing/2014/main" id="{9BD33221-1CF3-AD56-BF37-4632D278BF0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67EAC9-2D5A-FBF9-EE06-703F786E35CC}"/>
              </a:ext>
            </a:extLst>
          </p:cNvPr>
          <p:cNvSpPr>
            <a:spLocks noGrp="1"/>
          </p:cNvSpPr>
          <p:nvPr>
            <p:ph type="sldNum" sz="quarter" idx="12"/>
          </p:nvPr>
        </p:nvSpPr>
        <p:spPr/>
        <p:txBody>
          <a:bodyPr/>
          <a:lstStyle/>
          <a:p>
            <a:fld id="{78BCABF6-B811-3D4E-82F0-BC6B652F0D92}" type="slidenum">
              <a:rPr lang="en-US" smtClean="0"/>
              <a:t>‹#›</a:t>
            </a:fld>
            <a:endParaRPr lang="en-US"/>
          </a:p>
        </p:txBody>
      </p:sp>
    </p:spTree>
    <p:extLst>
      <p:ext uri="{BB962C8B-B14F-4D97-AF65-F5344CB8AC3E}">
        <p14:creationId xmlns:p14="http://schemas.microsoft.com/office/powerpoint/2010/main" val="14325286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29917-703F-03C7-A2D5-4C12D0E2353E}"/>
              </a:ext>
            </a:extLst>
          </p:cNvPr>
          <p:cNvSpPr>
            <a:spLocks noGrp="1"/>
          </p:cNvSpPr>
          <p:nvPr>
            <p:ph type="title"/>
          </p:nvPr>
        </p:nvSpPr>
        <p:spPr>
          <a:xfrm>
            <a:off x="629841" y="273844"/>
            <a:ext cx="7886700" cy="994172"/>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797B31B0-773F-4F5A-BF24-575385174ED3}"/>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 name="Content Placeholder 3">
            <a:extLst>
              <a:ext uri="{FF2B5EF4-FFF2-40B4-BE49-F238E27FC236}">
                <a16:creationId xmlns:a16="http://schemas.microsoft.com/office/drawing/2014/main" id="{B049D277-37B8-F8CC-887D-58BD41E46007}"/>
              </a:ext>
            </a:extLst>
          </p:cNvPr>
          <p:cNvSpPr>
            <a:spLocks noGrp="1"/>
          </p:cNvSpPr>
          <p:nvPr>
            <p:ph sz="half" idx="2"/>
          </p:nvPr>
        </p:nvSpPr>
        <p:spPr>
          <a:xfrm>
            <a:off x="629842" y="1878806"/>
            <a:ext cx="3868340" cy="276344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F22D8FB4-38B5-0E15-4F22-B32A2BF11C74}"/>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Content Placeholder 5">
            <a:extLst>
              <a:ext uri="{FF2B5EF4-FFF2-40B4-BE49-F238E27FC236}">
                <a16:creationId xmlns:a16="http://schemas.microsoft.com/office/drawing/2014/main" id="{D53752E9-EC2D-9E28-462C-B37B683E0A67}"/>
              </a:ext>
            </a:extLst>
          </p:cNvPr>
          <p:cNvSpPr>
            <a:spLocks noGrp="1"/>
          </p:cNvSpPr>
          <p:nvPr>
            <p:ph sz="quarter" idx="4"/>
          </p:nvPr>
        </p:nvSpPr>
        <p:spPr>
          <a:xfrm>
            <a:off x="4629150" y="1878806"/>
            <a:ext cx="3887391" cy="276344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07508B25-2405-6071-BD9F-FEDDB0D43B8F}"/>
              </a:ext>
            </a:extLst>
          </p:cNvPr>
          <p:cNvSpPr>
            <a:spLocks noGrp="1"/>
          </p:cNvSpPr>
          <p:nvPr>
            <p:ph type="dt" sz="half" idx="10"/>
          </p:nvPr>
        </p:nvSpPr>
        <p:spPr/>
        <p:txBody>
          <a:bodyPr/>
          <a:lstStyle/>
          <a:p>
            <a:fld id="{24549E44-71DD-6C49-A4A4-0601EE6BFEC7}" type="datetimeFigureOut">
              <a:rPr lang="en-US" smtClean="0"/>
              <a:t>5/18/23</a:t>
            </a:fld>
            <a:endParaRPr lang="en-US"/>
          </a:p>
        </p:txBody>
      </p:sp>
      <p:sp>
        <p:nvSpPr>
          <p:cNvPr id="8" name="Footer Placeholder 7">
            <a:extLst>
              <a:ext uri="{FF2B5EF4-FFF2-40B4-BE49-F238E27FC236}">
                <a16:creationId xmlns:a16="http://schemas.microsoft.com/office/drawing/2014/main" id="{DEA7A94F-6F74-54F9-6FD6-B2287FF3BAE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0020276-4B06-9BB8-F389-4C2D09B75112}"/>
              </a:ext>
            </a:extLst>
          </p:cNvPr>
          <p:cNvSpPr>
            <a:spLocks noGrp="1"/>
          </p:cNvSpPr>
          <p:nvPr>
            <p:ph type="sldNum" sz="quarter" idx="12"/>
          </p:nvPr>
        </p:nvSpPr>
        <p:spPr/>
        <p:txBody>
          <a:bodyPr/>
          <a:lstStyle/>
          <a:p>
            <a:fld id="{78BCABF6-B811-3D4E-82F0-BC6B652F0D92}" type="slidenum">
              <a:rPr lang="en-US" smtClean="0"/>
              <a:t>‹#›</a:t>
            </a:fld>
            <a:endParaRPr lang="en-US"/>
          </a:p>
        </p:txBody>
      </p:sp>
    </p:spTree>
    <p:extLst>
      <p:ext uri="{BB962C8B-B14F-4D97-AF65-F5344CB8AC3E}">
        <p14:creationId xmlns:p14="http://schemas.microsoft.com/office/powerpoint/2010/main" val="230434665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1F2B0-B77C-B08D-B062-DE3D74AA3FAF}"/>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28AD1E19-A207-A9E6-9C2C-728DB8E98FDD}"/>
              </a:ext>
            </a:extLst>
          </p:cNvPr>
          <p:cNvSpPr>
            <a:spLocks noGrp="1"/>
          </p:cNvSpPr>
          <p:nvPr>
            <p:ph type="dt" sz="half" idx="10"/>
          </p:nvPr>
        </p:nvSpPr>
        <p:spPr/>
        <p:txBody>
          <a:bodyPr/>
          <a:lstStyle/>
          <a:p>
            <a:fld id="{24549E44-71DD-6C49-A4A4-0601EE6BFEC7}" type="datetimeFigureOut">
              <a:rPr lang="en-US" smtClean="0"/>
              <a:t>5/18/23</a:t>
            </a:fld>
            <a:endParaRPr lang="en-US"/>
          </a:p>
        </p:txBody>
      </p:sp>
      <p:sp>
        <p:nvSpPr>
          <p:cNvPr id="4" name="Footer Placeholder 3">
            <a:extLst>
              <a:ext uri="{FF2B5EF4-FFF2-40B4-BE49-F238E27FC236}">
                <a16:creationId xmlns:a16="http://schemas.microsoft.com/office/drawing/2014/main" id="{C7B67EE3-E7C1-1B6D-7B46-A58F375E6FD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E31C9CD-5CC5-2CAB-BFCC-FDA2C6D99790}"/>
              </a:ext>
            </a:extLst>
          </p:cNvPr>
          <p:cNvSpPr>
            <a:spLocks noGrp="1"/>
          </p:cNvSpPr>
          <p:nvPr>
            <p:ph type="sldNum" sz="quarter" idx="12"/>
          </p:nvPr>
        </p:nvSpPr>
        <p:spPr/>
        <p:txBody>
          <a:bodyPr/>
          <a:lstStyle/>
          <a:p>
            <a:fld id="{78BCABF6-B811-3D4E-82F0-BC6B652F0D92}" type="slidenum">
              <a:rPr lang="en-US" smtClean="0"/>
              <a:t>‹#›</a:t>
            </a:fld>
            <a:endParaRPr lang="en-US"/>
          </a:p>
        </p:txBody>
      </p:sp>
    </p:spTree>
    <p:extLst>
      <p:ext uri="{BB962C8B-B14F-4D97-AF65-F5344CB8AC3E}">
        <p14:creationId xmlns:p14="http://schemas.microsoft.com/office/powerpoint/2010/main" val="394087290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30AFF74-3B3F-C92F-E58A-E90BE273176F}"/>
              </a:ext>
            </a:extLst>
          </p:cNvPr>
          <p:cNvSpPr>
            <a:spLocks noGrp="1"/>
          </p:cNvSpPr>
          <p:nvPr>
            <p:ph type="dt" sz="half" idx="10"/>
          </p:nvPr>
        </p:nvSpPr>
        <p:spPr/>
        <p:txBody>
          <a:bodyPr/>
          <a:lstStyle/>
          <a:p>
            <a:fld id="{24549E44-71DD-6C49-A4A4-0601EE6BFEC7}" type="datetimeFigureOut">
              <a:rPr lang="en-US" smtClean="0"/>
              <a:t>5/18/23</a:t>
            </a:fld>
            <a:endParaRPr lang="en-US"/>
          </a:p>
        </p:txBody>
      </p:sp>
      <p:sp>
        <p:nvSpPr>
          <p:cNvPr id="3" name="Footer Placeholder 2">
            <a:extLst>
              <a:ext uri="{FF2B5EF4-FFF2-40B4-BE49-F238E27FC236}">
                <a16:creationId xmlns:a16="http://schemas.microsoft.com/office/drawing/2014/main" id="{5EA1912D-7B30-CF24-B1B6-8013D5F88B4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00D86DA-B53B-6484-36FB-FE7B2A905C66}"/>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39066695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53753-A728-456F-8005-84F1589D2BA3}"/>
              </a:ext>
            </a:extLst>
          </p:cNvPr>
          <p:cNvSpPr>
            <a:spLocks noGrp="1"/>
          </p:cNvSpPr>
          <p:nvPr>
            <p:ph type="title"/>
          </p:nvPr>
        </p:nvSpPr>
        <p:spPr>
          <a:xfrm>
            <a:off x="629841" y="342900"/>
            <a:ext cx="2949178" cy="1200150"/>
          </a:xfrm>
        </p:spPr>
        <p:txBody>
          <a:bodyPr anchor="b"/>
          <a:lstStyle>
            <a:lvl1pPr>
              <a:defRPr sz="24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EAACA560-09E8-F400-F779-834AC027186B}"/>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07BD3F1B-FA40-9DB3-781C-82A6381E12B2}"/>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a:extLst>
              <a:ext uri="{FF2B5EF4-FFF2-40B4-BE49-F238E27FC236}">
                <a16:creationId xmlns:a16="http://schemas.microsoft.com/office/drawing/2014/main" id="{87FFF291-12DC-3EA9-F8A1-997F54254470}"/>
              </a:ext>
            </a:extLst>
          </p:cNvPr>
          <p:cNvSpPr>
            <a:spLocks noGrp="1"/>
          </p:cNvSpPr>
          <p:nvPr>
            <p:ph type="dt" sz="half" idx="10"/>
          </p:nvPr>
        </p:nvSpPr>
        <p:spPr/>
        <p:txBody>
          <a:bodyPr/>
          <a:lstStyle/>
          <a:p>
            <a:fld id="{24549E44-71DD-6C49-A4A4-0601EE6BFEC7}" type="datetimeFigureOut">
              <a:rPr lang="en-US" smtClean="0"/>
              <a:t>5/18/23</a:t>
            </a:fld>
            <a:endParaRPr lang="en-US"/>
          </a:p>
        </p:txBody>
      </p:sp>
      <p:sp>
        <p:nvSpPr>
          <p:cNvPr id="6" name="Footer Placeholder 5">
            <a:extLst>
              <a:ext uri="{FF2B5EF4-FFF2-40B4-BE49-F238E27FC236}">
                <a16:creationId xmlns:a16="http://schemas.microsoft.com/office/drawing/2014/main" id="{242E77AA-9DD2-E27E-A36A-FF7E1105AE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79C218-060C-534A-29F2-C1988E815D10}"/>
              </a:ext>
            </a:extLst>
          </p:cNvPr>
          <p:cNvSpPr>
            <a:spLocks noGrp="1"/>
          </p:cNvSpPr>
          <p:nvPr>
            <p:ph type="sldNum" sz="quarter" idx="12"/>
          </p:nvPr>
        </p:nvSpPr>
        <p:spPr/>
        <p:txBody>
          <a:bodyPr/>
          <a:lstStyle/>
          <a:p>
            <a:fld id="{78BCABF6-B811-3D4E-82F0-BC6B652F0D92}" type="slidenum">
              <a:rPr lang="en-US" smtClean="0"/>
              <a:t>‹#›</a:t>
            </a:fld>
            <a:endParaRPr lang="en-US"/>
          </a:p>
        </p:txBody>
      </p:sp>
    </p:spTree>
    <p:extLst>
      <p:ext uri="{BB962C8B-B14F-4D97-AF65-F5344CB8AC3E}">
        <p14:creationId xmlns:p14="http://schemas.microsoft.com/office/powerpoint/2010/main" val="168927343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15A86-F2B1-AE86-B510-11C90914D902}"/>
              </a:ext>
            </a:extLst>
          </p:cNvPr>
          <p:cNvSpPr>
            <a:spLocks noGrp="1"/>
          </p:cNvSpPr>
          <p:nvPr>
            <p:ph type="title"/>
          </p:nvPr>
        </p:nvSpPr>
        <p:spPr>
          <a:xfrm>
            <a:off x="629841" y="342900"/>
            <a:ext cx="2949178" cy="1200150"/>
          </a:xfrm>
        </p:spPr>
        <p:txBody>
          <a:bodyPr anchor="b"/>
          <a:lstStyle>
            <a:lvl1pPr>
              <a:defRPr sz="24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91F08B7D-2255-08A1-1949-7A6AEDD85A56}"/>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1C13767B-40CE-2E03-5496-457B4EFE4F46}"/>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a:extLst>
              <a:ext uri="{FF2B5EF4-FFF2-40B4-BE49-F238E27FC236}">
                <a16:creationId xmlns:a16="http://schemas.microsoft.com/office/drawing/2014/main" id="{14ECCCFC-DF9C-D0A4-1D42-CCD9CF077FE2}"/>
              </a:ext>
            </a:extLst>
          </p:cNvPr>
          <p:cNvSpPr>
            <a:spLocks noGrp="1"/>
          </p:cNvSpPr>
          <p:nvPr>
            <p:ph type="dt" sz="half" idx="10"/>
          </p:nvPr>
        </p:nvSpPr>
        <p:spPr/>
        <p:txBody>
          <a:bodyPr/>
          <a:lstStyle/>
          <a:p>
            <a:fld id="{24549E44-71DD-6C49-A4A4-0601EE6BFEC7}" type="datetimeFigureOut">
              <a:rPr lang="en-US" smtClean="0"/>
              <a:t>5/18/23</a:t>
            </a:fld>
            <a:endParaRPr lang="en-US"/>
          </a:p>
        </p:txBody>
      </p:sp>
      <p:sp>
        <p:nvSpPr>
          <p:cNvPr id="6" name="Footer Placeholder 5">
            <a:extLst>
              <a:ext uri="{FF2B5EF4-FFF2-40B4-BE49-F238E27FC236}">
                <a16:creationId xmlns:a16="http://schemas.microsoft.com/office/drawing/2014/main" id="{09345022-5F34-C473-5BF6-28EC0B0456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315984-408A-3992-7402-2A89E6CAF418}"/>
              </a:ext>
            </a:extLst>
          </p:cNvPr>
          <p:cNvSpPr>
            <a:spLocks noGrp="1"/>
          </p:cNvSpPr>
          <p:nvPr>
            <p:ph type="sldNum" sz="quarter" idx="12"/>
          </p:nvPr>
        </p:nvSpPr>
        <p:spPr/>
        <p:txBody>
          <a:bodyPr/>
          <a:lstStyle/>
          <a:p>
            <a:fld id="{78BCABF6-B811-3D4E-82F0-BC6B652F0D92}" type="slidenum">
              <a:rPr lang="en-US" smtClean="0"/>
              <a:t>‹#›</a:t>
            </a:fld>
            <a:endParaRPr lang="en-US"/>
          </a:p>
        </p:txBody>
      </p:sp>
    </p:spTree>
    <p:extLst>
      <p:ext uri="{BB962C8B-B14F-4D97-AF65-F5344CB8AC3E}">
        <p14:creationId xmlns:p14="http://schemas.microsoft.com/office/powerpoint/2010/main" val="34251917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0760C-3616-A4B4-D5B2-552DC998D302}"/>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D1E02908-5A8A-3CFB-CD04-FA2792F4FBC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F2901AA-9C88-1C27-887A-CE73D5CC648C}"/>
              </a:ext>
            </a:extLst>
          </p:cNvPr>
          <p:cNvSpPr>
            <a:spLocks noGrp="1"/>
          </p:cNvSpPr>
          <p:nvPr>
            <p:ph type="dt" sz="half" idx="10"/>
          </p:nvPr>
        </p:nvSpPr>
        <p:spPr/>
        <p:txBody>
          <a:bodyPr/>
          <a:lstStyle/>
          <a:p>
            <a:fld id="{24549E44-71DD-6C49-A4A4-0601EE6BFEC7}" type="datetimeFigureOut">
              <a:rPr lang="en-US" smtClean="0"/>
              <a:t>5/18/23</a:t>
            </a:fld>
            <a:endParaRPr lang="en-US"/>
          </a:p>
        </p:txBody>
      </p:sp>
      <p:sp>
        <p:nvSpPr>
          <p:cNvPr id="5" name="Footer Placeholder 4">
            <a:extLst>
              <a:ext uri="{FF2B5EF4-FFF2-40B4-BE49-F238E27FC236}">
                <a16:creationId xmlns:a16="http://schemas.microsoft.com/office/drawing/2014/main" id="{84C39756-4FE9-D7A5-DC09-E2E455E867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7DBA13-EBAA-82C0-5516-CC6F603AE390}"/>
              </a:ext>
            </a:extLst>
          </p:cNvPr>
          <p:cNvSpPr>
            <a:spLocks noGrp="1"/>
          </p:cNvSpPr>
          <p:nvPr>
            <p:ph type="sldNum" sz="quarter" idx="12"/>
          </p:nvPr>
        </p:nvSpPr>
        <p:spPr/>
        <p:txBody>
          <a:bodyPr/>
          <a:lstStyle/>
          <a:p>
            <a:fld id="{78BCABF6-B811-3D4E-82F0-BC6B652F0D92}" type="slidenum">
              <a:rPr lang="en-US" smtClean="0"/>
              <a:t>‹#›</a:t>
            </a:fld>
            <a:endParaRPr lang="en-US"/>
          </a:p>
        </p:txBody>
      </p:sp>
    </p:spTree>
    <p:extLst>
      <p:ext uri="{BB962C8B-B14F-4D97-AF65-F5344CB8AC3E}">
        <p14:creationId xmlns:p14="http://schemas.microsoft.com/office/powerpoint/2010/main" val="86399973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698F938-542A-5209-78A7-3C93137C2D15}"/>
              </a:ext>
            </a:extLst>
          </p:cNvPr>
          <p:cNvSpPr>
            <a:spLocks noGrp="1"/>
          </p:cNvSpPr>
          <p:nvPr>
            <p:ph type="title" orient="vert"/>
          </p:nvPr>
        </p:nvSpPr>
        <p:spPr>
          <a:xfrm>
            <a:off x="6543675" y="273844"/>
            <a:ext cx="1971675" cy="4358879"/>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685D2752-3F80-0D40-26D1-4F2C5AAB0F21}"/>
              </a:ext>
            </a:extLst>
          </p:cNvPr>
          <p:cNvSpPr>
            <a:spLocks noGrp="1"/>
          </p:cNvSpPr>
          <p:nvPr>
            <p:ph type="body" orient="vert" idx="1"/>
          </p:nvPr>
        </p:nvSpPr>
        <p:spPr>
          <a:xfrm>
            <a:off x="628650" y="273844"/>
            <a:ext cx="5800725" cy="4358879"/>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AAA9547-872C-3DAB-9677-CBBA46125FAF}"/>
              </a:ext>
            </a:extLst>
          </p:cNvPr>
          <p:cNvSpPr>
            <a:spLocks noGrp="1"/>
          </p:cNvSpPr>
          <p:nvPr>
            <p:ph type="dt" sz="half" idx="10"/>
          </p:nvPr>
        </p:nvSpPr>
        <p:spPr/>
        <p:txBody>
          <a:bodyPr/>
          <a:lstStyle/>
          <a:p>
            <a:fld id="{24549E44-71DD-6C49-A4A4-0601EE6BFEC7}" type="datetimeFigureOut">
              <a:rPr lang="en-US" smtClean="0"/>
              <a:t>5/18/23</a:t>
            </a:fld>
            <a:endParaRPr lang="en-US"/>
          </a:p>
        </p:txBody>
      </p:sp>
      <p:sp>
        <p:nvSpPr>
          <p:cNvPr id="5" name="Footer Placeholder 4">
            <a:extLst>
              <a:ext uri="{FF2B5EF4-FFF2-40B4-BE49-F238E27FC236}">
                <a16:creationId xmlns:a16="http://schemas.microsoft.com/office/drawing/2014/main" id="{35F85E88-6092-CA91-4E3B-9BA3DE33AD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C47F6F-D7F2-2911-D3D8-5620FDF5A7D4}"/>
              </a:ext>
            </a:extLst>
          </p:cNvPr>
          <p:cNvSpPr>
            <a:spLocks noGrp="1"/>
          </p:cNvSpPr>
          <p:nvPr>
            <p:ph type="sldNum" sz="quarter" idx="12"/>
          </p:nvPr>
        </p:nvSpPr>
        <p:spPr/>
        <p:txBody>
          <a:bodyPr/>
          <a:lstStyle/>
          <a:p>
            <a:fld id="{78BCABF6-B811-3D4E-82F0-BC6B652F0D92}" type="slidenum">
              <a:rPr lang="en-US" smtClean="0"/>
              <a:t>‹#›</a:t>
            </a:fld>
            <a:endParaRPr lang="en-US"/>
          </a:p>
        </p:txBody>
      </p:sp>
    </p:spTree>
    <p:extLst>
      <p:ext uri="{BB962C8B-B14F-4D97-AF65-F5344CB8AC3E}">
        <p14:creationId xmlns:p14="http://schemas.microsoft.com/office/powerpoint/2010/main" val="388067239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wo columns" preserve="1" userDrawn="1">
  <p:cSld name="1_Title and two columns">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311700" y="405735"/>
            <a:ext cx="8520600" cy="5589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6" name="Google Shape;26;p5"/>
          <p:cNvSpPr txBox="1">
            <a:spLocks noGrp="1"/>
          </p:cNvSpPr>
          <p:nvPr>
            <p:ph type="body" idx="1"/>
          </p:nvPr>
        </p:nvSpPr>
        <p:spPr>
          <a:xfrm>
            <a:off x="311700" y="964635"/>
            <a:ext cx="8520600" cy="3604240"/>
          </a:xfrm>
          <a:prstGeom prst="rect">
            <a:avLst/>
          </a:prstGeom>
        </p:spPr>
        <p:txBody>
          <a:bodyPr spcFirstLastPara="1" wrap="square" lIns="91425" tIns="91425" rIns="91425" bIns="91425" anchor="t" anchorCtr="0">
            <a:noAutofit/>
          </a:bodyPr>
          <a:lstStyle>
            <a:lvl1pPr marL="457200" lvl="0" indent="-381000">
              <a:spcBef>
                <a:spcPts val="0"/>
              </a:spcBef>
              <a:spcAft>
                <a:spcPts val="0"/>
              </a:spcAft>
              <a:buSzPts val="2400"/>
              <a:buChar char="●"/>
              <a:defRPr/>
            </a:lvl1pPr>
            <a:lvl2pPr marL="914400" lvl="1" indent="-355600">
              <a:spcBef>
                <a:spcPts val="1600"/>
              </a:spcBef>
              <a:spcAft>
                <a:spcPts val="0"/>
              </a:spcAft>
              <a:buSzPts val="2000"/>
              <a:buChar char="○"/>
              <a:defRPr/>
            </a:lvl2pPr>
            <a:lvl3pPr marL="1371600" lvl="2" indent="-342900">
              <a:spcBef>
                <a:spcPts val="1600"/>
              </a:spcBef>
              <a:spcAft>
                <a:spcPts val="0"/>
              </a:spcAft>
              <a:buSzPts val="1800"/>
              <a:buChar char="■"/>
              <a:defRPr/>
            </a:lvl3pPr>
            <a:lvl4pPr marL="1828800" lvl="3" indent="-342900">
              <a:spcBef>
                <a:spcPts val="1600"/>
              </a:spcBef>
              <a:spcAft>
                <a:spcPts val="0"/>
              </a:spcAft>
              <a:buSzPts val="1800"/>
              <a:buChar char="●"/>
              <a:defRPr sz="1800"/>
            </a:lvl4pPr>
            <a:lvl5pPr marL="2286000" lvl="4" indent="-342900">
              <a:spcBef>
                <a:spcPts val="1600"/>
              </a:spcBef>
              <a:spcAft>
                <a:spcPts val="0"/>
              </a:spcAft>
              <a:buSzPts val="1800"/>
              <a:buChar char="○"/>
              <a:defRPr sz="1800"/>
            </a:lvl5pPr>
            <a:lvl6pPr marL="2743200" lvl="5" indent="-342900">
              <a:spcBef>
                <a:spcPts val="1600"/>
              </a:spcBef>
              <a:spcAft>
                <a:spcPts val="0"/>
              </a:spcAft>
              <a:buSzPts val="1800"/>
              <a:buChar char="■"/>
              <a:defRPr sz="1800"/>
            </a:lvl6pPr>
            <a:lvl7pPr marL="3200400" lvl="6" indent="-342900">
              <a:spcBef>
                <a:spcPts val="1600"/>
              </a:spcBef>
              <a:spcAft>
                <a:spcPts val="0"/>
              </a:spcAft>
              <a:buSzPts val="1800"/>
              <a:buChar char="●"/>
              <a:defRPr sz="1800"/>
            </a:lvl7pPr>
            <a:lvl8pPr marL="3657600" lvl="7" indent="-342900">
              <a:spcBef>
                <a:spcPts val="1600"/>
              </a:spcBef>
              <a:spcAft>
                <a:spcPts val="0"/>
              </a:spcAft>
              <a:buSzPts val="1800"/>
              <a:buChar char="○"/>
              <a:defRPr sz="1800"/>
            </a:lvl8pPr>
            <a:lvl9pPr marL="4114800" lvl="8" indent="-342900">
              <a:spcBef>
                <a:spcPts val="1600"/>
              </a:spcBef>
              <a:spcAft>
                <a:spcPts val="1600"/>
              </a:spcAft>
              <a:buSzPts val="1800"/>
              <a:buChar char="■"/>
              <a:defRPr sz="1800"/>
            </a:lvl9pPr>
          </a:lstStyle>
          <a:p>
            <a:endParaRPr/>
          </a:p>
        </p:txBody>
      </p:sp>
      <p:sp>
        <p:nvSpPr>
          <p:cNvPr id="28" name="Google Shape;28;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261790550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85C450-8574-757A-2486-A448C9E252A4}"/>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05C5A72-1FEC-5C5A-61BB-FACE1C1473D3}"/>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9993FE1-C8B3-188D-6B96-C3E40C7510F6}"/>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4549E44-71DD-6C49-A4A4-0601EE6BFEC7}" type="datetimeFigureOut">
              <a:rPr lang="en-US" smtClean="0"/>
              <a:t>5/18/23</a:t>
            </a:fld>
            <a:endParaRPr lang="en-US"/>
          </a:p>
        </p:txBody>
      </p:sp>
      <p:sp>
        <p:nvSpPr>
          <p:cNvPr id="5" name="Footer Placeholder 4">
            <a:extLst>
              <a:ext uri="{FF2B5EF4-FFF2-40B4-BE49-F238E27FC236}">
                <a16:creationId xmlns:a16="http://schemas.microsoft.com/office/drawing/2014/main" id="{5A078645-7903-8D4A-A09B-F7157253B893}"/>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1E3F04E-0674-FD2A-63FE-07871971CAA0}"/>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78BCABF6-B811-3D4E-82F0-BC6B652F0D92}" type="slidenum">
              <a:rPr lang="en-US" smtClean="0"/>
              <a:t>‹#›</a:t>
            </a:fld>
            <a:endParaRPr lang="en-US"/>
          </a:p>
        </p:txBody>
      </p:sp>
      <p:pic>
        <p:nvPicPr>
          <p:cNvPr id="7" name="Picture 6">
            <a:extLst>
              <a:ext uri="{FF2B5EF4-FFF2-40B4-BE49-F238E27FC236}">
                <a16:creationId xmlns:a16="http://schemas.microsoft.com/office/drawing/2014/main" id="{01EEB176-65F7-3994-2809-64F92ADBA332}"/>
              </a:ext>
            </a:extLst>
          </p:cNvPr>
          <p:cNvPicPr>
            <a:picLocks noChangeAspect="1"/>
          </p:cNvPicPr>
          <p:nvPr userDrawn="1"/>
        </p:nvPicPr>
        <p:blipFill>
          <a:blip r:embed="rId14"/>
          <a:stretch>
            <a:fillRect/>
          </a:stretch>
        </p:blipFill>
        <p:spPr>
          <a:xfrm>
            <a:off x="311701" y="4713322"/>
            <a:ext cx="515017" cy="311158"/>
          </a:xfrm>
          <a:prstGeom prst="rect">
            <a:avLst/>
          </a:prstGeom>
        </p:spPr>
      </p:pic>
      <p:sp>
        <p:nvSpPr>
          <p:cNvPr id="8" name="TextBox 7">
            <a:extLst>
              <a:ext uri="{FF2B5EF4-FFF2-40B4-BE49-F238E27FC236}">
                <a16:creationId xmlns:a16="http://schemas.microsoft.com/office/drawing/2014/main" id="{EC51DFF7-6434-C324-3775-A377719C1481}"/>
              </a:ext>
            </a:extLst>
          </p:cNvPr>
          <p:cNvSpPr txBox="1"/>
          <p:nvPr userDrawn="1"/>
        </p:nvSpPr>
        <p:spPr>
          <a:xfrm>
            <a:off x="914401" y="4756889"/>
            <a:ext cx="3832963" cy="261610"/>
          </a:xfrm>
          <a:prstGeom prst="rect">
            <a:avLst/>
          </a:prstGeom>
          <a:noFill/>
        </p:spPr>
        <p:txBody>
          <a:bodyPr wrap="square" rtlCol="0">
            <a:spAutoFit/>
          </a:bodyPr>
          <a:lstStyle/>
          <a:p>
            <a:pPr lvl="0" algn="l"/>
            <a:r>
              <a:rPr lang="en-NZ" sz="1100" b="1" dirty="0">
                <a:latin typeface="Lucida Sans" panose="020B0602030504020204" pitchFamily="34" charset="0"/>
              </a:rPr>
              <a:t>CROW Lab</a:t>
            </a:r>
            <a:r>
              <a:rPr lang="en-NZ" sz="1100" b="1" baseline="0" dirty="0">
                <a:latin typeface="Lucida Sans" panose="020B0602030504020204" pitchFamily="34" charset="0"/>
              </a:rPr>
              <a:t> </a:t>
            </a:r>
            <a:r>
              <a:rPr lang="en-NZ" sz="1100" i="1" dirty="0">
                <a:latin typeface="Lucida Sans" panose="020B0602030504020204" pitchFamily="34" charset="0"/>
              </a:rPr>
              <a:t>Cybersecurity Researchers of Waikato</a:t>
            </a:r>
          </a:p>
        </p:txBody>
      </p:sp>
      <p:cxnSp>
        <p:nvCxnSpPr>
          <p:cNvPr id="9" name="Google Shape;11;p1">
            <a:extLst>
              <a:ext uri="{FF2B5EF4-FFF2-40B4-BE49-F238E27FC236}">
                <a16:creationId xmlns:a16="http://schemas.microsoft.com/office/drawing/2014/main" id="{28EB5985-B5C4-DF2C-4F60-F41D8DA21E41}"/>
              </a:ext>
            </a:extLst>
          </p:cNvPr>
          <p:cNvCxnSpPr/>
          <p:nvPr userDrawn="1"/>
        </p:nvCxnSpPr>
        <p:spPr>
          <a:xfrm>
            <a:off x="63750" y="4648985"/>
            <a:ext cx="9016500" cy="0"/>
          </a:xfrm>
          <a:prstGeom prst="straightConnector1">
            <a:avLst/>
          </a:prstGeom>
          <a:noFill/>
          <a:ln w="28575" cap="flat" cmpd="sng">
            <a:solidFill>
              <a:srgbClr val="FF9900"/>
            </a:solidFill>
            <a:prstDash val="solid"/>
            <a:round/>
            <a:headEnd type="none" w="med" len="med"/>
            <a:tailEnd type="none" w="med" len="med"/>
          </a:ln>
        </p:spPr>
      </p:cxnSp>
    </p:spTree>
    <p:extLst>
      <p:ext uri="{BB962C8B-B14F-4D97-AF65-F5344CB8AC3E}">
        <p14:creationId xmlns:p14="http://schemas.microsoft.com/office/powerpoint/2010/main" val="3700107510"/>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60" r:id="rId12"/>
  </p:sldLayoutIdLst>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hyperlink" Target="https://www.wired.com/story/critical-intel-flaw-breaks-basic-security-for-most-computers/" TargetMode="External"/><Relationship Id="rId7" Type="http://schemas.openxmlformats.org/officeDocument/2006/relationships/hyperlink" Target="https://www.theverge.com/2018/1/3/16844630/intel-processor-security-flaw-bug-kernel-windows-linux" TargetMode="Externa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hyperlink" Target="https://arstechnica.com/gadgets/2018/01/meltdown-and-spectre-heres-what-intel-apple-microsoft-others-are-doing-about-it/" TargetMode="External"/><Relationship Id="rId4" Type="http://schemas.openxmlformats.org/officeDocument/2006/relationships/image" Target="../media/image3.png"/><Relationship Id="rId9"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arstechnica.com/gadgets/2009/09/ibms-8-core-power7-twice-the-muscle-half-the-transistors/" TargetMode="External"/><Relationship Id="rId2" Type="http://schemas.openxmlformats.org/officeDocument/2006/relationships/image" Target="../media/image9.jpe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p13"/>
          <p:cNvSpPr txBox="1">
            <a:spLocks noGrp="1"/>
          </p:cNvSpPr>
          <p:nvPr>
            <p:ph type="ctrTitle"/>
          </p:nvPr>
        </p:nvSpPr>
        <p:spPr>
          <a:xfrm>
            <a:off x="311708" y="744575"/>
            <a:ext cx="8520600" cy="170758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3200" dirty="0"/>
              <a:t>COMPX304-23A</a:t>
            </a:r>
            <a:br>
              <a:rPr lang="en" sz="3200" dirty="0"/>
            </a:br>
            <a:r>
              <a:rPr lang="en" sz="3200" dirty="0"/>
              <a:t>Advanced Networking and Cybersecurity</a:t>
            </a:r>
            <a:endParaRPr sz="3200" dirty="0"/>
          </a:p>
        </p:txBody>
      </p:sp>
      <p:sp>
        <p:nvSpPr>
          <p:cNvPr id="59" name="Google Shape;59;p13"/>
          <p:cNvSpPr txBox="1">
            <a:spLocks noGrp="1"/>
          </p:cNvSpPr>
          <p:nvPr>
            <p:ph type="subTitle" idx="1"/>
          </p:nvPr>
        </p:nvSpPr>
        <p:spPr>
          <a:xfrm>
            <a:off x="311700" y="2452156"/>
            <a:ext cx="85206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NZ" dirty="0"/>
              <a:t>Week 10</a:t>
            </a:r>
          </a:p>
          <a:p>
            <a:pPr marL="0" lvl="0" indent="0" algn="ctr" rtl="0">
              <a:spcBef>
                <a:spcPts val="0"/>
              </a:spcBef>
              <a:spcAft>
                <a:spcPts val="0"/>
              </a:spcAft>
              <a:buNone/>
            </a:pPr>
            <a:r>
              <a:rPr lang="en-NZ" dirty="0"/>
              <a:t>Symmetric key Distribution + Hardware Vulnerabilities</a:t>
            </a:r>
          </a:p>
          <a:p>
            <a:pPr marL="0" lvl="0" indent="0" algn="ctr" rtl="0">
              <a:spcBef>
                <a:spcPts val="0"/>
              </a:spcBef>
              <a:spcAft>
                <a:spcPts val="0"/>
              </a:spcAft>
              <a:buNone/>
            </a:pPr>
            <a:endParaRPr sz="2400" dirty="0"/>
          </a:p>
        </p:txBody>
      </p:sp>
      <p:sp>
        <p:nvSpPr>
          <p:cNvPr id="60" name="Google Shape;60;p13"/>
          <p:cNvSpPr txBox="1">
            <a:spLocks noGrp="1"/>
          </p:cNvSpPr>
          <p:nvPr>
            <p:ph type="subTitle" idx="4294967295"/>
          </p:nvPr>
        </p:nvSpPr>
        <p:spPr>
          <a:xfrm>
            <a:off x="310600" y="3395857"/>
            <a:ext cx="8521700" cy="1079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1500" dirty="0"/>
              <a:t>Vimal Kumar</a:t>
            </a:r>
          </a:p>
          <a:p>
            <a:pPr marL="0" lvl="0" indent="0" algn="ctr" rtl="0">
              <a:spcBef>
                <a:spcPts val="0"/>
              </a:spcBef>
              <a:spcAft>
                <a:spcPts val="0"/>
              </a:spcAft>
              <a:buNone/>
            </a:pPr>
            <a:endParaRPr lang="en-US" sz="1500" dirty="0"/>
          </a:p>
          <a:p>
            <a:pPr marL="0" lvl="0" indent="0" algn="ctr" rtl="0">
              <a:spcBef>
                <a:spcPts val="0"/>
              </a:spcBef>
              <a:spcAft>
                <a:spcPts val="0"/>
              </a:spcAft>
              <a:buNone/>
            </a:pPr>
            <a:r>
              <a:rPr lang="en-US" sz="1500" dirty="0"/>
              <a:t>Slides: Vimal Kumar, Chris Anderson, </a:t>
            </a:r>
            <a:r>
              <a:rPr lang="en-US" sz="1500" dirty="0" err="1"/>
              <a:t>Panos</a:t>
            </a:r>
            <a:r>
              <a:rPr lang="en-US" sz="1500" dirty="0"/>
              <a:t> </a:t>
            </a:r>
            <a:r>
              <a:rPr lang="en-US" sz="1500" dirty="0" err="1"/>
              <a:t>Patros</a:t>
            </a:r>
            <a:r>
              <a:rPr lang="en-US" sz="1500" dirty="0"/>
              <a:t> </a:t>
            </a:r>
          </a:p>
          <a:p>
            <a:pPr marL="0" lvl="0" indent="0" algn="ctr" rtl="0">
              <a:spcBef>
                <a:spcPts val="0"/>
              </a:spcBef>
              <a:spcAft>
                <a:spcPts val="0"/>
              </a:spcAft>
              <a:buNone/>
            </a:pPr>
            <a:endParaRPr sz="1500" dirty="0"/>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extLst>
    <p:ext uri="{3A86A75C-4F4B-4683-9AE1-C65F6400EC91}">
      <p14:laserTraceLst xmlns:p14="http://schemas.microsoft.com/office/powerpoint/2010/main">
        <p14:tracePtLst>
          <p14:tracePt t="4541" x="0" y="1190625"/>
          <p14:tracePt t="4541" x="6350" y="1190625"/>
          <p14:tracePt t="4541" x="12700" y="1190625"/>
          <p14:tracePt t="4541" x="12700" y="1195388"/>
          <p14:tracePt t="4541" x="17463" y="1195388"/>
          <p14:tracePt t="4541" x="23813" y="1195388"/>
          <p14:tracePt t="4541" x="23813" y="1201738"/>
          <p14:tracePt t="4541" x="23813" y="1208088"/>
          <p14:tracePt t="4541" x="30163" y="1208088"/>
          <p14:tracePt t="4541" x="36513" y="1214438"/>
          <p14:tracePt t="4541" x="41275" y="1214438"/>
          <p14:tracePt t="4541" x="41275" y="1220788"/>
          <p14:tracePt t="4541" x="47625" y="1220788"/>
          <p14:tracePt t="4541" x="53975" y="1220788"/>
          <p14:tracePt t="4541" x="60325" y="1225550"/>
          <p14:tracePt t="4541" x="65088" y="1225550"/>
          <p14:tracePt t="4541" x="65088" y="1231900"/>
          <p14:tracePt t="4541" x="71438" y="1231900"/>
          <p14:tracePt t="4541" x="77788" y="1231900"/>
          <p14:tracePt t="4541" x="84138" y="1238250"/>
          <p14:tracePt t="4541" x="95250" y="1244600"/>
          <p14:tracePt t="4541" x="101600" y="1249363"/>
          <p14:tracePt t="4541" x="107950" y="1249363"/>
          <p14:tracePt t="4541" x="114300" y="1255713"/>
          <p14:tracePt t="4541" x="119063" y="1255713"/>
          <p14:tracePt t="4541" x="131763" y="1262063"/>
          <p14:tracePt t="4541" x="138113" y="1262063"/>
          <p14:tracePt t="4541" x="142875" y="1268413"/>
          <p14:tracePt t="4541" x="149225" y="1268413"/>
          <p14:tracePt t="4541" x="161925" y="1273175"/>
          <p14:tracePt t="4541" x="166688" y="1279525"/>
          <p14:tracePt t="4541" x="173038" y="1279525"/>
          <p14:tracePt t="4541" x="185738" y="1285875"/>
          <p14:tracePt t="4541" x="192088" y="1285875"/>
          <p14:tracePt t="4541" x="203200" y="1292225"/>
          <p14:tracePt t="4541" x="209550" y="1292225"/>
          <p14:tracePt t="4541" x="220663" y="1298575"/>
          <p14:tracePt t="4541" x="227013" y="1298575"/>
          <p14:tracePt t="4541" x="239713" y="1303338"/>
          <p14:tracePt t="4541" x="250825" y="1309688"/>
          <p14:tracePt t="4541" x="263525" y="1309688"/>
          <p14:tracePt t="4541" x="274638" y="1316038"/>
          <p14:tracePt t="4541" x="280988" y="1316038"/>
          <p14:tracePt t="4541" x="298450" y="1322388"/>
          <p14:tracePt t="4541" x="304800" y="1322388"/>
          <p14:tracePt t="4541" x="317500" y="1327150"/>
          <p14:tracePt t="4541" x="322263" y="1327150"/>
          <p14:tracePt t="4541" x="334963" y="1333500"/>
          <p14:tracePt t="4541" x="346075" y="1339850"/>
          <p14:tracePt t="4541" x="365125" y="1339850"/>
          <p14:tracePt t="4541" x="376238" y="1346200"/>
          <p14:tracePt t="4541" x="388938" y="1346200"/>
          <p14:tracePt t="4541" x="400050" y="1350963"/>
          <p14:tracePt t="4541" x="423863" y="1357313"/>
          <p14:tracePt t="4541" x="436563" y="1363663"/>
          <p14:tracePt t="4541" x="449263" y="1363663"/>
          <p14:tracePt t="4541" x="460375" y="1370013"/>
          <p14:tracePt t="4541" x="477838" y="1370013"/>
          <p14:tracePt t="4541" x="490538" y="1376363"/>
          <p14:tracePt t="4541" x="508000" y="1381125"/>
          <p14:tracePt t="4541" x="520700" y="1381125"/>
          <p14:tracePt t="4541" x="531813" y="1381125"/>
          <p14:tracePt t="4541" x="550863" y="1387475"/>
          <p14:tracePt t="4541" x="568325" y="1393825"/>
          <p14:tracePt t="4541" x="585788" y="1393825"/>
          <p14:tracePt t="4541" x="603250" y="1400175"/>
          <p14:tracePt t="4541" x="628650" y="1404938"/>
          <p14:tracePt t="4541" x="646113" y="1411288"/>
          <p14:tracePt t="4541" x="663575" y="1417638"/>
          <p14:tracePt t="4541" x="681038" y="1417638"/>
          <p14:tracePt t="4541" x="700088" y="1423988"/>
          <p14:tracePt t="4541" x="717550" y="1428750"/>
          <p14:tracePt t="4541" x="741363" y="1435100"/>
          <p14:tracePt t="4541" x="758825" y="1435100"/>
          <p14:tracePt t="4541" x="777875" y="1441450"/>
          <p14:tracePt t="4541" x="795338" y="1447800"/>
          <p14:tracePt t="4541" x="819150" y="1447800"/>
          <p14:tracePt t="4541" x="842963" y="1452563"/>
          <p14:tracePt t="4541" x="860425" y="1452563"/>
          <p14:tracePt t="4541" x="885825" y="1458913"/>
          <p14:tracePt t="4541" x="909638" y="1465263"/>
          <p14:tracePt t="4541" x="927100" y="1465263"/>
          <p14:tracePt t="4541" x="950913" y="1471613"/>
          <p14:tracePt t="4541" x="968375" y="1477963"/>
          <p14:tracePt t="4541" x="981075" y="1477963"/>
          <p14:tracePt t="4541" x="1004888" y="1482725"/>
          <p14:tracePt t="4541" x="1035050" y="1489075"/>
          <p14:tracePt t="4541" x="1058863" y="1489075"/>
          <p14:tracePt t="4541" x="1082675" y="1495425"/>
          <p14:tracePt t="4541" x="1123950" y="1506538"/>
          <p14:tracePt t="4541" x="1147763" y="1506538"/>
          <p14:tracePt t="4541" x="1171575" y="1512888"/>
          <p14:tracePt t="4541" x="1201738" y="1519238"/>
          <p14:tracePt t="4541" x="1231900" y="1525588"/>
          <p14:tracePt t="4541" x="1249363" y="1525588"/>
          <p14:tracePt t="4541" x="1279525" y="1530350"/>
          <p14:tracePt t="4541" x="1303338" y="1536700"/>
          <p14:tracePt t="4541" x="1327150" y="1536700"/>
          <p14:tracePt t="4541" x="1357313" y="1543050"/>
          <p14:tracePt t="4541" x="1381125" y="1543050"/>
          <p14:tracePt t="4541" x="1428750" y="1555750"/>
          <p14:tracePt t="4541" x="1458913" y="1560513"/>
          <p14:tracePt t="4541" x="1506538" y="1566863"/>
          <p14:tracePt t="4541" x="1536700" y="1573213"/>
          <p14:tracePt t="4541" x="1566863" y="1573213"/>
          <p14:tracePt t="4541" x="1597025" y="1579563"/>
          <p14:tracePt t="4541" x="1608138" y="1579563"/>
          <p14:tracePt t="4541" x="1638300" y="1584325"/>
          <p14:tracePt t="4541" x="1685925" y="1590675"/>
          <p14:tracePt t="4541" x="1716088" y="1597025"/>
          <p14:tracePt t="4541" x="1752600" y="1603375"/>
          <p14:tracePt t="4541" x="1787525" y="1608138"/>
          <p14:tracePt t="4541" x="1824038" y="1614488"/>
          <p14:tracePt t="4541" x="1847850" y="1614488"/>
          <p14:tracePt t="4541" x="1884363" y="1620838"/>
          <p14:tracePt t="4541" x="1938338" y="1627188"/>
          <p14:tracePt t="4541" x="1973263" y="1633538"/>
          <p14:tracePt t="4541" x="2009775" y="1638300"/>
          <p14:tracePt t="4541" x="2039938" y="1644650"/>
          <p14:tracePt t="4541" x="2074863" y="1644650"/>
          <p14:tracePt t="4541" x="2111375" y="1651000"/>
          <p14:tracePt t="4541" x="2122488" y="1657350"/>
          <p14:tracePt t="4541" x="2165350" y="1657350"/>
          <p14:tracePt t="4541" x="2224088" y="1668463"/>
          <p14:tracePt t="4541" x="2266950" y="1674813"/>
          <p14:tracePt t="4541" x="2301875" y="1674813"/>
          <p14:tracePt t="4541" x="2314575" y="1681163"/>
          <p14:tracePt t="4541" x="2349500" y="1685925"/>
          <p14:tracePt t="4541" x="2416175" y="1692275"/>
          <p14:tracePt t="4541" x="2457450" y="1698625"/>
          <p14:tracePt t="4541" x="2493963" y="1698625"/>
          <p14:tracePt t="4541" x="2505075" y="1704975"/>
          <p14:tracePt t="4541" x="2541588" y="1709738"/>
          <p14:tracePt t="4541" x="2606675" y="1716088"/>
          <p14:tracePt t="4541" x="2643188" y="1722438"/>
          <p14:tracePt t="4541" x="2684463" y="1722438"/>
          <p14:tracePt t="4541" x="2697163" y="1728788"/>
          <p14:tracePt t="4541" x="2733675" y="1735138"/>
          <p14:tracePt t="4541" x="2798763" y="1739900"/>
          <p14:tracePt t="4541" x="2835275" y="1746250"/>
          <p14:tracePt t="4541" x="2889250" y="1752600"/>
          <p14:tracePt t="4541" x="2924175" y="1758950"/>
          <p14:tracePt t="4541" x="2967038" y="1758950"/>
          <p14:tracePt t="4541" x="2990850" y="1763713"/>
          <p14:tracePt t="4541" x="3025775" y="1770063"/>
          <p14:tracePt t="4541" x="3079750" y="1776413"/>
          <p14:tracePt t="4541" x="3116263" y="1782763"/>
          <p14:tracePt t="4541" x="3157538" y="1782763"/>
          <p14:tracePt t="4541" x="3181350" y="1787525"/>
          <p14:tracePt t="4541" x="3217863" y="1793875"/>
          <p14:tracePt t="4541" x="3271838" y="1800225"/>
          <p14:tracePt t="4541" x="3306763" y="1806575"/>
          <p14:tracePt t="4541" x="3349625" y="1806575"/>
          <p14:tracePt t="4541" x="3373438" y="1812925"/>
          <p14:tracePt t="4541" x="3408363" y="1817688"/>
          <p14:tracePt t="4541" x="3462338" y="1824038"/>
          <p14:tracePt t="4541" x="3498850" y="1830388"/>
          <p14:tracePt t="4541" x="3533775" y="1830388"/>
          <p14:tracePt t="4541" x="3563938" y="1836738"/>
          <p14:tracePt t="4541" x="3600450" y="1841500"/>
          <p14:tracePt t="4541" x="3648075" y="1847850"/>
          <p14:tracePt t="4541" x="3689350" y="1854200"/>
          <p14:tracePt t="4541" x="3725863" y="1854200"/>
          <p14:tracePt t="4541" x="3749675" y="1860550"/>
          <p14:tracePt t="4541" x="3790950" y="1865313"/>
          <p14:tracePt t="4541" x="3840163" y="1871663"/>
          <p14:tracePt t="4541" x="3875088" y="1878013"/>
          <p14:tracePt t="4541" x="3916363" y="1884363"/>
          <p14:tracePt t="4541" x="3941763" y="1884363"/>
          <p14:tracePt t="4541" x="3976688" y="1890713"/>
          <p14:tracePt t="4541" x="4030663" y="1895475"/>
          <p14:tracePt t="4541" x="4067175" y="1901825"/>
          <p14:tracePt t="4541" x="4102100" y="1908175"/>
          <p14:tracePt t="4541" x="4132263" y="1908175"/>
          <p14:tracePt t="4541" x="4168775" y="1914525"/>
          <p14:tracePt t="4541" x="4203700" y="1919288"/>
          <p14:tracePt t="4541" x="4216400" y="1919288"/>
          <p14:tracePt t="4541" x="4294188" y="1931988"/>
          <p14:tracePt t="4541" x="4318000" y="1938338"/>
          <p14:tracePt t="4541" x="4329113" y="1938338"/>
          <p14:tracePt t="4541" x="4365625" y="1943100"/>
          <p14:tracePt t="4541" x="4406900" y="1949450"/>
          <p14:tracePt t="4541" x="4443413" y="1949450"/>
          <p14:tracePt t="4541" x="4473575" y="1955800"/>
          <p14:tracePt t="4541" x="4521200" y="1962150"/>
          <p14:tracePt t="4541" x="4551363" y="1966913"/>
          <p14:tracePt t="4541" x="4586288" y="1973263"/>
          <p14:tracePt t="4541" x="4616450" y="1979613"/>
          <p14:tracePt t="4541" x="4629150" y="1979613"/>
          <p14:tracePt t="4541" x="4659313" y="1985963"/>
          <p14:tracePt t="4541" x="4700588" y="1992313"/>
          <p14:tracePt t="4541" x="4737100" y="1997075"/>
          <p14:tracePt t="4541" x="4765675" y="1997075"/>
          <p14:tracePt t="4541" x="4814888" y="2009775"/>
          <p14:tracePt t="4541" x="4843463" y="2009775"/>
          <p14:tracePt t="4541" x="4873625" y="2016125"/>
          <p14:tracePt t="4541" x="4903788" y="2020888"/>
          <p14:tracePt t="4541" x="4916488" y="2020888"/>
          <p14:tracePt t="4541" x="4945063" y="2027238"/>
          <p14:tracePt t="4541" x="4975225" y="2033588"/>
          <p14:tracePt t="4541" x="4994275" y="2033588"/>
          <p14:tracePt t="4541" x="5022850" y="2039938"/>
          <p14:tracePt t="4541" x="5065713" y="2051050"/>
          <p14:tracePt t="4541" x="5095875" y="2051050"/>
          <p14:tracePt t="4541" x="5124450" y="2057400"/>
          <p14:tracePt t="4541" x="5149850" y="2063750"/>
          <p14:tracePt t="4541" x="5173663" y="2070100"/>
          <p14:tracePt t="4541" x="5197475" y="2070100"/>
          <p14:tracePt t="4541" x="5227638" y="2074863"/>
          <p14:tracePt t="4541" x="5251450" y="2081213"/>
          <p14:tracePt t="4541" x="5275263" y="2087563"/>
          <p14:tracePt t="4541" x="5299075" y="2093913"/>
          <p14:tracePt t="4541" x="5322888" y="2098675"/>
          <p14:tracePt t="4541" x="5346700" y="2098675"/>
          <p14:tracePt t="4541" x="5376863" y="2105025"/>
          <p14:tracePt t="4541" x="5418138" y="2117725"/>
          <p14:tracePt t="4541" x="5441950" y="2122488"/>
          <p14:tracePt t="4541" x="5465763" y="2128838"/>
          <p14:tracePt t="4541" x="5478463" y="2128838"/>
          <p14:tracePt t="4541" x="5502275" y="2135188"/>
          <p14:tracePt t="4541" x="5526088" y="2141538"/>
          <p14:tracePt t="4541" x="5549900" y="2147888"/>
          <p14:tracePt t="4541" x="5573713" y="2152650"/>
          <p14:tracePt t="4541" x="5597525" y="2159000"/>
          <p14:tracePt t="4541" x="5614988" y="2165350"/>
          <p14:tracePt t="4541" x="5638800" y="2165350"/>
          <p14:tracePt t="4541" x="5675313" y="2176463"/>
          <p14:tracePt t="4541" x="5699125" y="2182813"/>
          <p14:tracePt t="4541" x="5716588" y="2182813"/>
          <p14:tracePt t="4541" x="5746750" y="2189163"/>
          <p14:tracePt t="4541" x="5759450" y="2195513"/>
          <p14:tracePt t="4541" x="5783263" y="2200275"/>
          <p14:tracePt t="4541" x="5813425" y="2206625"/>
          <p14:tracePt t="4541" x="5830888" y="2212975"/>
          <p14:tracePt t="4541" x="5854700" y="2219325"/>
          <p14:tracePt t="4541" x="5878513" y="2219325"/>
          <p14:tracePt t="4541" x="5902325" y="2224088"/>
          <p14:tracePt t="4541" x="5919788" y="2230438"/>
          <p14:tracePt t="4541" x="5938838" y="2236788"/>
          <p14:tracePt t="4541" x="5962650" y="2236788"/>
          <p14:tracePt t="4541" x="5980113" y="2243138"/>
          <p14:tracePt t="4541" x="6003925" y="2249488"/>
          <p14:tracePt t="4541" x="6022975" y="2249488"/>
          <p14:tracePt t="4541" x="6027738" y="2254250"/>
          <p14:tracePt t="4541" x="6046788" y="2254250"/>
          <p14:tracePt t="4541" x="6064250" y="2260600"/>
          <p14:tracePt t="4541" x="6088063" y="2266950"/>
          <p14:tracePt t="4541" x="6111875" y="2273300"/>
          <p14:tracePt t="4541" x="6129338" y="2278063"/>
          <p14:tracePt t="4541" x="6148388" y="2278063"/>
          <p14:tracePt t="4541" x="6165850" y="2284413"/>
          <p14:tracePt t="4541" x="6183313" y="2284413"/>
          <p14:tracePt t="4541" x="6202363" y="2290763"/>
          <p14:tracePt t="4541" x="6219825" y="2297113"/>
          <p14:tracePt t="4541" x="6237288" y="2297113"/>
          <p14:tracePt t="4541" x="6254750" y="2297113"/>
          <p14:tracePt t="4541" x="6267450" y="2301875"/>
          <p14:tracePt t="4541" x="6284913" y="2308225"/>
          <p14:tracePt t="4541" x="6303963" y="2308225"/>
          <p14:tracePt t="4541" x="6315075" y="2314575"/>
          <p14:tracePt t="4541" x="6332538" y="2314575"/>
          <p14:tracePt t="4541" x="6345238" y="2320925"/>
          <p14:tracePt t="4541" x="6362700" y="2320925"/>
          <p14:tracePt t="4541" x="6375400" y="2327275"/>
          <p14:tracePt t="4541" x="6392863" y="2327275"/>
          <p14:tracePt t="4541" x="6410325" y="2332038"/>
          <p14:tracePt t="4541" x="6423025" y="2332038"/>
          <p14:tracePt t="4541" x="6434138" y="2338388"/>
          <p14:tracePt t="4541" x="6446838" y="2338388"/>
          <p14:tracePt t="4541" x="6464300" y="2344738"/>
          <p14:tracePt t="4541" x="6477000" y="2344738"/>
          <p14:tracePt t="4541" x="6488113" y="2351088"/>
          <p14:tracePt t="4541" x="6511925" y="2351088"/>
          <p14:tracePt t="4541" x="6530975" y="2355850"/>
          <p14:tracePt t="4541" x="6542088" y="2355850"/>
          <p14:tracePt t="4541" x="6554788" y="2362200"/>
          <p14:tracePt t="4541" x="6572250" y="2362200"/>
          <p14:tracePt t="4541" x="6584950" y="2368550"/>
          <p14:tracePt t="4541" x="6596063" y="2368550"/>
          <p14:tracePt t="4541" x="6613525" y="2374900"/>
          <p14:tracePt t="4541" x="6626225" y="2374900"/>
          <p14:tracePt t="4541" x="6643688" y="2379663"/>
          <p14:tracePt t="4541" x="6673850" y="2386013"/>
          <p14:tracePt t="4541" x="6686550" y="2386013"/>
          <p14:tracePt t="4541" x="6697663" y="2392363"/>
          <p14:tracePt t="4541" x="6716713" y="2392363"/>
          <p14:tracePt t="4541" x="6721475" y="2392363"/>
          <p14:tracePt t="4541" x="6734175" y="2398713"/>
          <p14:tracePt t="4541" x="6751638" y="2398713"/>
          <p14:tracePt t="4541" x="6764338" y="2405063"/>
          <p14:tracePt t="4541" x="6775450" y="2405063"/>
          <p14:tracePt t="4541" x="6788150" y="2405063"/>
          <p14:tracePt t="4541" x="6805613" y="2409825"/>
          <p14:tracePt t="4541" x="6818313" y="2409825"/>
          <p14:tracePt t="4541" x="6829425" y="2416175"/>
          <p14:tracePt t="4541" x="6853238" y="2416175"/>
          <p14:tracePt t="4541" x="6865938" y="2422525"/>
          <p14:tracePt t="4541" x="6877050" y="2422525"/>
          <p14:tracePt t="4541" x="6896100" y="2428875"/>
          <p14:tracePt t="4541" x="6907213" y="2428875"/>
          <p14:tracePt t="4541" x="6919913" y="2433638"/>
          <p14:tracePt t="4541" x="6931025" y="2433638"/>
          <p14:tracePt t="4541" x="6943725" y="2433638"/>
          <p14:tracePt t="4541" x="6954838" y="2433638"/>
          <p14:tracePt t="4541" x="6967538" y="2439988"/>
          <p14:tracePt t="4541" x="6978650" y="2439988"/>
          <p14:tracePt t="4541" x="6997700" y="2446338"/>
          <p14:tracePt t="4541" x="7008813" y="2446338"/>
          <p14:tracePt t="4541" x="7021513" y="2446338"/>
          <p14:tracePt t="4541" x="7032625" y="2452688"/>
          <p14:tracePt t="4541" x="7050088" y="2452688"/>
          <p14:tracePt t="4541" x="7075488" y="2457450"/>
          <p14:tracePt t="4541" x="7086600" y="2457450"/>
          <p14:tracePt t="4541" x="7099300" y="2457450"/>
          <p14:tracePt t="4541" x="7110413" y="2463800"/>
          <p14:tracePt t="4541" x="7123113" y="2463800"/>
          <p14:tracePt t="4541" x="7140575" y="2470150"/>
          <p14:tracePt t="4541" x="7153275" y="2470150"/>
          <p14:tracePt t="4541" x="7158038" y="2470150"/>
          <p14:tracePt t="4541" x="7177088" y="2470150"/>
          <p14:tracePt t="4541" x="7188200" y="2476500"/>
          <p14:tracePt t="4541" x="7200900" y="2476500"/>
          <p14:tracePt t="4541" x="7218363" y="2481263"/>
          <p14:tracePt t="4541" x="7231063" y="2481263"/>
          <p14:tracePt t="4541" x="7242175" y="2481263"/>
          <p14:tracePt t="4541" x="7254875" y="2487613"/>
          <p14:tracePt t="4541" x="7278688" y="2487613"/>
          <p14:tracePt t="4541" x="7289800" y="2493963"/>
          <p14:tracePt t="4541" x="7302500" y="2493963"/>
          <p14:tracePt t="4541" x="7319963" y="2500313"/>
          <p14:tracePt t="4541" x="7332663" y="2500313"/>
          <p14:tracePt t="4541" x="7343775" y="2500313"/>
          <p14:tracePt t="4541" x="7361238" y="2506663"/>
          <p14:tracePt t="4541" x="7373938" y="2506663"/>
          <p14:tracePt t="4541" x="7380288" y="2506663"/>
          <p14:tracePt t="4541" x="7391400" y="2511425"/>
          <p14:tracePt t="4541" x="7410450" y="2511425"/>
          <p14:tracePt t="4541" x="7421563" y="2511425"/>
          <p14:tracePt t="4541" x="7434263" y="2517775"/>
          <p14:tracePt t="4541" x="7451725" y="2517775"/>
          <p14:tracePt t="4541" x="7462838" y="2517775"/>
          <p14:tracePt t="4541" x="7481888" y="2524125"/>
          <p14:tracePt t="4541" x="7499350" y="2530475"/>
          <p14:tracePt t="4541" x="7512050" y="2530475"/>
          <p14:tracePt t="4541" x="7523163" y="2530475"/>
          <p14:tracePt t="4541" x="7540625" y="2535238"/>
          <p14:tracePt t="4541" x="7553325" y="2535238"/>
          <p14:tracePt t="4541" x="7570788" y="2541588"/>
          <p14:tracePt t="4541" x="7583488" y="2541588"/>
          <p14:tracePt t="4541" x="7600950" y="2547938"/>
          <p14:tracePt t="4541" x="7607300" y="2547938"/>
          <p14:tracePt t="4541" x="7618413" y="2547938"/>
          <p14:tracePt t="4541" x="7631113" y="2547938"/>
          <p14:tracePt t="4541" x="7661275" y="2559050"/>
          <p14:tracePt t="4541" x="7678738" y="2559050"/>
          <p14:tracePt t="4541" x="7691438" y="2559050"/>
          <p14:tracePt t="4541" x="7702550" y="2565400"/>
          <p14:tracePt t="4541" x="7720013" y="2565400"/>
          <p14:tracePt t="4541" x="7739063" y="2571750"/>
          <p14:tracePt t="4541" x="7750175" y="2571750"/>
          <p14:tracePt t="4541" x="7769225" y="2571750"/>
          <p14:tracePt t="4541" x="7780338" y="2578100"/>
          <p14:tracePt t="4541" x="7797800" y="2578100"/>
          <p14:tracePt t="4541" x="7816850" y="2584450"/>
          <p14:tracePt t="4541" x="7827963" y="2584450"/>
          <p14:tracePt t="4541" x="7840663" y="2584450"/>
          <p14:tracePt t="4541" x="7858125" y="2589213"/>
          <p14:tracePt t="4541" x="7875588" y="2589213"/>
          <p14:tracePt t="4541" x="7888288" y="2595563"/>
          <p14:tracePt t="4541" x="7905750" y="2595563"/>
          <p14:tracePt t="4541" x="7918450" y="2601913"/>
          <p14:tracePt t="4541" x="7935913" y="2601913"/>
          <p14:tracePt t="4541" x="7948613" y="2601913"/>
          <p14:tracePt t="4541" x="7966075" y="2608263"/>
          <p14:tracePt t="4541" x="7983538" y="2608263"/>
          <p14:tracePt t="4541" x="8001000" y="2608263"/>
          <p14:tracePt t="4541" x="8007350" y="2613025"/>
          <p14:tracePt t="4541" x="8026400" y="2613025"/>
          <p14:tracePt t="4541" x="8043863" y="2613025"/>
          <p14:tracePt t="4541" x="8054975" y="2619375"/>
          <p14:tracePt t="4541" x="8074025" y="2619375"/>
          <p14:tracePt t="4541" x="8091488" y="2619375"/>
          <p14:tracePt t="4541" x="8115300" y="2625725"/>
          <p14:tracePt t="4541" x="8128000" y="2625725"/>
          <p14:tracePt t="4541" x="8139113" y="2625725"/>
          <p14:tracePt t="4541" x="8156575" y="2625725"/>
          <p14:tracePt t="4541" x="8175625" y="2632075"/>
          <p14:tracePt t="4541" x="8186738" y="2632075"/>
          <p14:tracePt t="4541" x="8205788" y="2632075"/>
          <p14:tracePt t="4541" x="8223250" y="2632075"/>
          <p14:tracePt t="4541" x="8240713" y="2636838"/>
          <p14:tracePt t="4541" x="8253413" y="2636838"/>
          <p14:tracePt t="4541" x="8270875" y="2636838"/>
          <p14:tracePt t="4541" x="8288338" y="2636838"/>
          <p14:tracePt t="4541" x="8301038" y="2636838"/>
          <p14:tracePt t="4541" x="8318500" y="2643188"/>
          <p14:tracePt t="4541" x="8331200" y="2643188"/>
          <p14:tracePt t="4541" x="8342313" y="2643188"/>
          <p14:tracePt t="4541" x="8355013" y="2643188"/>
          <p14:tracePt t="4541" x="8372475" y="2643188"/>
          <p14:tracePt t="4541" x="8385175" y="2643188"/>
          <p14:tracePt t="4541" x="8402638" y="2643188"/>
          <p14:tracePt t="4541" x="8413750" y="2643188"/>
          <p14:tracePt t="4541" x="8437563" y="2643188"/>
          <p14:tracePt t="4541" x="8456613" y="2643188"/>
          <p14:tracePt t="4541" x="8467725" y="2643188"/>
          <p14:tracePt t="4541" x="8480425" y="2643188"/>
          <p14:tracePt t="4541" x="8491538" y="2649538"/>
          <p14:tracePt t="4541" x="8504238" y="2649538"/>
          <p14:tracePt t="4541" x="8521700" y="2649538"/>
          <p14:tracePt t="4541" x="8534400" y="2649538"/>
          <p14:tracePt t="4541" x="8545513" y="2649538"/>
          <p14:tracePt t="4541" x="8558213" y="2649538"/>
          <p14:tracePt t="4541" x="8569325" y="2649538"/>
          <p14:tracePt t="4541" x="8582025" y="2649538"/>
          <p14:tracePt t="4541" x="8593138" y="2649538"/>
          <p14:tracePt t="4541" x="8616950" y="2649538"/>
          <p14:tracePt t="4541" x="8629650" y="2649538"/>
          <p14:tracePt t="4541" x="8647113" y="2649538"/>
          <p14:tracePt t="4541" x="8653463" y="2649538"/>
          <p14:tracePt t="4541" x="8670925" y="2649538"/>
          <p14:tracePt t="4541" x="8683625" y="2649538"/>
          <p14:tracePt t="4541" x="8689975" y="2649538"/>
          <p14:tracePt t="4541" x="8701088" y="2649538"/>
          <p14:tracePt t="4541" x="8713788" y="2649538"/>
          <p14:tracePt t="4541" x="8724900" y="2649538"/>
          <p14:tracePt t="4541" x="8737600" y="2655888"/>
          <p14:tracePt t="4541" x="8748713" y="2655888"/>
          <p14:tracePt t="4541" x="8761413" y="2655888"/>
          <p14:tracePt t="4541" x="8772525" y="2655888"/>
          <p14:tracePt t="4541" x="8778875" y="2655888"/>
          <p14:tracePt t="4541" x="8791575" y="2655888"/>
          <p14:tracePt t="4541" x="8802688" y="2655888"/>
          <p14:tracePt t="4541" x="8815388" y="2655888"/>
          <p14:tracePt t="4541" x="8821738" y="2655888"/>
          <p14:tracePt t="4541" x="8832850" y="2655888"/>
          <p14:tracePt t="4541" x="8845550" y="2655888"/>
          <p14:tracePt t="4541" x="8856663" y="2655888"/>
          <p14:tracePt t="4541" x="8869363" y="2655888"/>
          <p14:tracePt t="4541" x="8893175" y="2655888"/>
          <p14:tracePt t="4541" x="8904288" y="2655888"/>
          <p14:tracePt t="4541" x="8910638" y="2662238"/>
          <p14:tracePt t="4541" x="8923338" y="2662238"/>
          <p14:tracePt t="4541" x="8934450" y="2662238"/>
          <p14:tracePt t="4541" x="8947150" y="2662238"/>
          <p14:tracePt t="4541" x="8951913" y="2662238"/>
          <p14:tracePt t="4541" x="8964613" y="2662238"/>
          <p14:tracePt t="4541" x="8977313" y="2662238"/>
          <p14:tracePt t="4541" x="8982075" y="2667000"/>
          <p14:tracePt t="4541" x="8994775" y="2667000"/>
          <p14:tracePt t="4541" x="9001125" y="2667000"/>
          <p14:tracePt t="4541" x="9012238" y="2667000"/>
          <p14:tracePt t="4541" x="9018588" y="2667000"/>
          <p14:tracePt t="4541" x="9029700" y="2667000"/>
          <p14:tracePt t="4541" x="9042400" y="2667000"/>
          <p14:tracePt t="4541" x="9048750" y="2673350"/>
          <p14:tracePt t="4541" x="9059863" y="2673350"/>
          <p14:tracePt t="4541" x="9072563" y="2673350"/>
          <p14:tracePt t="4541" x="9083675" y="2673350"/>
          <p14:tracePt t="4541" x="9090025" y="2673350"/>
          <p14:tracePt t="4541" x="9096375" y="2673350"/>
          <p14:tracePt t="4541" x="9107488" y="2679700"/>
          <p14:tracePt t="4541" x="9131300" y="2679700"/>
          <p14:tracePt t="4541" x="9137650" y="2679700"/>
          <p14:tracePt t="4541" x="9102725" y="2511425"/>
          <p14:tracePt t="4541" x="9083675" y="2506663"/>
          <p14:tracePt t="4541" x="9048750" y="2500313"/>
          <p14:tracePt t="4541" x="9024938" y="2500313"/>
          <p14:tracePt t="4541" x="9001125" y="2500313"/>
          <p14:tracePt t="4541" x="8970963" y="2493963"/>
          <p14:tracePt t="4541" x="8958263" y="2493963"/>
          <p14:tracePt t="4541" x="8934450" y="2487613"/>
          <p14:tracePt t="4541" x="8910638" y="2487613"/>
          <p14:tracePt t="4541" x="8880475" y="2481263"/>
          <p14:tracePt t="4541" x="8845550" y="2476500"/>
          <p14:tracePt t="4541" x="8815388" y="2476500"/>
          <p14:tracePt t="4541" x="8791575" y="2470150"/>
          <p14:tracePt t="4541" x="8755063" y="2470150"/>
          <p14:tracePt t="4541" x="8724900" y="2463800"/>
          <p14:tracePt t="4541" x="8701088" y="2463800"/>
          <p14:tracePt t="4541" x="8670925" y="2457450"/>
          <p14:tracePt t="4541" x="8636000" y="2452688"/>
          <p14:tracePt t="4541" x="8575675" y="2446338"/>
          <p14:tracePt t="4541" x="8540750" y="2439988"/>
          <p14:tracePt t="4541" x="8515350" y="2439988"/>
          <p14:tracePt t="4541" x="8480425" y="2433638"/>
          <p14:tracePt t="4541" x="8450263" y="2428875"/>
          <p14:tracePt t="4541" x="8413750" y="2428875"/>
          <p14:tracePt t="4541" x="8389938" y="2422525"/>
          <p14:tracePt t="4541" x="8324850" y="2416175"/>
          <p14:tracePt t="4541" x="8288338" y="2409825"/>
          <p14:tracePt t="4541" x="8264525" y="2409825"/>
          <p14:tracePt t="4541" x="8199438" y="2398713"/>
          <p14:tracePt t="4541" x="8156575" y="2398713"/>
          <p14:tracePt t="4541" x="8132763" y="2392363"/>
          <p14:tracePt t="4541" x="8067675" y="2386013"/>
          <p14:tracePt t="4541" x="8026400" y="2379663"/>
          <p14:tracePt t="4541" x="8007350" y="2374900"/>
          <p14:tracePt t="4541" x="7942263" y="2368550"/>
          <p14:tracePt t="4541" x="7899400" y="2362200"/>
          <p14:tracePt t="4541" x="7875588" y="2362200"/>
          <p14:tracePt t="4541" x="7810500" y="2351088"/>
          <p14:tracePt t="4541" x="7762875" y="2344738"/>
          <p14:tracePt t="4541" x="7743825" y="2344738"/>
          <p14:tracePt t="4541" x="7678738" y="2338388"/>
          <p14:tracePt t="4541" x="7631113" y="2332038"/>
          <p14:tracePt t="4541" x="7613650" y="2327275"/>
          <p14:tracePt t="4541" x="7546975" y="2320925"/>
          <p14:tracePt t="4541" x="7475538" y="2314575"/>
          <p14:tracePt t="4541" x="7427913" y="2308225"/>
          <p14:tracePt t="4541" x="7410450" y="2301875"/>
          <p14:tracePt t="4541" x="7350125" y="2297113"/>
          <p14:tracePt t="4541" x="7278688" y="2290763"/>
          <p14:tracePt t="4541" x="7231063" y="2284413"/>
          <p14:tracePt t="4541" x="7194550" y="2278063"/>
          <p14:tracePt t="4541" x="7123113" y="2273300"/>
          <p14:tracePt t="4541" x="7075488" y="2266950"/>
          <p14:tracePt t="4541" x="7045325" y="2266950"/>
          <p14:tracePt t="4541" x="6973888" y="2254250"/>
          <p14:tracePt t="4541" x="6919913" y="2254250"/>
          <p14:tracePt t="4541" x="6896100" y="2249488"/>
          <p14:tracePt t="4541" x="6818313" y="2243138"/>
          <p14:tracePt t="4541" x="6740525" y="2230438"/>
          <p14:tracePt t="4541" x="6691313" y="2230438"/>
          <p14:tracePt t="4541" x="6667500" y="2224088"/>
          <p14:tracePt t="4541" x="6589713" y="2219325"/>
          <p14:tracePt t="4541" x="6537325" y="2212975"/>
          <p14:tracePt t="4541" x="6511925" y="2212975"/>
          <p14:tracePt t="4541" x="6434138" y="2200275"/>
          <p14:tracePt t="4541" x="6386513" y="2195513"/>
          <p14:tracePt t="4541" x="6308725" y="2189163"/>
          <p14:tracePt t="4541" x="6284913" y="2189163"/>
          <p14:tracePt t="4541" x="6207125" y="2176463"/>
          <p14:tracePt t="4541" x="6159500" y="2176463"/>
          <p14:tracePt t="4541" x="6129338" y="2171700"/>
          <p14:tracePt t="4541" x="6057900" y="2165350"/>
          <p14:tracePt t="4541" x="5980113" y="2159000"/>
          <p14:tracePt t="4541" x="5926138" y="2152650"/>
          <p14:tracePt t="4541" x="5902325" y="2152650"/>
          <p14:tracePt t="4541" x="5830888" y="2141538"/>
          <p14:tracePt t="4541" x="5753100" y="2135188"/>
          <p14:tracePt t="4541" x="5705475" y="2128838"/>
          <p14:tracePt t="4541" x="5675313" y="2128838"/>
          <p14:tracePt t="4541" x="5597525" y="2122488"/>
          <p14:tracePt t="4541" x="5472113" y="2111375"/>
          <p14:tracePt t="4541" x="5448300" y="2105025"/>
          <p14:tracePt t="4541" x="5370513" y="2098675"/>
          <p14:tracePt t="4541" x="5322888" y="2093913"/>
          <p14:tracePt t="4541" x="5245100" y="2087563"/>
          <p14:tracePt t="4541" x="5221288" y="2087563"/>
          <p14:tracePt t="4541" x="5143500" y="2074863"/>
          <p14:tracePt t="4541" x="5089525" y="2074863"/>
          <p14:tracePt t="4541" x="5018088" y="2063750"/>
          <p14:tracePt t="4541" x="4994275" y="2063750"/>
          <p14:tracePt t="4541" x="4916488" y="2051050"/>
          <p14:tracePt t="4541" x="4838700" y="2044700"/>
          <p14:tracePt t="4541" x="4791075" y="2039938"/>
          <p14:tracePt t="4541" x="4760913" y="2039938"/>
          <p14:tracePt t="4541" x="4687888" y="2027238"/>
          <p14:tracePt t="4541" x="4610100" y="2020888"/>
          <p14:tracePt t="4541" x="4562475" y="2009775"/>
          <p14:tracePt t="4541" x="4533900" y="2009775"/>
          <p14:tracePt t="4541" x="4460875" y="1997075"/>
          <p14:tracePt t="4541" x="4383088" y="1985963"/>
          <p14:tracePt t="4541" x="4335463" y="1979613"/>
          <p14:tracePt t="4541" x="4305300" y="1979613"/>
          <p14:tracePt t="4541" x="4233863" y="1966913"/>
          <p14:tracePt t="4541" x="4156075" y="1955800"/>
          <p14:tracePt t="4541" x="4102100" y="1949450"/>
          <p14:tracePt t="4541" x="4078288" y="1943100"/>
          <p14:tracePt t="4541" x="4006850" y="1938338"/>
          <p14:tracePt t="4541" x="3929063" y="1925638"/>
          <p14:tracePt t="4541" x="3875088" y="1919288"/>
          <p14:tracePt t="4541" x="3851275" y="1919288"/>
          <p14:tracePt t="4541" x="3779838" y="1908175"/>
          <p14:tracePt t="4541" x="3702050" y="1901825"/>
          <p14:tracePt t="4541" x="3648075" y="1895475"/>
          <p14:tracePt t="4541" x="3624263" y="1890713"/>
          <p14:tracePt t="4541" x="3546475" y="1884363"/>
          <p14:tracePt t="4541" x="3498850" y="1878013"/>
          <p14:tracePt t="4541" x="3475038" y="1878013"/>
          <p14:tracePt t="4541" x="3397250" y="1871663"/>
          <p14:tracePt t="4541" x="3319463" y="1860550"/>
          <p14:tracePt t="4541" x="3271838" y="1854200"/>
          <p14:tracePt t="4541" x="3248025" y="1854200"/>
          <p14:tracePt t="4541" x="3170238" y="1847850"/>
          <p14:tracePt t="4541" x="3116263" y="1841500"/>
          <p14:tracePt t="4541" x="3092450" y="1841500"/>
          <p14:tracePt t="4541" x="3019425" y="1836738"/>
          <p14:tracePt t="4541" x="2967038" y="1830388"/>
          <p14:tracePt t="4541" x="2941638" y="1824038"/>
          <p14:tracePt t="4541" x="2863850" y="1817688"/>
          <p14:tracePt t="4541" x="2816225" y="1812925"/>
          <p14:tracePt t="4541" x="2792413" y="1812925"/>
          <p14:tracePt t="4541" x="2744788" y="1806575"/>
          <p14:tracePt t="4541" x="2714625" y="1806575"/>
          <p14:tracePt t="4541" x="2636838" y="1800225"/>
          <p14:tracePt t="4541" x="2595563" y="1793875"/>
          <p14:tracePt t="4541" x="2565400" y="1793875"/>
          <p14:tracePt t="4541" x="2524125" y="1787525"/>
          <p14:tracePt t="4541" x="2487613" y="1782763"/>
          <p14:tracePt t="4541" x="2416175" y="1776413"/>
          <p14:tracePt t="4541" x="2374900" y="1776413"/>
          <p14:tracePt t="4541" x="2332038" y="1770063"/>
          <p14:tracePt t="4541" x="2290763" y="1763713"/>
          <p14:tracePt t="4541" x="2266950" y="1763713"/>
          <p14:tracePt t="4541" x="2224088" y="1758950"/>
          <p14:tracePt t="4541" x="2182813" y="1752600"/>
          <p14:tracePt t="4541" x="2146300" y="1752600"/>
          <p14:tracePt t="4541" x="2111375" y="1746250"/>
          <p14:tracePt t="4541" x="2074863" y="1739900"/>
          <p14:tracePt t="4541" x="2020888" y="1739900"/>
          <p14:tracePt t="4541" x="1985963" y="1735138"/>
          <p14:tracePt t="4541" x="1949450" y="1728788"/>
          <p14:tracePt t="4541" x="1919288" y="1728788"/>
          <p14:tracePt t="4541" x="1884363" y="1722438"/>
          <p14:tracePt t="4541" x="1854200" y="1716088"/>
          <p14:tracePt t="4541" x="1830388" y="1716088"/>
          <p14:tracePt t="4541" x="1793875" y="1709738"/>
          <p14:tracePt t="4541" x="1733550" y="1704975"/>
          <p14:tracePt t="4541" x="1704975" y="1698625"/>
          <p14:tracePt t="4541" x="1668463" y="1692275"/>
          <p14:tracePt t="4541" x="1644650" y="1685925"/>
          <p14:tracePt t="4541" x="1614488" y="1685925"/>
          <p14:tracePt t="4541" x="1584325" y="1681163"/>
          <p14:tracePt t="4541" x="1554163" y="1674813"/>
          <p14:tracePt t="4541" x="1525588" y="1668463"/>
          <p14:tracePt t="4541" x="1495425" y="1668463"/>
          <p14:tracePt t="4541" x="1465263" y="1662113"/>
          <p14:tracePt t="4541" x="1435100" y="1657350"/>
          <p14:tracePt t="4541" x="1404938" y="1657350"/>
          <p14:tracePt t="4541" x="1370013" y="1651000"/>
          <p14:tracePt t="4541" x="1346200" y="1644650"/>
          <p14:tracePt t="4541" x="1322388" y="1638300"/>
          <p14:tracePt t="4541" x="1292225" y="1633538"/>
          <p14:tracePt t="4541" x="1285875" y="1633538"/>
          <p14:tracePt t="4541" x="1255713" y="1627188"/>
          <p14:tracePt t="4541" x="1231900" y="1627188"/>
          <p14:tracePt t="4541" x="1201738" y="1620838"/>
          <p14:tracePt t="4541" x="1166813" y="1614488"/>
          <p14:tracePt t="4541" x="1143000" y="1608138"/>
          <p14:tracePt t="4541" x="1117600" y="1608138"/>
          <p14:tracePt t="4541" x="1093788" y="1603375"/>
          <p14:tracePt t="4541" x="1082675" y="1597025"/>
          <p14:tracePt t="4541" x="1058863" y="1597025"/>
          <p14:tracePt t="4541" x="1035050" y="1590675"/>
          <p14:tracePt t="4541" x="987425" y="1579563"/>
          <p14:tracePt t="4541" x="968375" y="1579563"/>
          <p14:tracePt t="4541" x="944563" y="1573213"/>
          <p14:tracePt t="4541" x="920750" y="1566863"/>
          <p14:tracePt t="4541" x="903288" y="1566863"/>
          <p14:tracePt t="4541" x="885825" y="1560513"/>
          <p14:tracePt t="4541" x="860425" y="1555750"/>
          <p14:tracePt t="4541" x="836613" y="1549400"/>
          <p14:tracePt t="4541" x="819150" y="1549400"/>
          <p14:tracePt t="4541" x="801688" y="1543050"/>
          <p14:tracePt t="4541" x="777875" y="1536700"/>
          <p14:tracePt t="4541" x="771525" y="1536700"/>
          <p14:tracePt t="4541" x="754063" y="1530350"/>
          <p14:tracePt t="4541" x="730250" y="1525588"/>
          <p14:tracePt t="4541" x="711200" y="1525588"/>
          <p14:tracePt t="4541" x="687388" y="1519238"/>
          <p14:tracePt t="4541" x="669925" y="1519238"/>
          <p14:tracePt t="4541" x="652463" y="1512888"/>
          <p14:tracePt t="4541" x="633413" y="1506538"/>
          <p14:tracePt t="4541" x="615950" y="1506538"/>
          <p14:tracePt t="4541" x="598488" y="1501775"/>
          <p14:tracePt t="4541" x="579438" y="1495425"/>
          <p14:tracePt t="4541" x="561975" y="1495425"/>
          <p14:tracePt t="4541" x="544513" y="1489075"/>
          <p14:tracePt t="4541" x="531813" y="1482725"/>
          <p14:tracePt t="4541" x="514350" y="1482725"/>
          <p14:tracePt t="4541" x="484188" y="1477963"/>
          <p14:tracePt t="4541" x="477838" y="1471613"/>
          <p14:tracePt t="4541" x="460375" y="1471613"/>
          <p14:tracePt t="4541" x="449263" y="1465263"/>
          <p14:tracePt t="4541" x="430213" y="1458913"/>
          <p14:tracePt t="4541" x="419100" y="1458913"/>
          <p14:tracePt t="4541" x="400050" y="1452563"/>
          <p14:tracePt t="4541" x="388938" y="1452563"/>
          <p14:tracePt t="4541" x="376238" y="1447800"/>
          <p14:tracePt t="4541" x="365125" y="1447800"/>
          <p14:tracePt t="4541" x="352425" y="1441450"/>
          <p14:tracePt t="4541" x="341313" y="1435100"/>
          <p14:tracePt t="4541" x="328613" y="1435100"/>
          <p14:tracePt t="4541" x="317500" y="1428750"/>
          <p14:tracePt t="4541" x="298450" y="1428750"/>
          <p14:tracePt t="4541" x="287338" y="1428750"/>
          <p14:tracePt t="4541" x="269875" y="1417638"/>
          <p14:tracePt t="4541" x="263525" y="1417638"/>
          <p14:tracePt t="4541" x="250825" y="1417638"/>
          <p14:tracePt t="4541" x="244475" y="1411288"/>
          <p14:tracePt t="4541" x="233363" y="1411288"/>
          <p14:tracePt t="4541" x="220663" y="1404938"/>
          <p14:tracePt t="4541" x="209550" y="1404938"/>
          <p14:tracePt t="4541" x="203200" y="1400175"/>
          <p14:tracePt t="4541" x="192088" y="1400175"/>
          <p14:tracePt t="4541" x="185738" y="1393825"/>
          <p14:tracePt t="4541" x="173038" y="1393825"/>
          <p14:tracePt t="4541" x="166688" y="1393825"/>
          <p14:tracePt t="4541" x="161925" y="1387475"/>
          <p14:tracePt t="4541" x="149225" y="1387475"/>
          <p14:tracePt t="4541" x="138113" y="1381125"/>
          <p14:tracePt t="4541" x="125413" y="1376363"/>
          <p14:tracePt t="4541" x="119063" y="1376363"/>
          <p14:tracePt t="4541" x="114300" y="1370013"/>
          <p14:tracePt t="4541" x="101600" y="1370013"/>
          <p14:tracePt t="4541" x="101600" y="1363663"/>
          <p14:tracePt t="4541" x="90488" y="1363663"/>
          <p14:tracePt t="4541" x="84138" y="1363663"/>
          <p14:tracePt t="4541" x="77788" y="1357313"/>
          <p14:tracePt t="4541" x="71438" y="1357313"/>
          <p14:tracePt t="4541" x="65088" y="1350963"/>
          <p14:tracePt t="4541" x="60325" y="1350963"/>
          <p14:tracePt t="4541" x="53975" y="1346200"/>
          <p14:tracePt t="4541" x="47625" y="1346200"/>
          <p14:tracePt t="4541" x="41275" y="1339850"/>
          <p14:tracePt t="4541" x="36513" y="1339850"/>
          <p14:tracePt t="4541" x="30163" y="1339850"/>
          <p14:tracePt t="4541" x="23813" y="1333500"/>
          <p14:tracePt t="4541" x="17463" y="1333500"/>
          <p14:tracePt t="4541" x="17463" y="1327150"/>
          <p14:tracePt t="4541" x="12700" y="1327150"/>
          <p14:tracePt t="4541" x="6350" y="1327150"/>
          <p14:tracePt t="4541" x="0" y="1322388"/>
        </p14:tracePtLst>
      </p14:laserTraceLst>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CCC7921E-15E9-F904-DEA0-148FDD6455B0}"/>
              </a:ext>
            </a:extLst>
          </p:cNvPr>
          <p:cNvSpPr>
            <a:spLocks noGrp="1" noChangeArrowheads="1"/>
          </p:cNvSpPr>
          <p:nvPr>
            <p:ph type="title"/>
          </p:nvPr>
        </p:nvSpPr>
        <p:spPr/>
        <p:txBody>
          <a:bodyPr/>
          <a:lstStyle/>
          <a:p>
            <a:r>
              <a:rPr lang="en-US" altLang="en-US" dirty="0"/>
              <a:t>Symmetric Key Encryption</a:t>
            </a:r>
            <a:endParaRPr lang="en-AU" altLang="en-US" dirty="0"/>
          </a:p>
        </p:txBody>
      </p:sp>
      <p:sp>
        <p:nvSpPr>
          <p:cNvPr id="54275" name="Rectangle 3">
            <a:extLst>
              <a:ext uri="{FF2B5EF4-FFF2-40B4-BE49-F238E27FC236}">
                <a16:creationId xmlns:a16="http://schemas.microsoft.com/office/drawing/2014/main" id="{1EE581EA-40B4-FF47-443B-3920CAF9A46F}"/>
              </a:ext>
            </a:extLst>
          </p:cNvPr>
          <p:cNvSpPr>
            <a:spLocks noGrp="1" noChangeArrowheads="1"/>
          </p:cNvSpPr>
          <p:nvPr>
            <p:ph type="body" idx="1"/>
          </p:nvPr>
        </p:nvSpPr>
        <p:spPr/>
        <p:txBody>
          <a:bodyPr/>
          <a:lstStyle/>
          <a:p>
            <a:r>
              <a:rPr lang="en-US" altLang="en-US" dirty="0"/>
              <a:t>Provides confidentiality</a:t>
            </a:r>
          </a:p>
          <a:p>
            <a:r>
              <a:rPr lang="en-US" altLang="en-US" dirty="0"/>
              <a:t>Is faster compared to alternatives</a:t>
            </a:r>
          </a:p>
          <a:p>
            <a:r>
              <a:rPr lang="en-US" altLang="en-US" dirty="0"/>
              <a:t>Is suitable for fast hardware implementation</a:t>
            </a:r>
          </a:p>
          <a:p>
            <a:endParaRPr lang="en-US" altLang="en-US" dirty="0"/>
          </a:p>
          <a:p>
            <a:r>
              <a:rPr lang="en-US" altLang="en-US" dirty="0"/>
              <a:t>But ….</a:t>
            </a:r>
          </a:p>
          <a:p>
            <a:pPr lvl="1"/>
            <a:r>
              <a:rPr lang="en-US" altLang="en-US" dirty="0"/>
              <a:t>How do we exchange secret keys</a:t>
            </a:r>
            <a:endParaRPr lang="en-AU" altLang="en-US" dirty="0"/>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CCC7921E-15E9-F904-DEA0-148FDD6455B0}"/>
              </a:ext>
            </a:extLst>
          </p:cNvPr>
          <p:cNvSpPr>
            <a:spLocks noGrp="1" noChangeArrowheads="1"/>
          </p:cNvSpPr>
          <p:nvPr>
            <p:ph type="title"/>
          </p:nvPr>
        </p:nvSpPr>
        <p:spPr/>
        <p:txBody>
          <a:bodyPr/>
          <a:lstStyle/>
          <a:p>
            <a:r>
              <a:rPr lang="en-US" altLang="en-US" dirty="0"/>
              <a:t>Symmetric Key Distribution</a:t>
            </a:r>
            <a:endParaRPr lang="en-AU" altLang="en-US" dirty="0"/>
          </a:p>
        </p:txBody>
      </p:sp>
      <p:sp>
        <p:nvSpPr>
          <p:cNvPr id="54275" name="Rectangle 3">
            <a:extLst>
              <a:ext uri="{FF2B5EF4-FFF2-40B4-BE49-F238E27FC236}">
                <a16:creationId xmlns:a16="http://schemas.microsoft.com/office/drawing/2014/main" id="{1EE581EA-40B4-FF47-443B-3920CAF9A46F}"/>
              </a:ext>
            </a:extLst>
          </p:cNvPr>
          <p:cNvSpPr>
            <a:spLocks noGrp="1" noChangeArrowheads="1"/>
          </p:cNvSpPr>
          <p:nvPr>
            <p:ph type="body" idx="1"/>
          </p:nvPr>
        </p:nvSpPr>
        <p:spPr/>
        <p:txBody>
          <a:bodyPr>
            <a:normAutofit fontScale="92500"/>
          </a:bodyPr>
          <a:lstStyle/>
          <a:p>
            <a:r>
              <a:rPr lang="en-NZ" dirty="0">
                <a:solidFill>
                  <a:srgbClr val="333333"/>
                </a:solidFill>
                <a:effectLst/>
                <a:latin typeface="Helvetica" pitchFamily="2" charset="0"/>
              </a:rPr>
              <a:t>A can select a key and physically deliver it to B.</a:t>
            </a:r>
          </a:p>
          <a:p>
            <a:endParaRPr lang="en-NZ" dirty="0">
              <a:solidFill>
                <a:srgbClr val="333333"/>
              </a:solidFill>
              <a:effectLst/>
              <a:latin typeface="Helvetica" pitchFamily="2" charset="0"/>
            </a:endParaRPr>
          </a:p>
          <a:p>
            <a:r>
              <a:rPr lang="en-NZ" dirty="0">
                <a:solidFill>
                  <a:srgbClr val="333333"/>
                </a:solidFill>
                <a:effectLst/>
                <a:latin typeface="Helvetica" pitchFamily="2" charset="0"/>
              </a:rPr>
              <a:t>A third party can select the key and physically deliver it to A and B.</a:t>
            </a:r>
          </a:p>
          <a:p>
            <a:pPr lvl="1"/>
            <a:r>
              <a:rPr lang="en-NZ" dirty="0">
                <a:solidFill>
                  <a:srgbClr val="333333"/>
                </a:solidFill>
                <a:effectLst/>
                <a:latin typeface="Helvetica" pitchFamily="2" charset="0"/>
              </a:rPr>
              <a:t>Usually called a Key Distribution </a:t>
            </a:r>
            <a:r>
              <a:rPr lang="en-NZ" dirty="0" err="1">
                <a:solidFill>
                  <a:srgbClr val="333333"/>
                </a:solidFill>
                <a:effectLst/>
                <a:latin typeface="Helvetica" pitchFamily="2" charset="0"/>
              </a:rPr>
              <a:t>Center</a:t>
            </a:r>
            <a:endParaRPr lang="en-NZ" dirty="0">
              <a:solidFill>
                <a:srgbClr val="333333"/>
              </a:solidFill>
              <a:effectLst/>
              <a:latin typeface="Helvetica" pitchFamily="2" charset="0"/>
            </a:endParaRPr>
          </a:p>
          <a:p>
            <a:pPr lvl="1"/>
            <a:endParaRPr lang="en-NZ" dirty="0">
              <a:solidFill>
                <a:srgbClr val="333333"/>
              </a:solidFill>
              <a:effectLst/>
              <a:latin typeface="Helvetica" pitchFamily="2" charset="0"/>
            </a:endParaRPr>
          </a:p>
          <a:p>
            <a:r>
              <a:rPr lang="en-NZ" dirty="0">
                <a:solidFill>
                  <a:srgbClr val="333333"/>
                </a:solidFill>
                <a:effectLst/>
                <a:latin typeface="Helvetica" pitchFamily="2" charset="0"/>
              </a:rPr>
              <a:t>If A and B have previously and recently used a key, one party can transmit the new key to the other, encrypted using the old key.</a:t>
            </a:r>
          </a:p>
          <a:p>
            <a:endParaRPr lang="en-NZ" dirty="0">
              <a:solidFill>
                <a:srgbClr val="333333"/>
              </a:solidFill>
              <a:effectLst/>
              <a:latin typeface="Helvetica" pitchFamily="2" charset="0"/>
            </a:endParaRPr>
          </a:p>
          <a:p>
            <a:r>
              <a:rPr lang="en-NZ" dirty="0">
                <a:solidFill>
                  <a:srgbClr val="333333"/>
                </a:solidFill>
                <a:effectLst/>
                <a:latin typeface="Helvetica" pitchFamily="2" charset="0"/>
              </a:rPr>
              <a:t>If A and B each has an encrypted connection to a third party C, C can deliver a key on the encrypted links to A and B.</a:t>
            </a:r>
          </a:p>
          <a:p>
            <a:endParaRPr lang="en-US" altLang="en-US" dirty="0"/>
          </a:p>
          <a:p>
            <a:pPr marL="0" indent="0">
              <a:buNone/>
            </a:pPr>
            <a:endParaRPr lang="en-AU" altLang="en-US" dirty="0"/>
          </a:p>
        </p:txBody>
      </p:sp>
    </p:spTree>
    <p:extLst>
      <p:ext uri="{BB962C8B-B14F-4D97-AF65-F5344CB8AC3E}">
        <p14:creationId xmlns:p14="http://schemas.microsoft.com/office/powerpoint/2010/main" val="211780047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824460E8-507A-C4EF-A702-B0F18AD245CA}"/>
              </a:ext>
            </a:extLst>
          </p:cNvPr>
          <p:cNvSpPr>
            <a:spLocks noGrp="1" noChangeArrowheads="1"/>
          </p:cNvSpPr>
          <p:nvPr>
            <p:ph type="title"/>
          </p:nvPr>
        </p:nvSpPr>
        <p:spPr/>
        <p:txBody>
          <a:bodyPr/>
          <a:lstStyle/>
          <a:p>
            <a:r>
              <a:rPr lang="en-AU" altLang="en-US"/>
              <a:t>Needham-Schroeder Protocol</a:t>
            </a:r>
          </a:p>
        </p:txBody>
      </p:sp>
      <p:sp>
        <p:nvSpPr>
          <p:cNvPr id="55299" name="Rectangle 3">
            <a:extLst>
              <a:ext uri="{FF2B5EF4-FFF2-40B4-BE49-F238E27FC236}">
                <a16:creationId xmlns:a16="http://schemas.microsoft.com/office/drawing/2014/main" id="{B5B21ED8-57A2-6DF9-0EAC-A2004C0796AE}"/>
              </a:ext>
            </a:extLst>
          </p:cNvPr>
          <p:cNvSpPr>
            <a:spLocks noGrp="1" noChangeArrowheads="1"/>
          </p:cNvSpPr>
          <p:nvPr>
            <p:ph type="body" idx="1"/>
          </p:nvPr>
        </p:nvSpPr>
        <p:spPr/>
        <p:txBody>
          <a:bodyPr/>
          <a:lstStyle/>
          <a:p>
            <a:r>
              <a:rPr lang="en-AU" altLang="en-US" dirty="0"/>
              <a:t>Third-party key distribution protocol</a:t>
            </a:r>
          </a:p>
          <a:p>
            <a:r>
              <a:rPr lang="en-US" altLang="en-US" dirty="0"/>
              <a:t>For session between A B mediated by KDC protocol overview is:</a:t>
            </a:r>
            <a:endParaRPr lang="en-AU" altLang="en-US" dirty="0"/>
          </a:p>
          <a:p>
            <a:pPr lvl="1">
              <a:buFontTx/>
              <a:buNone/>
            </a:pPr>
            <a:r>
              <a:rPr lang="en-AU" altLang="en-US" b="1" dirty="0"/>
              <a:t>1. </a:t>
            </a:r>
            <a:r>
              <a:rPr lang="en-AU" altLang="en-US" dirty="0"/>
              <a:t>A</a:t>
            </a:r>
            <a:r>
              <a:rPr lang="en-AU" altLang="en-US" dirty="0">
                <a:cs typeface="Arial" panose="020B0604020202020204" pitchFamily="34" charset="0"/>
              </a:rPr>
              <a:t>→</a:t>
            </a:r>
            <a:r>
              <a:rPr lang="en-AU" altLang="en-US" dirty="0"/>
              <a:t>KDC: </a:t>
            </a:r>
            <a:r>
              <a:rPr lang="en-AU" altLang="en-US" i="1" dirty="0"/>
              <a:t>ID</a:t>
            </a:r>
            <a:r>
              <a:rPr lang="en-AU" altLang="en-US" i="1" baseline="-25000" dirty="0"/>
              <a:t>A</a:t>
            </a:r>
            <a:r>
              <a:rPr lang="en-AU" altLang="en-US" i="1" dirty="0"/>
              <a:t> </a:t>
            </a:r>
            <a:r>
              <a:rPr lang="en-AU" altLang="en-US" dirty="0"/>
              <a:t>|| </a:t>
            </a:r>
            <a:r>
              <a:rPr lang="en-AU" altLang="en-US" i="1" dirty="0"/>
              <a:t>ID</a:t>
            </a:r>
            <a:r>
              <a:rPr lang="en-AU" altLang="en-US" i="1" baseline="-25000" dirty="0"/>
              <a:t>B</a:t>
            </a:r>
            <a:r>
              <a:rPr lang="en-AU" altLang="en-US" i="1" dirty="0"/>
              <a:t> </a:t>
            </a:r>
            <a:r>
              <a:rPr lang="en-AU" altLang="en-US" dirty="0"/>
              <a:t>|| </a:t>
            </a:r>
            <a:r>
              <a:rPr lang="en-AU" altLang="en-US" i="1" dirty="0"/>
              <a:t>N</a:t>
            </a:r>
            <a:r>
              <a:rPr lang="en-AU" altLang="en-US" i="1" baseline="-25000" dirty="0"/>
              <a:t>1</a:t>
            </a:r>
            <a:endParaRPr lang="en-AU" altLang="en-US" dirty="0"/>
          </a:p>
          <a:p>
            <a:pPr lvl="1">
              <a:buFontTx/>
              <a:buNone/>
            </a:pPr>
            <a:r>
              <a:rPr lang="en-AU" altLang="en-US" b="1" dirty="0"/>
              <a:t>2</a:t>
            </a:r>
            <a:r>
              <a:rPr lang="en-AU" altLang="en-US" dirty="0"/>
              <a:t>. KDC</a:t>
            </a:r>
            <a:r>
              <a:rPr lang="en-AU" altLang="en-US" dirty="0">
                <a:cs typeface="Arial" panose="020B0604020202020204" pitchFamily="34" charset="0"/>
              </a:rPr>
              <a:t>→</a:t>
            </a:r>
            <a:r>
              <a:rPr lang="en-AU" altLang="en-US" dirty="0"/>
              <a:t>A: </a:t>
            </a:r>
            <a:r>
              <a:rPr lang="en-AU" altLang="en-US" dirty="0" err="1"/>
              <a:t>E</a:t>
            </a:r>
            <a:r>
              <a:rPr lang="en-AU" altLang="en-US" baseline="-25000" dirty="0" err="1"/>
              <a:t>Ka</a:t>
            </a:r>
            <a:r>
              <a:rPr lang="en-AU" altLang="en-US" dirty="0"/>
              <a:t>[Ks</a:t>
            </a:r>
            <a:r>
              <a:rPr lang="en-AU" altLang="en-US" i="1" dirty="0"/>
              <a:t> </a:t>
            </a:r>
            <a:r>
              <a:rPr lang="en-AU" altLang="en-US" dirty="0"/>
              <a:t>|| </a:t>
            </a:r>
            <a:r>
              <a:rPr lang="en-AU" altLang="en-US" i="1" dirty="0"/>
              <a:t>ID</a:t>
            </a:r>
            <a:r>
              <a:rPr lang="en-AU" altLang="en-US" i="1" baseline="-25000" dirty="0"/>
              <a:t>B</a:t>
            </a:r>
            <a:r>
              <a:rPr lang="en-AU" altLang="en-US" i="1" dirty="0"/>
              <a:t> </a:t>
            </a:r>
            <a:r>
              <a:rPr lang="en-AU" altLang="en-US" dirty="0"/>
              <a:t>|| </a:t>
            </a:r>
            <a:r>
              <a:rPr lang="en-AU" altLang="en-US" i="1" dirty="0"/>
              <a:t>N</a:t>
            </a:r>
            <a:r>
              <a:rPr lang="en-AU" altLang="en-US" i="1" baseline="-25000" dirty="0"/>
              <a:t>1</a:t>
            </a:r>
            <a:r>
              <a:rPr lang="en-AU" altLang="en-US" dirty="0"/>
              <a:t> || </a:t>
            </a:r>
            <a:r>
              <a:rPr lang="en-AU" altLang="en-US" dirty="0" err="1"/>
              <a:t>E</a:t>
            </a:r>
            <a:r>
              <a:rPr lang="en-AU" altLang="en-US" i="1" baseline="-25000" dirty="0" err="1"/>
              <a:t>Kb</a:t>
            </a:r>
            <a:r>
              <a:rPr lang="en-AU" altLang="en-US" dirty="0"/>
              <a:t>[</a:t>
            </a:r>
            <a:r>
              <a:rPr lang="en-AU" altLang="en-US" i="1" dirty="0"/>
              <a:t>Ks</a:t>
            </a:r>
            <a:r>
              <a:rPr lang="en-AU" altLang="en-US" dirty="0"/>
              <a:t>||</a:t>
            </a:r>
            <a:r>
              <a:rPr lang="en-AU" altLang="en-US" i="1" dirty="0"/>
              <a:t>ID</a:t>
            </a:r>
            <a:r>
              <a:rPr lang="en-AU" altLang="en-US" i="1" baseline="-25000" dirty="0"/>
              <a:t>A</a:t>
            </a:r>
            <a:r>
              <a:rPr lang="en-AU" altLang="en-US" dirty="0"/>
              <a:t>] ]</a:t>
            </a:r>
            <a:endParaRPr lang="en-AU" altLang="en-US" i="1" dirty="0"/>
          </a:p>
          <a:p>
            <a:pPr lvl="1">
              <a:buFontTx/>
              <a:buNone/>
            </a:pPr>
            <a:r>
              <a:rPr lang="en-AU" altLang="en-US" b="1" dirty="0"/>
              <a:t>3. </a:t>
            </a:r>
            <a:r>
              <a:rPr lang="en-AU" altLang="en-US" dirty="0"/>
              <a:t>A</a:t>
            </a:r>
            <a:r>
              <a:rPr lang="en-AU" altLang="en-US" dirty="0">
                <a:cs typeface="Arial" panose="020B0604020202020204" pitchFamily="34" charset="0"/>
              </a:rPr>
              <a:t>→</a:t>
            </a:r>
            <a:r>
              <a:rPr lang="en-AU" altLang="en-US" dirty="0"/>
              <a:t>B: </a:t>
            </a:r>
            <a:r>
              <a:rPr lang="en-AU" altLang="en-US" i="1" dirty="0" err="1"/>
              <a:t>E</a:t>
            </a:r>
            <a:r>
              <a:rPr lang="en-AU" altLang="en-US" i="1" baseline="-25000" dirty="0" err="1"/>
              <a:t>Kb</a:t>
            </a:r>
            <a:r>
              <a:rPr lang="en-AU" altLang="en-US" dirty="0"/>
              <a:t>[</a:t>
            </a:r>
            <a:r>
              <a:rPr lang="en-AU" altLang="en-US" i="1" dirty="0"/>
              <a:t>Ks</a:t>
            </a:r>
            <a:r>
              <a:rPr lang="en-AU" altLang="en-US" dirty="0"/>
              <a:t>||</a:t>
            </a:r>
            <a:r>
              <a:rPr lang="en-AU" altLang="en-US" i="1" dirty="0"/>
              <a:t>ID</a:t>
            </a:r>
            <a:r>
              <a:rPr lang="en-AU" altLang="en-US" i="1" baseline="-25000" dirty="0"/>
              <a:t>A</a:t>
            </a:r>
            <a:r>
              <a:rPr lang="en-AU" altLang="en-US" dirty="0"/>
              <a:t>]</a:t>
            </a:r>
            <a:endParaRPr lang="en-AU" altLang="en-US" i="1" dirty="0"/>
          </a:p>
          <a:p>
            <a:pPr lvl="1">
              <a:buFontTx/>
              <a:buNone/>
            </a:pPr>
            <a:endParaRPr lang="en-AU" altLang="en-US" dirty="0"/>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660781A7-D0F9-F6BC-149D-3AAC73243AF5}"/>
              </a:ext>
            </a:extLst>
          </p:cNvPr>
          <p:cNvSpPr>
            <a:spLocks noGrp="1" noChangeArrowheads="1"/>
          </p:cNvSpPr>
          <p:nvPr>
            <p:ph type="title"/>
          </p:nvPr>
        </p:nvSpPr>
        <p:spPr/>
        <p:txBody>
          <a:bodyPr/>
          <a:lstStyle/>
          <a:p>
            <a:r>
              <a:rPr lang="en-AU" altLang="en-US"/>
              <a:t>Needham-Schroeder Protocol</a:t>
            </a:r>
          </a:p>
        </p:txBody>
      </p:sp>
      <p:sp>
        <p:nvSpPr>
          <p:cNvPr id="56323" name="Rectangle 3">
            <a:extLst>
              <a:ext uri="{FF2B5EF4-FFF2-40B4-BE49-F238E27FC236}">
                <a16:creationId xmlns:a16="http://schemas.microsoft.com/office/drawing/2014/main" id="{0E27FA70-1E96-7BC5-F1EB-2C9647C12572}"/>
              </a:ext>
            </a:extLst>
          </p:cNvPr>
          <p:cNvSpPr>
            <a:spLocks noGrp="1" noChangeArrowheads="1"/>
          </p:cNvSpPr>
          <p:nvPr>
            <p:ph type="body" idx="1"/>
          </p:nvPr>
        </p:nvSpPr>
        <p:spPr/>
        <p:txBody>
          <a:bodyPr/>
          <a:lstStyle/>
          <a:p>
            <a:pPr>
              <a:lnSpc>
                <a:spcPct val="90000"/>
              </a:lnSpc>
            </a:pPr>
            <a:r>
              <a:rPr lang="en-US" altLang="en-US" dirty="0"/>
              <a:t>used to securely distribute a new session key for communications between A &amp; B</a:t>
            </a:r>
          </a:p>
          <a:p>
            <a:pPr>
              <a:lnSpc>
                <a:spcPct val="90000"/>
              </a:lnSpc>
            </a:pPr>
            <a:r>
              <a:rPr lang="en-US" altLang="en-US" dirty="0"/>
              <a:t>but is vulnerable to a replay attack if an old session key has been compromised</a:t>
            </a:r>
          </a:p>
          <a:p>
            <a:pPr lvl="1">
              <a:lnSpc>
                <a:spcPct val="90000"/>
              </a:lnSpc>
            </a:pPr>
            <a:r>
              <a:rPr lang="en-US" altLang="en-US" dirty="0"/>
              <a:t>then message 3 can be resent convincing B that is communicating with A</a:t>
            </a:r>
          </a:p>
          <a:p>
            <a:pPr>
              <a:lnSpc>
                <a:spcPct val="90000"/>
              </a:lnSpc>
            </a:pPr>
            <a:r>
              <a:rPr lang="en-US" altLang="en-US" dirty="0"/>
              <a:t>modifications to address this require:</a:t>
            </a:r>
          </a:p>
          <a:p>
            <a:pPr lvl="1">
              <a:lnSpc>
                <a:spcPct val="90000"/>
              </a:lnSpc>
            </a:pPr>
            <a:r>
              <a:rPr lang="en-US" altLang="en-US" dirty="0"/>
              <a:t>timestamps </a:t>
            </a:r>
          </a:p>
          <a:p>
            <a:pPr lvl="1">
              <a:lnSpc>
                <a:spcPct val="90000"/>
              </a:lnSpc>
            </a:pPr>
            <a:r>
              <a:rPr lang="en-US" altLang="en-US" dirty="0"/>
              <a:t>using an extra nonce</a:t>
            </a:r>
            <a:endParaRPr lang="en-AU" altLang="en-US" dirty="0"/>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30F44-09B1-144D-F353-460EE4B29D1A}"/>
              </a:ext>
            </a:extLst>
          </p:cNvPr>
          <p:cNvSpPr>
            <a:spLocks noGrp="1"/>
          </p:cNvSpPr>
          <p:nvPr>
            <p:ph type="title"/>
          </p:nvPr>
        </p:nvSpPr>
        <p:spPr/>
        <p:txBody>
          <a:bodyPr/>
          <a:lstStyle/>
          <a:p>
            <a:r>
              <a:rPr lang="en-US" dirty="0"/>
              <a:t>Key Distribution Solutions</a:t>
            </a:r>
          </a:p>
        </p:txBody>
      </p:sp>
      <p:sp>
        <p:nvSpPr>
          <p:cNvPr id="3" name="Content Placeholder 2">
            <a:extLst>
              <a:ext uri="{FF2B5EF4-FFF2-40B4-BE49-F238E27FC236}">
                <a16:creationId xmlns:a16="http://schemas.microsoft.com/office/drawing/2014/main" id="{FFB9BA9E-6FE2-A23D-F189-85081EE589E5}"/>
              </a:ext>
            </a:extLst>
          </p:cNvPr>
          <p:cNvSpPr>
            <a:spLocks noGrp="1"/>
          </p:cNvSpPr>
          <p:nvPr>
            <p:ph idx="1"/>
          </p:nvPr>
        </p:nvSpPr>
        <p:spPr/>
        <p:txBody>
          <a:bodyPr>
            <a:normAutofit fontScale="92500" lnSpcReduction="10000"/>
          </a:bodyPr>
          <a:lstStyle/>
          <a:p>
            <a:r>
              <a:rPr lang="en-US" dirty="0"/>
              <a:t>Key distribution solutions based on symmetric key requires a KDC </a:t>
            </a:r>
          </a:p>
          <a:p>
            <a:r>
              <a:rPr lang="en-US" dirty="0"/>
              <a:t>They also require the communicating parties to trust the KDC.</a:t>
            </a:r>
          </a:p>
          <a:p>
            <a:endParaRPr lang="en-US" dirty="0"/>
          </a:p>
          <a:p>
            <a:r>
              <a:rPr lang="en-US" dirty="0"/>
              <a:t>There are key distribution solutions that use asymmetric cryptography that don’t require KDCs and trust in KDCs but require public key infrastructure (PKI)</a:t>
            </a:r>
          </a:p>
          <a:p>
            <a:pPr marL="0" indent="0">
              <a:buNone/>
            </a:pPr>
            <a:endParaRPr lang="en-US" dirty="0"/>
          </a:p>
          <a:p>
            <a:r>
              <a:rPr lang="en-US" dirty="0"/>
              <a:t>The alternative (although expensive) is key exchange based on a quantum phenomenon</a:t>
            </a:r>
          </a:p>
          <a:p>
            <a:r>
              <a:rPr lang="en-US" dirty="0"/>
              <a:t>Algorithms based on quantum computing can help perform key exchange without the use of KDCs and PKI.</a:t>
            </a:r>
          </a:p>
        </p:txBody>
      </p:sp>
    </p:spTree>
    <p:extLst>
      <p:ext uri="{BB962C8B-B14F-4D97-AF65-F5344CB8AC3E}">
        <p14:creationId xmlns:p14="http://schemas.microsoft.com/office/powerpoint/2010/main" val="205602380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Meltdown and Spectre</a:t>
            </a:r>
          </a:p>
        </p:txBody>
      </p:sp>
      <p:pic>
        <p:nvPicPr>
          <p:cNvPr id="4" name="Picture 3"/>
          <p:cNvPicPr>
            <a:picLocks noChangeAspect="1"/>
          </p:cNvPicPr>
          <p:nvPr/>
        </p:nvPicPr>
        <p:blipFill>
          <a:blip r:embed="rId2"/>
          <a:stretch>
            <a:fillRect/>
          </a:stretch>
        </p:blipFill>
        <p:spPr>
          <a:xfrm>
            <a:off x="4208615" y="1040682"/>
            <a:ext cx="4733842" cy="1106170"/>
          </a:xfrm>
          <a:prstGeom prst="rect">
            <a:avLst/>
          </a:prstGeom>
        </p:spPr>
      </p:pic>
      <p:sp>
        <p:nvSpPr>
          <p:cNvPr id="5" name="Rectangle 4"/>
          <p:cNvSpPr/>
          <p:nvPr/>
        </p:nvSpPr>
        <p:spPr>
          <a:xfrm>
            <a:off x="4098458" y="2146852"/>
            <a:ext cx="4733842" cy="430887"/>
          </a:xfrm>
          <a:prstGeom prst="rect">
            <a:avLst/>
          </a:prstGeom>
        </p:spPr>
        <p:txBody>
          <a:bodyPr wrap="square">
            <a:spAutoFit/>
          </a:bodyPr>
          <a:lstStyle/>
          <a:p>
            <a:r>
              <a:rPr lang="en-NZ" sz="1050" dirty="0">
                <a:hlinkClick r:id="rId3"/>
              </a:rPr>
              <a:t>https://www.wired.com/story/critical-intel-flaw-breaks-basic-security-for-most-computers/</a:t>
            </a:r>
            <a:endParaRPr lang="en-NZ" sz="1050" dirty="0"/>
          </a:p>
        </p:txBody>
      </p:sp>
      <p:pic>
        <p:nvPicPr>
          <p:cNvPr id="6" name="Picture 5"/>
          <p:cNvPicPr>
            <a:picLocks noChangeAspect="1"/>
          </p:cNvPicPr>
          <p:nvPr/>
        </p:nvPicPr>
        <p:blipFill>
          <a:blip r:embed="rId4"/>
          <a:stretch>
            <a:fillRect/>
          </a:stretch>
        </p:blipFill>
        <p:spPr>
          <a:xfrm>
            <a:off x="4098458" y="2640407"/>
            <a:ext cx="4733842" cy="1401901"/>
          </a:xfrm>
          <a:prstGeom prst="rect">
            <a:avLst/>
          </a:prstGeom>
        </p:spPr>
      </p:pic>
      <p:sp>
        <p:nvSpPr>
          <p:cNvPr id="7" name="Rectangle 6"/>
          <p:cNvSpPr/>
          <p:nvPr/>
        </p:nvSpPr>
        <p:spPr>
          <a:xfrm>
            <a:off x="4098458" y="4042308"/>
            <a:ext cx="4733842" cy="430887"/>
          </a:xfrm>
          <a:prstGeom prst="rect">
            <a:avLst/>
          </a:prstGeom>
        </p:spPr>
        <p:txBody>
          <a:bodyPr wrap="square">
            <a:spAutoFit/>
          </a:bodyPr>
          <a:lstStyle/>
          <a:p>
            <a:r>
              <a:rPr lang="en-NZ" sz="1050" dirty="0">
                <a:hlinkClick r:id="rId5"/>
              </a:rPr>
              <a:t>https://arstechnica.com/gadgets/2018/01/meltdown-and-spectre-heres-what-intel-apple-microsoft-others-are-doing-about-it/</a:t>
            </a:r>
            <a:endParaRPr lang="en-NZ" sz="1050" dirty="0"/>
          </a:p>
        </p:txBody>
      </p:sp>
      <p:pic>
        <p:nvPicPr>
          <p:cNvPr id="8" name="Picture 7"/>
          <p:cNvPicPr>
            <a:picLocks noChangeAspect="1"/>
          </p:cNvPicPr>
          <p:nvPr/>
        </p:nvPicPr>
        <p:blipFill>
          <a:blip r:embed="rId6"/>
          <a:stretch>
            <a:fillRect/>
          </a:stretch>
        </p:blipFill>
        <p:spPr>
          <a:xfrm>
            <a:off x="282900" y="1184818"/>
            <a:ext cx="3388452" cy="1298100"/>
          </a:xfrm>
          <a:prstGeom prst="rect">
            <a:avLst/>
          </a:prstGeom>
        </p:spPr>
      </p:pic>
      <p:sp>
        <p:nvSpPr>
          <p:cNvPr id="9" name="Rectangle 8"/>
          <p:cNvSpPr/>
          <p:nvPr/>
        </p:nvSpPr>
        <p:spPr>
          <a:xfrm>
            <a:off x="311700" y="2482918"/>
            <a:ext cx="3676601" cy="430887"/>
          </a:xfrm>
          <a:prstGeom prst="rect">
            <a:avLst/>
          </a:prstGeom>
        </p:spPr>
        <p:txBody>
          <a:bodyPr wrap="square">
            <a:spAutoFit/>
          </a:bodyPr>
          <a:lstStyle/>
          <a:p>
            <a:r>
              <a:rPr lang="en-NZ" sz="1050" dirty="0">
                <a:hlinkClick r:id="rId7"/>
              </a:rPr>
              <a:t>https://www.theverge.com/2018/1/3/16844630/intel-processor-security-flaw-bug-kernel-windows-linux</a:t>
            </a:r>
            <a:endParaRPr lang="en-NZ" sz="1050" dirty="0"/>
          </a:p>
        </p:txBody>
      </p:sp>
      <p:pic>
        <p:nvPicPr>
          <p:cNvPr id="1026" name="Picture 2" descr="Spectre logo with text.sv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9387" y="3146293"/>
            <a:ext cx="976258" cy="116066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eltdown logo with text.sv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21200" y="2973293"/>
            <a:ext cx="770498" cy="14999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6705283"/>
      </p:ext>
    </p:extLst>
  </p:cSld>
  <p:clrMapOvr>
    <a:masterClrMapping/>
  </p:clrMapOvr>
  <mc:AlternateContent xmlns:mc="http://schemas.openxmlformats.org/markup-compatibility/2006" xmlns:p14="http://schemas.microsoft.com/office/powerpoint/2010/main">
    <mc:Choice Requires="p14">
      <p:transition spd="slow" p14:dur="2000" advTm="139261"/>
    </mc:Choice>
    <mc:Fallback xmlns="">
      <p:transition spd="slow" advTm="139261"/>
    </mc:Fallback>
  </mc:AlternateContent>
  <p:extLst>
    <p:ext uri="{3A86A75C-4F4B-4683-9AE1-C65F6400EC91}">
      <p14:laserTraceLst xmlns:p14="http://schemas.microsoft.com/office/powerpoint/2010/main">
        <p14:tracePtLst>
          <p14:tracePt t="84142" x="2768600" y="5119688"/>
          <p14:tracePt t="84143" x="2768600" y="5106988"/>
          <p14:tracePt t="84144" x="2762250" y="5095875"/>
          <p14:tracePt t="84145" x="2762250" y="5083175"/>
          <p14:tracePt t="84146" x="2762250" y="5072063"/>
          <p14:tracePt t="84147" x="2762250" y="5059363"/>
          <p14:tracePt t="84148" x="2762250" y="5048250"/>
          <p14:tracePt t="84149" x="2757488" y="5035550"/>
          <p14:tracePt t="84150" x="2757488" y="5018088"/>
          <p14:tracePt t="84151" x="2757488" y="5005388"/>
          <p14:tracePt t="84152" x="2751138" y="4994275"/>
          <p14:tracePt t="84153" x="2751138" y="4976813"/>
          <p14:tracePt t="84154" x="2751138" y="4964113"/>
          <p14:tracePt t="84155" x="2751138" y="4946650"/>
          <p14:tracePt t="84156" x="2744788" y="4940300"/>
          <p14:tracePt t="84157" x="2744788" y="4922838"/>
          <p14:tracePt t="84158" x="2738438" y="4886325"/>
          <p14:tracePt t="84159" x="2738438" y="4868863"/>
          <p14:tracePt t="84160" x="2733675" y="4849813"/>
          <p14:tracePt t="84161" x="2733675" y="4845050"/>
          <p14:tracePt t="84162" x="2733675" y="4826000"/>
          <p14:tracePt t="84163" x="2727325" y="4802188"/>
          <p14:tracePt t="84164" x="2727325" y="4784725"/>
          <p14:tracePt t="84165" x="2720975" y="4760913"/>
          <p14:tracePt t="84166" x="2714625" y="4737100"/>
          <p14:tracePt t="84168" x="2709863" y="4700588"/>
          <p14:tracePt t="84168" x="2703513" y="4670425"/>
          <p14:tracePt t="84169" x="2697163" y="4646613"/>
          <p14:tracePt t="84170" x="2690813" y="4622800"/>
          <p14:tracePt t="84171" x="2684463" y="4598988"/>
          <p14:tracePt t="84172" x="2679700" y="4568825"/>
          <p14:tracePt t="84173" x="2679700" y="4557713"/>
          <p14:tracePt t="84174" x="2673350" y="4527550"/>
          <p14:tracePt t="84175" x="2660650" y="4486275"/>
          <p14:tracePt t="84176" x="2649538" y="4443413"/>
          <p14:tracePt t="84177" x="2636838" y="4413250"/>
          <p14:tracePt t="84178" x="2632075" y="4384675"/>
          <p14:tracePt t="84179" x="2625725" y="4348163"/>
          <p14:tracePt t="84180" x="2619375" y="4341813"/>
          <p14:tracePt t="84181" x="2606675" y="4311650"/>
          <p14:tracePt t="84182" x="2601913" y="4276725"/>
          <p14:tracePt t="84183" x="2582863" y="4229100"/>
          <p14:tracePt t="84184" x="2571750" y="4192588"/>
          <p14:tracePt t="84185" x="2565400" y="4156075"/>
          <p14:tracePt t="84186" x="2547938" y="4108450"/>
          <p14:tracePt t="84187" x="2535238" y="4073525"/>
          <p14:tracePt t="84188" x="2524125" y="4043363"/>
          <p14:tracePt t="84189" x="2511425" y="4006850"/>
          <p14:tracePt t="84190" x="2493963" y="3971925"/>
          <p14:tracePt t="84191" x="2493963" y="3959225"/>
          <p14:tracePt t="84192" x="2481263" y="3929063"/>
          <p14:tracePt t="84193" x="2463800" y="3894138"/>
          <p14:tracePt t="84194" x="2452688" y="3857625"/>
          <p14:tracePt t="84195" x="2439988" y="3821113"/>
          <p14:tracePt t="84196" x="2416175" y="3773488"/>
          <p14:tracePt t="84197" x="2403475" y="3738563"/>
          <p14:tracePt t="84198" x="2386013" y="3708400"/>
          <p14:tracePt t="84199" x="2374900" y="3671888"/>
          <p14:tracePt t="84200" x="2362200" y="3641725"/>
          <p14:tracePt t="84201" x="2338388" y="3594100"/>
          <p14:tracePt t="84202" x="2320925" y="3559175"/>
          <p14:tracePt t="84203" x="2308225" y="3529013"/>
          <p14:tracePt t="84204" x="2290763" y="3492500"/>
          <p14:tracePt t="84205" x="2273300" y="3462338"/>
          <p14:tracePt t="84206" x="2254250" y="3433763"/>
          <p14:tracePt t="84207" x="2247900" y="3414713"/>
          <p14:tracePt t="84208" x="2230438" y="3384550"/>
          <p14:tracePt t="84209" x="2219325" y="3355975"/>
          <p14:tracePt t="84210" x="2189163" y="3306763"/>
          <p14:tracePt t="84211" x="2170113" y="3278188"/>
          <p14:tracePt t="84212" x="2146300" y="3235325"/>
          <p14:tracePt t="84213" x="2135188" y="3205163"/>
          <p14:tracePt t="84214" x="2122488" y="3187700"/>
          <p14:tracePt t="84215" x="2111375" y="3157538"/>
          <p14:tracePt t="84216" x="2093913" y="3133725"/>
          <p14:tracePt t="84217" x="2074863" y="3109913"/>
          <p14:tracePt t="84218" x="2057400" y="3079750"/>
          <p14:tracePt t="84219" x="2039938" y="3049588"/>
          <p14:tracePt t="84220" x="2020888" y="3025775"/>
          <p14:tracePt t="84221" x="2009775" y="2995613"/>
          <p14:tracePt t="84222" x="1990725" y="2971800"/>
          <p14:tracePt t="84223" x="1973263" y="2943225"/>
          <p14:tracePt t="84224" x="1955800" y="2919413"/>
          <p14:tracePt t="84225" x="1931988" y="2882900"/>
          <p14:tracePt t="84226" x="1912938" y="2859088"/>
          <p14:tracePt t="84227" x="1895475" y="2835275"/>
          <p14:tracePt t="84228" x="1884363" y="2811463"/>
          <p14:tracePt t="84229" x="1865313" y="2787650"/>
          <p14:tracePt t="84230" x="1847850" y="2763838"/>
          <p14:tracePt t="84231" x="1841500" y="2751138"/>
          <p14:tracePt t="84232" x="1824038" y="2727325"/>
          <p14:tracePt t="84233" x="1806575" y="2703513"/>
          <p14:tracePt t="84234" x="1787525" y="2679700"/>
          <p14:tracePt t="84235" x="1776413" y="2662238"/>
          <p14:tracePt t="84236" x="1758950" y="2636838"/>
          <p14:tracePt t="84237" x="1739900" y="2619375"/>
          <p14:tracePt t="84238" x="1728788" y="2595563"/>
          <p14:tracePt t="84239" x="1709738" y="2578100"/>
          <p14:tracePt t="84240" x="1698625" y="2554288"/>
          <p14:tracePt t="84241" x="1662113" y="2517775"/>
          <p14:tracePt t="84243" x="1651000" y="2493963"/>
          <p14:tracePt t="84243" x="1644650" y="2493963"/>
          <p14:tracePt t="84244" x="1631950" y="2470150"/>
          <p14:tracePt t="84245" x="1614488" y="2452688"/>
          <p14:tracePt t="84246" x="1603375" y="2433638"/>
          <p14:tracePt t="84247" x="1584325" y="2409825"/>
          <p14:tracePt t="84248" x="1573213" y="2392363"/>
          <p14:tracePt t="84249" x="1554163" y="2374900"/>
          <p14:tracePt t="84250" x="1543050" y="2355850"/>
          <p14:tracePt t="84251" x="1530350" y="2338388"/>
          <p14:tracePt t="84252" x="1512888" y="2320925"/>
          <p14:tracePt t="84253" x="1506538" y="2308225"/>
          <p14:tracePt t="84254" x="1489075" y="2290763"/>
          <p14:tracePt t="84255" x="1476375" y="2273300"/>
          <p14:tracePt t="84256" x="1465263" y="2254250"/>
          <p14:tracePt t="84257" x="1447800" y="2230438"/>
          <p14:tracePt t="84258" x="1441450" y="2219325"/>
          <p14:tracePt t="84259" x="1428750" y="2206625"/>
          <p14:tracePt t="84260" x="1417638" y="2189163"/>
          <p14:tracePt t="84261" x="1404938" y="2171700"/>
          <p14:tracePt t="84262" x="1393825" y="2152650"/>
          <p14:tracePt t="84263" x="1381125" y="2135188"/>
          <p14:tracePt t="84264" x="1374775" y="2122488"/>
          <p14:tracePt t="84265" x="1363663" y="2105025"/>
          <p14:tracePt t="84266" x="1350963" y="2093913"/>
          <p14:tracePt t="84268" x="1346200" y="2074863"/>
          <p14:tracePt t="84268" x="1333500" y="2063750"/>
          <p14:tracePt t="84269" x="1327150" y="2044700"/>
          <p14:tracePt t="84270" x="1322388" y="2033588"/>
          <p14:tracePt t="84271" x="1316038" y="2020888"/>
          <p14:tracePt t="84272" x="1303338" y="2003425"/>
          <p14:tracePt t="84273" x="1296988" y="1985963"/>
          <p14:tracePt t="84274" x="1292225" y="1973263"/>
          <p14:tracePt t="84275" x="1279525" y="1949450"/>
          <p14:tracePt t="84276" x="1273175" y="1931988"/>
          <p14:tracePt t="84277" x="1268413" y="1914525"/>
          <p14:tracePt t="84278" x="1262063" y="1901825"/>
          <p14:tracePt t="84279" x="1249363" y="1884363"/>
          <p14:tracePt t="84280" x="1244600" y="1871663"/>
          <p14:tracePt t="84281" x="1238250" y="1854200"/>
          <p14:tracePt t="84282" x="1238250" y="1841500"/>
          <p14:tracePt t="84283" x="1231900" y="1824038"/>
          <p14:tracePt t="84284" x="1225550" y="1806575"/>
          <p14:tracePt t="84285" x="1220788" y="1793875"/>
          <p14:tracePt t="84286" x="1214438" y="1776413"/>
          <p14:tracePt t="84287" x="1214438" y="1763713"/>
          <p14:tracePt t="84288" x="1208088" y="1752600"/>
          <p14:tracePt t="84289" x="1201738" y="1735138"/>
          <p14:tracePt t="84290" x="1201738" y="1722438"/>
          <p14:tracePt t="84291" x="1195388" y="1704975"/>
          <p14:tracePt t="84292" x="1190625" y="1692275"/>
          <p14:tracePt t="84293" x="1190625" y="1681163"/>
          <p14:tracePt t="84294" x="1190625" y="1668463"/>
          <p14:tracePt t="84295" x="1184275" y="1657350"/>
          <p14:tracePt t="84296" x="1184275" y="1644650"/>
          <p14:tracePt t="84297" x="1177925" y="1633538"/>
          <p14:tracePt t="84298" x="1177925" y="1620838"/>
          <p14:tracePt t="84299" x="1177925" y="1608138"/>
          <p14:tracePt t="84300" x="1171575" y="1597025"/>
          <p14:tracePt t="84301" x="1171575" y="1590675"/>
          <p14:tracePt t="84302" x="1166813" y="1579563"/>
          <p14:tracePt t="84303" x="1166813" y="1566863"/>
          <p14:tracePt t="84304" x="1166813" y="1560513"/>
          <p14:tracePt t="84305" x="1166813" y="1549400"/>
          <p14:tracePt t="84306" x="1160463" y="1543050"/>
          <p14:tracePt t="84307" x="1160463" y="1530350"/>
          <p14:tracePt t="84308" x="1160463" y="1525588"/>
          <p14:tracePt t="84309" x="1160463" y="1519238"/>
          <p14:tracePt t="84310" x="1160463" y="1506538"/>
          <p14:tracePt t="84311" x="1160463" y="1501775"/>
          <p14:tracePt t="84312" x="1154113" y="1495425"/>
          <p14:tracePt t="84313" x="1154113" y="1489075"/>
          <p14:tracePt t="84314" x="1154113" y="1482725"/>
          <p14:tracePt t="84315" x="1154113" y="1477963"/>
          <p14:tracePt t="84317" x="1154113" y="1471613"/>
          <p14:tracePt t="84318" x="1147763" y="1465263"/>
          <p14:tracePt t="84320" x="1147763" y="1458913"/>
          <p14:tracePt t="84321" x="1147763" y="1452563"/>
          <p14:tracePt t="84324" x="1147763" y="1447800"/>
          <p14:tracePt t="84326" x="1147763" y="1441450"/>
          <p14:tracePt t="84335" x="1143000" y="1441450"/>
          <p14:tracePt t="84514" x="1143000" y="1435100"/>
          <p14:tracePt t="84517" x="1136650" y="1435100"/>
          <p14:tracePt t="84518" x="1136650" y="1428750"/>
          <p14:tracePt t="84519" x="1136650" y="1423988"/>
          <p14:tracePt t="84521" x="1136650" y="1417638"/>
          <p14:tracePt t="84522" x="1130300" y="1417638"/>
          <p14:tracePt t="84523" x="1130300" y="1411288"/>
          <p14:tracePt t="84524" x="1130300" y="1404938"/>
          <p14:tracePt t="84525" x="1123950" y="1404938"/>
          <p14:tracePt t="84526" x="1123950" y="1400175"/>
          <p14:tracePt t="84527" x="1123950" y="1393825"/>
          <p14:tracePt t="84528" x="1117600" y="1387475"/>
          <p14:tracePt t="84529" x="1117600" y="1381125"/>
          <p14:tracePt t="84531" x="1112838" y="1376363"/>
          <p14:tracePt t="84532" x="1106488" y="1370013"/>
          <p14:tracePt t="84533" x="1106488" y="1363663"/>
          <p14:tracePt t="84534" x="1106488" y="1357313"/>
          <p14:tracePt t="84535" x="1100138" y="1350963"/>
          <p14:tracePt t="84536" x="1093788" y="1346200"/>
          <p14:tracePt t="84537" x="1093788" y="1339850"/>
          <p14:tracePt t="84538" x="1089025" y="1339850"/>
          <p14:tracePt t="84539" x="1089025" y="1333500"/>
          <p14:tracePt t="84540" x="1082675" y="1327150"/>
          <p14:tracePt t="84541" x="1082675" y="1322388"/>
          <p14:tracePt t="84542" x="1076325" y="1316038"/>
          <p14:tracePt t="84543" x="1069975" y="1309688"/>
          <p14:tracePt t="84544" x="1065213" y="1303338"/>
          <p14:tracePt t="84545" x="1065213" y="1298575"/>
          <p14:tracePt t="84546" x="1058863" y="1292225"/>
          <p14:tracePt t="84547" x="1052513" y="1285875"/>
          <p14:tracePt t="84549" x="1046163" y="1279525"/>
          <p14:tracePt t="84550" x="1039813" y="1273175"/>
          <p14:tracePt t="84551" x="1039813" y="1268413"/>
          <p14:tracePt t="84552" x="1035050" y="1268413"/>
          <p14:tracePt t="84553" x="1028700" y="1262063"/>
          <p14:tracePt t="84554" x="1028700" y="1255713"/>
          <p14:tracePt t="84555" x="1022350" y="1249363"/>
          <p14:tracePt t="84556" x="1016000" y="1249363"/>
          <p14:tracePt t="84557" x="1016000" y="1244600"/>
          <p14:tracePt t="84558" x="1011238" y="1238250"/>
          <p14:tracePt t="84559" x="1004888" y="1238250"/>
          <p14:tracePt t="84560" x="1004888" y="1231900"/>
          <p14:tracePt t="84561" x="998538" y="1225550"/>
          <p14:tracePt t="84563" x="992188" y="1220788"/>
          <p14:tracePt t="84564" x="987425" y="1214438"/>
          <p14:tracePt t="84566" x="981075" y="1208088"/>
          <p14:tracePt t="84567" x="974725" y="1201738"/>
          <p14:tracePt t="84569" x="968375" y="1195388"/>
          <p14:tracePt t="84570" x="963613" y="1190625"/>
          <p14:tracePt t="84572" x="957263" y="1184275"/>
          <p14:tracePt t="84573" x="950913" y="1177925"/>
          <p14:tracePt t="84575" x="950913" y="1171575"/>
          <p14:tracePt t="84576" x="944563" y="1171575"/>
          <p14:tracePt t="84577" x="938213" y="1166813"/>
          <p14:tracePt t="84579" x="933450" y="1160463"/>
          <p14:tracePt t="84580" x="927100" y="1160463"/>
          <p14:tracePt t="84581" x="927100" y="1154113"/>
          <p14:tracePt t="84582" x="920750" y="1154113"/>
          <p14:tracePt t="84583" x="920750" y="1147763"/>
          <p14:tracePt t="84584" x="914400" y="1147763"/>
          <p14:tracePt t="84585" x="914400" y="1143000"/>
          <p14:tracePt t="84586" x="909638" y="1143000"/>
          <p14:tracePt t="84587" x="909638" y="1136650"/>
          <p14:tracePt t="84588" x="903288" y="1130300"/>
          <p14:tracePt t="84589" x="896938" y="1130300"/>
          <p14:tracePt t="84590" x="896938" y="1123950"/>
          <p14:tracePt t="84591" x="890588" y="1123950"/>
          <p14:tracePt t="84592" x="885825" y="1119188"/>
          <p14:tracePt t="84594" x="879475" y="1112838"/>
          <p14:tracePt t="84596" x="873125" y="1106488"/>
          <p14:tracePt t="84597" x="866775" y="1106488"/>
          <p14:tracePt t="84598" x="866775" y="1100138"/>
          <p14:tracePt t="84599" x="860425" y="1100138"/>
          <p14:tracePt t="84600" x="855663" y="1093788"/>
          <p14:tracePt t="84602" x="849313" y="1089025"/>
          <p14:tracePt t="84603" x="849313" y="1082675"/>
          <p14:tracePt t="84604" x="842963" y="1082675"/>
          <p14:tracePt t="84605" x="836613" y="1076325"/>
          <p14:tracePt t="84607" x="831850" y="1069975"/>
          <p14:tracePt t="84608" x="825500" y="1069975"/>
          <p14:tracePt t="84609" x="819150" y="1065213"/>
          <p14:tracePt t="84610" x="819150" y="1058863"/>
          <p14:tracePt t="84611" x="812800" y="1058863"/>
          <p14:tracePt t="84612" x="808038" y="1052513"/>
          <p14:tracePt t="84614" x="801688" y="1052513"/>
          <p14:tracePt t="84615" x="795338" y="1046163"/>
          <p14:tracePt t="84616" x="795338" y="1041400"/>
          <p14:tracePt t="84617" x="788988" y="1041400"/>
          <p14:tracePt t="84618" x="782638" y="1035050"/>
          <p14:tracePt t="84619" x="777875" y="1035050"/>
          <p14:tracePt t="84620" x="777875" y="1028700"/>
          <p14:tracePt t="84621" x="771525" y="1028700"/>
          <p14:tracePt t="84622" x="765175" y="1022350"/>
          <p14:tracePt t="84624" x="758825" y="1022350"/>
          <p14:tracePt t="84625" x="754063" y="1016000"/>
          <p14:tracePt t="84627" x="754063" y="1011238"/>
          <p14:tracePt t="84627" x="747713" y="1011238"/>
          <p14:tracePt t="84628" x="741363" y="1011238"/>
          <p14:tracePt t="84629" x="741363" y="1004888"/>
          <p14:tracePt t="84630" x="735013" y="1004888"/>
          <p14:tracePt t="84631" x="730250" y="998538"/>
          <p14:tracePt t="84633" x="723900" y="998538"/>
          <p14:tracePt t="84634" x="723900" y="992188"/>
          <p14:tracePt t="84635" x="717550" y="992188"/>
          <p14:tracePt t="84636" x="711200" y="992188"/>
          <p14:tracePt t="84637" x="711200" y="987425"/>
          <p14:tracePt t="84638" x="706438" y="987425"/>
          <p14:tracePt t="84639" x="706438" y="981075"/>
          <p14:tracePt t="84640" x="700088" y="981075"/>
          <p14:tracePt t="84642" x="693738" y="981075"/>
          <p14:tracePt t="84643" x="693738" y="974725"/>
          <p14:tracePt t="84644" x="687388" y="974725"/>
          <p14:tracePt t="84645" x="681038" y="974725"/>
          <p14:tracePt t="84647" x="676275" y="968375"/>
          <p14:tracePt t="84650" x="669925" y="968375"/>
          <p14:tracePt t="84651" x="663575" y="963613"/>
          <p14:tracePt t="84653" x="657225" y="963613"/>
          <p14:tracePt t="84654" x="657225" y="957263"/>
          <p14:tracePt t="84655" x="652463" y="957263"/>
          <p14:tracePt t="84657" x="646113" y="957263"/>
          <p14:tracePt t="84658" x="639763" y="950913"/>
          <p14:tracePt t="84660" x="633413" y="950913"/>
          <p14:tracePt t="84661" x="628650" y="950913"/>
          <p14:tracePt t="84662" x="628650" y="944563"/>
          <p14:tracePt t="84663" x="622300" y="944563"/>
          <p14:tracePt t="84665" x="615950" y="944563"/>
          <p14:tracePt t="84666" x="609600" y="944563"/>
          <p14:tracePt t="84667" x="609600" y="938213"/>
          <p14:tracePt t="84668" x="603250" y="938213"/>
          <p14:tracePt t="84669" x="598488" y="938213"/>
          <p14:tracePt t="84671" x="592138" y="938213"/>
          <p14:tracePt t="84673" x="585788" y="933450"/>
          <p14:tracePt t="84674" x="579438" y="933450"/>
          <p14:tracePt t="84677" x="574675" y="933450"/>
          <p14:tracePt t="84678" x="568325" y="933450"/>
          <p14:tracePt t="84679" x="561975" y="933450"/>
          <p14:tracePt t="84681" x="555625" y="933450"/>
          <p14:tracePt t="84683" x="550863" y="933450"/>
          <p14:tracePt t="84684" x="550863" y="927100"/>
          <p14:tracePt t="84685" x="544513" y="927100"/>
          <p14:tracePt t="84687" x="538163" y="927100"/>
          <p14:tracePt t="84689" x="531813" y="927100"/>
          <p14:tracePt t="84691" x="527050" y="927100"/>
          <p14:tracePt t="84694" x="520700" y="927100"/>
          <p14:tracePt t="84697" x="514350" y="927100"/>
          <p14:tracePt t="84702" x="508000" y="927100"/>
          <p14:tracePt t="84705" x="501650" y="927100"/>
          <p14:tracePt t="84719" x="496888" y="927100"/>
          <p14:tracePt t="84735" x="490538" y="927100"/>
          <p14:tracePt t="84746" x="484188" y="927100"/>
          <p14:tracePt t="84747" x="484188" y="933450"/>
          <p14:tracePt t="84755" x="477838" y="933450"/>
          <p14:tracePt t="84765" x="473075" y="933450"/>
          <p14:tracePt t="84769" x="473075" y="938213"/>
          <p14:tracePt t="84772" x="466725" y="938213"/>
          <p14:tracePt t="84778" x="466725" y="944563"/>
          <p14:tracePt t="84780" x="460375" y="944563"/>
          <p14:tracePt t="84786" x="454025" y="944563"/>
          <p14:tracePt t="84787" x="454025" y="950913"/>
          <p14:tracePt t="84791" x="449263" y="950913"/>
          <p14:tracePt t="84792" x="449263" y="957263"/>
          <p14:tracePt t="84796" x="442913" y="957263"/>
          <p14:tracePt t="84800" x="436563" y="963613"/>
          <p14:tracePt t="84805" x="436563" y="968375"/>
          <p14:tracePt t="84806" x="430213" y="968375"/>
          <p14:tracePt t="84810" x="423863" y="968375"/>
          <p14:tracePt t="84811" x="423863" y="974725"/>
          <p14:tracePt t="84814" x="419100" y="974725"/>
          <p14:tracePt t="84815" x="419100" y="981075"/>
          <p14:tracePt t="84818" x="412750" y="981075"/>
          <p14:tracePt t="84821" x="412750" y="987425"/>
          <p14:tracePt t="84822" x="406400" y="987425"/>
          <p14:tracePt t="84824" x="406400" y="992188"/>
          <p14:tracePt t="84825" x="400050" y="992188"/>
          <p14:tracePt t="84830" x="395288" y="998538"/>
          <p14:tracePt t="84833" x="388938" y="998538"/>
          <p14:tracePt t="84836" x="388938" y="1004888"/>
          <p14:tracePt t="84838" x="382588" y="1004888"/>
          <p14:tracePt t="84841" x="376238" y="1011238"/>
          <p14:tracePt t="84845" x="371475" y="1011238"/>
          <p14:tracePt t="84847" x="371475" y="1016000"/>
          <p14:tracePt t="84849" x="365125" y="1016000"/>
          <p14:tracePt t="84854" x="358775" y="1016000"/>
          <p14:tracePt t="84855" x="358775" y="1022350"/>
          <p14:tracePt t="84856" x="352425" y="1022350"/>
          <p14:tracePt t="84860" x="346075" y="1022350"/>
          <p14:tracePt t="84863" x="346075" y="1028700"/>
          <p14:tracePt t="84865" x="341313" y="1028700"/>
          <p14:tracePt t="84868" x="334963" y="1028700"/>
          <p14:tracePt t="84872" x="328613" y="1028700"/>
          <p14:tracePt t="84875" x="328613" y="1035050"/>
          <p14:tracePt t="84876" x="322263" y="1035050"/>
          <p14:tracePt t="84881" x="317500" y="1035050"/>
          <p14:tracePt t="84884" x="311150" y="1035050"/>
          <p14:tracePt t="84886" x="311150" y="1041400"/>
          <p14:tracePt t="84890" x="304800" y="1041400"/>
          <p14:tracePt t="84893" x="298450" y="1041400"/>
          <p14:tracePt t="84900" x="293688" y="1041400"/>
          <p14:tracePt t="84904" x="287338" y="1041400"/>
          <p14:tracePt t="84919" x="280988" y="1041400"/>
          <p14:tracePt t="84933" x="274638" y="1041400"/>
          <p14:tracePt t="84935" x="274638" y="1046163"/>
          <p14:tracePt t="84948" x="269875" y="1046163"/>
          <p14:tracePt t="84959" x="263525" y="1046163"/>
          <p14:tracePt t="84964" x="263525" y="1052513"/>
          <p14:tracePt t="84968" x="257175" y="1052513"/>
          <p14:tracePt t="84976" x="257175" y="1058863"/>
          <p14:tracePt t="84978" x="250825" y="1058863"/>
          <p14:tracePt t="84984" x="244475" y="1058863"/>
          <p14:tracePt t="84988" x="244475" y="1065213"/>
          <p14:tracePt t="84992" x="239713" y="1065213"/>
          <p14:tracePt t="84994" x="239713" y="1069975"/>
          <p14:tracePt t="84996" x="233363" y="1069975"/>
          <p14:tracePt t="85000" x="233363" y="1076325"/>
          <p14:tracePt t="85002" x="227013" y="1076325"/>
          <p14:tracePt t="85005" x="220663" y="1082675"/>
          <p14:tracePt t="85011" x="220663" y="1089025"/>
          <p14:tracePt t="85013" x="215900" y="1089025"/>
          <p14:tracePt t="85018" x="209550" y="1093788"/>
          <p14:tracePt t="85022" x="209550" y="1100138"/>
          <p14:tracePt t="85028" x="203200" y="1100138"/>
          <p14:tracePt t="85029" x="203200" y="1106488"/>
          <p14:tracePt t="85034" x="203200" y="1112838"/>
          <p14:tracePt t="85035" x="196850" y="1112838"/>
          <p14:tracePt t="85038" x="196850" y="1119188"/>
          <p14:tracePt t="85042" x="196850" y="1123950"/>
          <p14:tracePt t="85046" x="196850" y="1130300"/>
          <p14:tracePt t="85048" x="192088" y="1130300"/>
          <p14:tracePt t="85050" x="192088" y="1136650"/>
          <p14:tracePt t="85053" x="192088" y="1143000"/>
          <p14:tracePt t="85056" x="192088" y="1147763"/>
          <p14:tracePt t="85059" x="192088" y="1154113"/>
          <p14:tracePt t="85060" x="185738" y="1154113"/>
          <p14:tracePt t="85062" x="185738" y="1160463"/>
          <p14:tracePt t="85065" x="185738" y="1166813"/>
          <p14:tracePt t="85069" x="185738" y="1171575"/>
          <p14:tracePt t="85070" x="185738" y="1177925"/>
          <p14:tracePt t="85074" x="185738" y="1184275"/>
          <p14:tracePt t="85076" x="185738" y="1190625"/>
          <p14:tracePt t="85079" x="185738" y="1195388"/>
          <p14:tracePt t="85083" x="185738" y="1201738"/>
          <p14:tracePt t="85085" x="185738" y="1208088"/>
          <p14:tracePt t="85088" x="179388" y="1214438"/>
          <p14:tracePt t="85091" x="179388" y="1220788"/>
          <p14:tracePt t="85095" x="179388" y="1225550"/>
          <p14:tracePt t="85097" x="179388" y="1231900"/>
          <p14:tracePt t="85101" x="179388" y="1238250"/>
          <p14:tracePt t="85104" x="179388" y="1244600"/>
          <p14:tracePt t="85106" x="173038" y="1244600"/>
          <p14:tracePt t="85107" x="173038" y="1249363"/>
          <p14:tracePt t="85111" x="173038" y="1255713"/>
          <p14:tracePt t="85114" x="173038" y="1262063"/>
          <p14:tracePt t="85119" x="173038" y="1268413"/>
          <p14:tracePt t="85126" x="173038" y="1273175"/>
          <p14:tracePt t="85131" x="166688" y="1273175"/>
          <p14:tracePt t="85133" x="166688" y="1279525"/>
          <p14:tracePt t="85140" x="166688" y="1285875"/>
          <p14:tracePt t="85148" x="166688" y="1292225"/>
          <p14:tracePt t="85153" x="166688" y="1298575"/>
          <p14:tracePt t="85158" x="166688" y="1303338"/>
          <p14:tracePt t="85162" x="166688" y="1309688"/>
          <p14:tracePt t="85166" x="166688" y="1316038"/>
          <p14:tracePt t="85168" x="166688" y="1322388"/>
          <p14:tracePt t="85171" x="161925" y="1327150"/>
          <p14:tracePt t="85173" x="161925" y="1333500"/>
          <p14:tracePt t="85175" x="161925" y="1339850"/>
          <p14:tracePt t="85178" x="161925" y="1346200"/>
          <p14:tracePt t="85180" x="161925" y="1350963"/>
          <p14:tracePt t="85182" x="161925" y="1357313"/>
          <p14:tracePt t="85184" x="161925" y="1363663"/>
          <p14:tracePt t="85186" x="161925" y="1370013"/>
          <p14:tracePt t="85188" x="161925" y="1376363"/>
          <p14:tracePt t="85190" x="161925" y="1381125"/>
          <p14:tracePt t="85193" x="161925" y="1387475"/>
          <p14:tracePt t="85194" x="161925" y="1393825"/>
          <p14:tracePt t="85197" x="161925" y="1400175"/>
          <p14:tracePt t="85199" x="161925" y="1404938"/>
          <p14:tracePt t="85201" x="161925" y="1411288"/>
          <p14:tracePt t="85203" x="161925" y="1417638"/>
          <p14:tracePt t="85205" x="161925" y="1423988"/>
          <p14:tracePt t="85207" x="161925" y="1428750"/>
          <p14:tracePt t="85208" x="166688" y="1428750"/>
          <p14:tracePt t="85210" x="166688" y="1435100"/>
          <p14:tracePt t="85212" x="166688" y="1441450"/>
          <p14:tracePt t="85214" x="166688" y="1447800"/>
          <p14:tracePt t="85217" x="166688" y="1452563"/>
          <p14:tracePt t="85219" x="173038" y="1458913"/>
          <p14:tracePt t="85223" x="173038" y="1465263"/>
          <p14:tracePt t="85225" x="173038" y="1471613"/>
          <p14:tracePt t="85229" x="173038" y="1477963"/>
          <p14:tracePt t="85232" x="173038" y="1482725"/>
          <p14:tracePt t="85234" x="179388" y="1482725"/>
          <p14:tracePt t="85236" x="179388" y="1489075"/>
          <p14:tracePt t="85238" x="179388" y="1495425"/>
          <p14:tracePt t="85241" x="179388" y="1501775"/>
          <p14:tracePt t="85242" x="185738" y="1501775"/>
          <p14:tracePt t="85244" x="185738" y="1506538"/>
          <p14:tracePt t="85248" x="185738" y="1512888"/>
          <p14:tracePt t="85249" x="192088" y="1512888"/>
          <p14:tracePt t="85250" x="192088" y="1519238"/>
          <p14:tracePt t="85253" x="192088" y="1525588"/>
          <p14:tracePt t="85255" x="196850" y="1530350"/>
          <p14:tracePt t="85258" x="196850" y="1536700"/>
          <p14:tracePt t="85261" x="203200" y="1536700"/>
          <p14:tracePt t="85261" x="203200" y="1543050"/>
          <p14:tracePt t="85263" x="203200" y="1549400"/>
          <p14:tracePt t="85264" x="209550" y="1549400"/>
          <p14:tracePt t="85266" x="209550" y="1555750"/>
          <p14:tracePt t="85267" x="215900" y="1555750"/>
          <p14:tracePt t="85268" x="215900" y="1560513"/>
          <p14:tracePt t="85271" x="220663" y="1566863"/>
          <p14:tracePt t="85273" x="220663" y="1573213"/>
          <p14:tracePt t="85274" x="227013" y="1573213"/>
          <p14:tracePt t="85275" x="227013" y="1579563"/>
          <p14:tracePt t="85277" x="227013" y="1584325"/>
          <p14:tracePt t="85278" x="233363" y="1584325"/>
          <p14:tracePt t="85279" x="233363" y="1590675"/>
          <p14:tracePt t="85281" x="239713" y="1597025"/>
          <p14:tracePt t="85283" x="239713" y="1603375"/>
          <p14:tracePt t="85284" x="244475" y="1603375"/>
          <p14:tracePt t="85285" x="244475" y="1608138"/>
          <p14:tracePt t="85287" x="250825" y="1614488"/>
          <p14:tracePt t="85289" x="250825" y="1620838"/>
          <p14:tracePt t="85290" x="257175" y="1620838"/>
          <p14:tracePt t="85291" x="257175" y="1627188"/>
          <p14:tracePt t="85292" x="263525" y="1633538"/>
          <p14:tracePt t="85293" x="269875" y="1638300"/>
          <p14:tracePt t="85294" x="269875" y="1644650"/>
          <p14:tracePt t="85295" x="274638" y="1644650"/>
          <p14:tracePt t="85296" x="274638" y="1651000"/>
          <p14:tracePt t="85297" x="280988" y="1657350"/>
          <p14:tracePt t="85299" x="280988" y="1662113"/>
          <p14:tracePt t="85300" x="287338" y="1668463"/>
          <p14:tracePt t="85301" x="293688" y="1668463"/>
          <p14:tracePt t="85302" x="293688" y="1674813"/>
          <p14:tracePt t="85303" x="298450" y="1681163"/>
          <p14:tracePt t="85304" x="298450" y="1685925"/>
          <p14:tracePt t="85305" x="304800" y="1685925"/>
          <p14:tracePt t="85306" x="304800" y="1692275"/>
          <p14:tracePt t="85307" x="311150" y="1698625"/>
          <p14:tracePt t="85308" x="317500" y="1698625"/>
          <p14:tracePt t="85309" x="317500" y="1704975"/>
          <p14:tracePt t="85310" x="322263" y="1709738"/>
          <p14:tracePt t="85312" x="328613" y="1716088"/>
          <p14:tracePt t="85313" x="334963" y="1722438"/>
          <p14:tracePt t="85314" x="334963" y="1728788"/>
          <p14:tracePt t="85315" x="341313" y="1728788"/>
          <p14:tracePt t="85316" x="341313" y="1735138"/>
          <p14:tracePt t="85317" x="346075" y="1739900"/>
          <p14:tracePt t="85318" x="352425" y="1739900"/>
          <p14:tracePt t="85319" x="358775" y="1746250"/>
          <p14:tracePt t="85320" x="358775" y="1752600"/>
          <p14:tracePt t="85321" x="365125" y="1752600"/>
          <p14:tracePt t="85322" x="371475" y="1758950"/>
          <p14:tracePt t="85323" x="371475" y="1763713"/>
          <p14:tracePt t="85324" x="376238" y="1763713"/>
          <p14:tracePt t="85325" x="382588" y="1770063"/>
          <p14:tracePt t="85326" x="388938" y="1776413"/>
          <p14:tracePt t="85328" x="395288" y="1782763"/>
          <p14:tracePt t="85329" x="400050" y="1782763"/>
          <p14:tracePt t="85330" x="400050" y="1787525"/>
          <p14:tracePt t="85331" x="406400" y="1793875"/>
          <p14:tracePt t="85332" x="412750" y="1793875"/>
          <p14:tracePt t="85333" x="419100" y="1800225"/>
          <p14:tracePt t="85334" x="423863" y="1800225"/>
          <p14:tracePt t="85335" x="430213" y="1806575"/>
          <p14:tracePt t="85337" x="436563" y="1812925"/>
          <p14:tracePt t="85338" x="442913" y="1812925"/>
          <p14:tracePt t="85339" x="449263" y="1817688"/>
          <p14:tracePt t="85341" x="454025" y="1824038"/>
          <p14:tracePt t="85342" x="460375" y="1824038"/>
          <p14:tracePt t="85343" x="466725" y="1830388"/>
          <p14:tracePt t="85345" x="473075" y="1830388"/>
          <p14:tracePt t="85346" x="477838" y="1836738"/>
          <p14:tracePt t="85347" x="484188" y="1836738"/>
          <p14:tracePt t="85348" x="490538" y="1841500"/>
          <p14:tracePt t="85350" x="496888" y="1841500"/>
          <p14:tracePt t="85351" x="501650" y="1847850"/>
          <p14:tracePt t="85352" x="508000" y="1847850"/>
          <p14:tracePt t="85354" x="514350" y="1854200"/>
          <p14:tracePt t="85355" x="520700" y="1854200"/>
          <p14:tracePt t="85357" x="527050" y="1860550"/>
          <p14:tracePt t="85358" x="531813" y="1860550"/>
          <p14:tracePt t="85359" x="538163" y="1860550"/>
          <p14:tracePt t="85360" x="544513" y="1865313"/>
          <p14:tracePt t="85362" x="550863" y="1865313"/>
          <p14:tracePt t="85363" x="555625" y="1865313"/>
          <p14:tracePt t="85364" x="568325" y="1871663"/>
          <p14:tracePt t="85365" x="568325" y="1878013"/>
          <p14:tracePt t="85366" x="574675" y="1878013"/>
          <p14:tracePt t="85367" x="579438" y="1878013"/>
          <p14:tracePt t="85368" x="585788" y="1878013"/>
          <p14:tracePt t="85369" x="592138" y="1878013"/>
          <p14:tracePt t="85370" x="592138" y="1884363"/>
          <p14:tracePt t="85371" x="598488" y="1884363"/>
          <p14:tracePt t="85372" x="603250" y="1884363"/>
          <p14:tracePt t="85373" x="609600" y="1890713"/>
          <p14:tracePt t="85375" x="622300" y="1890713"/>
          <p14:tracePt t="85377" x="628650" y="1895475"/>
          <p14:tracePt t="85378" x="633413" y="1895475"/>
          <p14:tracePt t="85380" x="639763" y="1895475"/>
          <p14:tracePt t="85381" x="646113" y="1895475"/>
          <p14:tracePt t="85382" x="652463" y="1901825"/>
          <p14:tracePt t="85384" x="657225" y="1901825"/>
          <p14:tracePt t="85385" x="663575" y="1908175"/>
          <p14:tracePt t="85386" x="669925" y="1908175"/>
          <p14:tracePt t="85387" x="676275" y="1908175"/>
          <p14:tracePt t="85389" x="681038" y="1908175"/>
          <p14:tracePt t="85390" x="687388" y="1908175"/>
          <p14:tracePt t="85391" x="693738" y="1914525"/>
          <p14:tracePt t="85392" x="700088" y="1914525"/>
          <p14:tracePt t="85394" x="711200" y="1914525"/>
          <p14:tracePt t="85395" x="711200" y="1919288"/>
          <p14:tracePt t="85396" x="717550" y="1919288"/>
          <p14:tracePt t="85397" x="723900" y="1919288"/>
          <p14:tracePt t="85398" x="735013" y="1919288"/>
          <p14:tracePt t="85400" x="741363" y="1925638"/>
          <p14:tracePt t="85401" x="747713" y="1925638"/>
          <p14:tracePt t="85402" x="754063" y="1925638"/>
          <p14:tracePt t="85403" x="758825" y="1925638"/>
          <p14:tracePt t="85404" x="765175" y="1925638"/>
          <p14:tracePt t="85405" x="771525" y="1931988"/>
          <p14:tracePt t="85406" x="777875" y="1931988"/>
          <p14:tracePt t="85407" x="782638" y="1931988"/>
          <p14:tracePt t="85408" x="788988" y="1931988"/>
          <p14:tracePt t="85409" x="795338" y="1938338"/>
          <p14:tracePt t="85410" x="801688" y="1938338"/>
          <p14:tracePt t="85411" x="808038" y="1938338"/>
          <p14:tracePt t="85412" x="812800" y="1938338"/>
          <p14:tracePt t="85413" x="825500" y="1938338"/>
          <p14:tracePt t="85414" x="831850" y="1943100"/>
          <p14:tracePt t="85415" x="836613" y="1943100"/>
          <p14:tracePt t="85416" x="842963" y="1943100"/>
          <p14:tracePt t="85417" x="849313" y="1949450"/>
          <p14:tracePt t="85418" x="855663" y="1949450"/>
          <p14:tracePt t="85419" x="860425" y="1949450"/>
          <p14:tracePt t="85420" x="873125" y="1949450"/>
          <p14:tracePt t="85421" x="879475" y="1949450"/>
          <p14:tracePt t="85422" x="885825" y="1955800"/>
          <p14:tracePt t="85423" x="890588" y="1955800"/>
          <p14:tracePt t="85424" x="896938" y="1955800"/>
          <p14:tracePt t="85425" x="909638" y="1962150"/>
          <p14:tracePt t="85426" x="914400" y="1962150"/>
          <p14:tracePt t="85427" x="920750" y="1962150"/>
          <p14:tracePt t="85428" x="933450" y="1962150"/>
          <p14:tracePt t="85429" x="938213" y="1962150"/>
          <p14:tracePt t="85430" x="950913" y="1966913"/>
          <p14:tracePt t="85431" x="957263" y="1966913"/>
          <p14:tracePt t="85432" x="968375" y="1966913"/>
          <p14:tracePt t="85433" x="974725" y="1973263"/>
          <p14:tracePt t="85434" x="981075" y="1973263"/>
          <p14:tracePt t="85435" x="992188" y="1973263"/>
          <p14:tracePt t="85436" x="998538" y="1979613"/>
          <p14:tracePt t="85437" x="1011238" y="1979613"/>
          <p14:tracePt t="85438" x="1016000" y="1979613"/>
          <p14:tracePt t="85439" x="1028700" y="1985963"/>
          <p14:tracePt t="85440" x="1035050" y="1985963"/>
          <p14:tracePt t="85441" x="1039813" y="1985963"/>
          <p14:tracePt t="85442" x="1052513" y="1985963"/>
          <p14:tracePt t="85443" x="1065213" y="1992313"/>
          <p14:tracePt t="85444" x="1076325" y="1992313"/>
          <p14:tracePt t="85445" x="1082675" y="1992313"/>
          <p14:tracePt t="85446" x="1093788" y="1997075"/>
          <p14:tracePt t="85447" x="1100138" y="1997075"/>
          <p14:tracePt t="85448" x="1112838" y="2003425"/>
          <p14:tracePt t="85449" x="1117600" y="2003425"/>
          <p14:tracePt t="85450" x="1130300" y="2003425"/>
          <p14:tracePt t="85451" x="1136650" y="2003425"/>
          <p14:tracePt t="85453" x="1147763" y="2009775"/>
          <p14:tracePt t="85453" x="1154113" y="2009775"/>
          <p14:tracePt t="85454" x="1166813" y="2009775"/>
          <p14:tracePt t="85456" x="1177925" y="2016125"/>
          <p14:tracePt t="85457" x="1184275" y="2016125"/>
          <p14:tracePt t="85458" x="1195388" y="2016125"/>
          <p14:tracePt t="85459" x="1201738" y="2020888"/>
          <p14:tracePt t="85460" x="1214438" y="2020888"/>
          <p14:tracePt t="85461" x="1220788" y="2020888"/>
          <p14:tracePt t="85462" x="1231900" y="2020888"/>
          <p14:tracePt t="85463" x="1238250" y="2027238"/>
          <p14:tracePt t="85464" x="1249363" y="2027238"/>
          <p14:tracePt t="85465" x="1255713" y="2027238"/>
          <p14:tracePt t="85466" x="1268413" y="2027238"/>
          <p14:tracePt t="85467" x="1273175" y="2033588"/>
          <p14:tracePt t="85468" x="1292225" y="2033588"/>
          <p14:tracePt t="85469" x="1296988" y="2033588"/>
          <p14:tracePt t="85470" x="1303338" y="2033588"/>
          <p14:tracePt t="85471" x="1316038" y="2039938"/>
          <p14:tracePt t="85472" x="1322388" y="2039938"/>
          <p14:tracePt t="85473" x="1333500" y="2039938"/>
          <p14:tracePt t="85474" x="1339850" y="2039938"/>
          <p14:tracePt t="85475" x="1346200" y="2039938"/>
          <p14:tracePt t="85476" x="1357313" y="2039938"/>
          <p14:tracePt t="85478" x="1363663" y="2044700"/>
          <p14:tracePt t="85478" x="1370013" y="2044700"/>
          <p14:tracePt t="85479" x="1381125" y="2044700"/>
          <p14:tracePt t="85480" x="1393825" y="2044700"/>
          <p14:tracePt t="85481" x="1400175" y="2044700"/>
          <p14:tracePt t="85482" x="1404938" y="2044700"/>
          <p14:tracePt t="85483" x="1417638" y="2044700"/>
          <p14:tracePt t="85484" x="1423988" y="2044700"/>
          <p14:tracePt t="85485" x="1428750" y="2044700"/>
          <p14:tracePt t="85486" x="1435100" y="2044700"/>
          <p14:tracePt t="85487" x="1441450" y="2044700"/>
          <p14:tracePt t="85488" x="1452563" y="2044700"/>
          <p14:tracePt t="85489" x="1458913" y="2044700"/>
          <p14:tracePt t="85490" x="1465263" y="2051050"/>
          <p14:tracePt t="85491" x="1471613" y="2051050"/>
          <p14:tracePt t="85492" x="1482725" y="2051050"/>
          <p14:tracePt t="85493" x="1489075" y="2051050"/>
          <p14:tracePt t="85494" x="1495425" y="2051050"/>
          <p14:tracePt t="85495" x="1501775" y="2051050"/>
          <p14:tracePt t="85496" x="1506538" y="2051050"/>
          <p14:tracePt t="85498" x="1519238" y="2051050"/>
          <p14:tracePt t="85499" x="1530350" y="2051050"/>
          <p14:tracePt t="85501" x="1543050" y="2051050"/>
          <p14:tracePt t="85503" x="1554163" y="2051050"/>
          <p14:tracePt t="85505" x="1560513" y="2051050"/>
          <p14:tracePt t="85506" x="1566863" y="2051050"/>
          <p14:tracePt t="85507" x="1573213" y="2051050"/>
          <p14:tracePt t="85508" x="1579563" y="2051050"/>
          <p14:tracePt t="85509" x="1584325" y="2051050"/>
          <p14:tracePt t="85510" x="1590675" y="2051050"/>
          <p14:tracePt t="85512" x="1597025" y="2051050"/>
          <p14:tracePt t="85513" x="1603375" y="2051050"/>
          <p14:tracePt t="85514" x="1608138" y="2051050"/>
          <p14:tracePt t="85516" x="1614488" y="2051050"/>
          <p14:tracePt t="85517" x="1620838" y="2051050"/>
          <p14:tracePt t="85520" x="1627188" y="2051050"/>
          <p14:tracePt t="85521" x="1627188" y="2044700"/>
          <p14:tracePt t="85522" x="1631950" y="2044700"/>
          <p14:tracePt t="85523" x="1638300" y="2044700"/>
          <p14:tracePt t="85526" x="1644650" y="2044700"/>
          <p14:tracePt t="85528" x="1651000" y="2044700"/>
          <p14:tracePt t="85529" x="1651000" y="2039938"/>
          <p14:tracePt t="85531" x="1657350" y="2039938"/>
          <p14:tracePt t="85535" x="1662113" y="2039938"/>
          <p14:tracePt t="85538" x="1668463" y="2039938"/>
          <p14:tracePt t="85540" x="1668463" y="2033588"/>
          <p14:tracePt t="85542" x="1674813" y="2033588"/>
          <p14:tracePt t="85545" x="1681163" y="2033588"/>
          <p14:tracePt t="85548" x="1685925" y="2027238"/>
          <p14:tracePt t="85552" x="1692275" y="2027238"/>
          <p14:tracePt t="85555" x="1698625" y="2027238"/>
          <p14:tracePt t="85557" x="1704975" y="2020888"/>
          <p14:tracePt t="85559" x="1709738" y="2020888"/>
          <p14:tracePt t="85561" x="1716088" y="2020888"/>
          <p14:tracePt t="85564" x="1722438" y="2020888"/>
          <p14:tracePt t="85566" x="1728788" y="2016125"/>
          <p14:tracePt t="85567" x="1733550" y="2016125"/>
          <p14:tracePt t="85569" x="1739900" y="2016125"/>
          <p14:tracePt t="85571" x="1746250" y="2016125"/>
          <p14:tracePt t="85572" x="1752600" y="2016125"/>
          <p14:tracePt t="85573" x="1752600" y="2009775"/>
          <p14:tracePt t="85574" x="1758950" y="2009775"/>
          <p14:tracePt t="85576" x="1763713" y="2009775"/>
          <p14:tracePt t="85577" x="1770063" y="2009775"/>
          <p14:tracePt t="85578" x="1770063" y="2003425"/>
          <p14:tracePt t="85579" x="1776413" y="2003425"/>
          <p14:tracePt t="85580" x="1782763" y="2003425"/>
          <p14:tracePt t="85582" x="1787525" y="2003425"/>
          <p14:tracePt t="85583" x="1793875" y="2003425"/>
          <p14:tracePt t="85584" x="1800225" y="2003425"/>
          <p14:tracePt t="85585" x="1806575" y="1997075"/>
          <p14:tracePt t="85587" x="1811338" y="1997075"/>
          <p14:tracePt t="85588" x="1817688" y="1997075"/>
          <p14:tracePt t="85589" x="1824038" y="1992313"/>
          <p14:tracePt t="85590" x="1830388" y="1992313"/>
          <p14:tracePt t="85591" x="1836738" y="1992313"/>
          <p14:tracePt t="85592" x="1841500" y="1992313"/>
          <p14:tracePt t="85594" x="1854200" y="1985963"/>
          <p14:tracePt t="85596" x="1860550" y="1985963"/>
          <p14:tracePt t="85597" x="1865313" y="1985963"/>
          <p14:tracePt t="85598" x="1871663" y="1979613"/>
          <p14:tracePt t="85599" x="1878013" y="1979613"/>
          <p14:tracePt t="85600" x="1884363" y="1979613"/>
          <p14:tracePt t="85601" x="1889125" y="1979613"/>
          <p14:tracePt t="85602" x="1895475" y="1979613"/>
          <p14:tracePt t="85603" x="1901825" y="1973263"/>
          <p14:tracePt t="85604" x="1908175" y="1973263"/>
          <p14:tracePt t="85605" x="1912938" y="1973263"/>
          <p14:tracePt t="85606" x="1919288" y="1973263"/>
          <p14:tracePt t="85607" x="1925638" y="1966913"/>
          <p14:tracePt t="85608" x="1931988" y="1966913"/>
          <p14:tracePt t="85609" x="1938338" y="1966913"/>
          <p14:tracePt t="85610" x="1943100" y="1966913"/>
          <p14:tracePt t="85611" x="1949450" y="1966913"/>
          <p14:tracePt t="85612" x="1955800" y="1962150"/>
          <p14:tracePt t="85613" x="1966913" y="1962150"/>
          <p14:tracePt t="85614" x="1973263" y="1962150"/>
          <p14:tracePt t="85615" x="1979613" y="1955800"/>
          <p14:tracePt t="85616" x="1985963" y="1955800"/>
          <p14:tracePt t="85617" x="1990725" y="1955800"/>
          <p14:tracePt t="85618" x="2003425" y="1949450"/>
          <p14:tracePt t="85620" x="2016125" y="1949450"/>
          <p14:tracePt t="85621" x="2020888" y="1949450"/>
          <p14:tracePt t="85622" x="2027238" y="1949450"/>
          <p14:tracePt t="85623" x="2033588" y="1943100"/>
          <p14:tracePt t="85624" x="2039938" y="1943100"/>
          <p14:tracePt t="85625" x="2044700" y="1943100"/>
          <p14:tracePt t="85626" x="2051050" y="1943100"/>
          <p14:tracePt t="85627" x="2057400" y="1938338"/>
          <p14:tracePt t="85628" x="2063750" y="1938338"/>
          <p14:tracePt t="85629" x="2074863" y="1938338"/>
          <p14:tracePt t="85630" x="2081213" y="1938338"/>
          <p14:tracePt t="85631" x="2087563" y="1931988"/>
          <p14:tracePt t="85632" x="2093913" y="1931988"/>
          <p14:tracePt t="85633" x="2098675" y="1931988"/>
          <p14:tracePt t="85634" x="2105025" y="1925638"/>
          <p14:tracePt t="85635" x="2111375" y="1925638"/>
          <p14:tracePt t="85636" x="2122488" y="1925638"/>
          <p14:tracePt t="85637" x="2128838" y="1919288"/>
          <p14:tracePt t="85638" x="2135188" y="1919288"/>
          <p14:tracePt t="85639" x="2141538" y="1919288"/>
          <p14:tracePt t="85640" x="2146300" y="1919288"/>
          <p14:tracePt t="85641" x="2159000" y="1914525"/>
          <p14:tracePt t="85642" x="2165350" y="1914525"/>
          <p14:tracePt t="85643" x="2170113" y="1908175"/>
          <p14:tracePt t="85644" x="2182813" y="1908175"/>
          <p14:tracePt t="85645" x="2189163" y="1908175"/>
          <p14:tracePt t="85646" x="2200275" y="1901825"/>
          <p14:tracePt t="85648" x="2212975" y="1895475"/>
          <p14:tracePt t="85649" x="2219325" y="1895475"/>
          <p14:tracePt t="85650" x="2224088" y="1895475"/>
          <p14:tracePt t="85651" x="2230438" y="1895475"/>
          <p14:tracePt t="85652" x="2236788" y="1890713"/>
          <p14:tracePt t="85653" x="2247900" y="1890713"/>
          <p14:tracePt t="85654" x="2254250" y="1884363"/>
          <p14:tracePt t="85655" x="2260600" y="1884363"/>
          <p14:tracePt t="85656" x="2266950" y="1884363"/>
          <p14:tracePt t="85657" x="2278063" y="1884363"/>
          <p14:tracePt t="85658" x="2278063" y="1878013"/>
          <p14:tracePt t="85659" x="2290763" y="1878013"/>
          <p14:tracePt t="85660" x="2297113" y="1871663"/>
          <p14:tracePt t="85661" x="2301875" y="1871663"/>
          <p14:tracePt t="85662" x="2308225" y="1871663"/>
          <p14:tracePt t="85663" x="2314575" y="1871663"/>
          <p14:tracePt t="85664" x="2325688" y="1865313"/>
          <p14:tracePt t="85665" x="2332038" y="1865313"/>
          <p14:tracePt t="85666" x="2338388" y="1865313"/>
          <p14:tracePt t="85667" x="2344738" y="1860550"/>
          <p14:tracePt t="85668" x="2349500" y="1860550"/>
          <p14:tracePt t="85669" x="2355850" y="1860550"/>
          <p14:tracePt t="85670" x="2368550" y="1854200"/>
          <p14:tracePt t="85671" x="2374900" y="1854200"/>
          <p14:tracePt t="85672" x="2379663" y="1847850"/>
          <p14:tracePt t="85673" x="2386013" y="1847850"/>
          <p14:tracePt t="85674" x="2392363" y="1847850"/>
          <p14:tracePt t="85675" x="2398713" y="1847850"/>
          <p14:tracePt t="85676" x="2403475" y="1841500"/>
          <p14:tracePt t="85677" x="2409825" y="1841500"/>
          <p14:tracePt t="85678" x="2416175" y="1841500"/>
          <p14:tracePt t="85679" x="2422525" y="1836738"/>
          <p14:tracePt t="85680" x="2427288" y="1836738"/>
          <p14:tracePt t="85681" x="2433638" y="1836738"/>
          <p14:tracePt t="85682" x="2446338" y="1830388"/>
          <p14:tracePt t="85683" x="2452688" y="1830388"/>
          <p14:tracePt t="85684" x="2457450" y="1830388"/>
          <p14:tracePt t="85685" x="2463800" y="1824038"/>
          <p14:tracePt t="85686" x="2470150" y="1824038"/>
          <p14:tracePt t="85687" x="2476500" y="1817688"/>
          <p14:tracePt t="85688" x="2481263" y="1817688"/>
          <p14:tracePt t="85689" x="2493963" y="1817688"/>
          <p14:tracePt t="85691" x="2505075" y="1812925"/>
          <p14:tracePt t="85692" x="2511425" y="1812925"/>
          <p14:tracePt t="85693" x="2517775" y="1806575"/>
          <p14:tracePt t="85694" x="2524125" y="1806575"/>
          <p14:tracePt t="85695" x="2530475" y="1806575"/>
          <p14:tracePt t="85696" x="2541588" y="1800225"/>
          <p14:tracePt t="85697" x="2547938" y="1800225"/>
          <p14:tracePt t="85698" x="2554288" y="1800225"/>
          <p14:tracePt t="85699" x="2559050" y="1793875"/>
          <p14:tracePt t="85700" x="2565400" y="1793875"/>
          <p14:tracePt t="85701" x="2571750" y="1787525"/>
          <p14:tracePt t="85702" x="2578100" y="1787525"/>
          <p14:tracePt t="85703" x="2589213" y="1787525"/>
          <p14:tracePt t="85704" x="2595563" y="1782763"/>
          <p14:tracePt t="85705" x="2601913" y="1782763"/>
          <p14:tracePt t="85706" x="2613025" y="1776413"/>
          <p14:tracePt t="85707" x="2619375" y="1776413"/>
          <p14:tracePt t="85708" x="2625725" y="1776413"/>
          <p14:tracePt t="85709" x="2632075" y="1770063"/>
          <p14:tracePt t="85710" x="2636838" y="1770063"/>
          <p14:tracePt t="85711" x="2643188" y="1763713"/>
          <p14:tracePt t="85712" x="2655888" y="1763713"/>
          <p14:tracePt t="85713" x="2660650" y="1763713"/>
          <p14:tracePt t="85714" x="2667000" y="1758950"/>
          <p14:tracePt t="85715" x="2673350" y="1758950"/>
          <p14:tracePt t="85716" x="2679700" y="1752600"/>
          <p14:tracePt t="85717" x="2690813" y="1752600"/>
          <p14:tracePt t="85719" x="2703513" y="1746250"/>
          <p14:tracePt t="85720" x="2714625" y="1746250"/>
          <p14:tracePt t="85721" x="2714625" y="1739900"/>
          <p14:tracePt t="85722" x="2720975" y="1739900"/>
          <p14:tracePt t="85723" x="2727325" y="1739900"/>
          <p14:tracePt t="85724" x="2733675" y="1735138"/>
          <p14:tracePt t="85725" x="2738438" y="1735138"/>
          <p14:tracePt t="85726" x="2751138" y="1728788"/>
          <p14:tracePt t="85727" x="2757488" y="1728788"/>
          <p14:tracePt t="85728" x="2762250" y="1722438"/>
          <p14:tracePt t="85729" x="2768600" y="1722438"/>
          <p14:tracePt t="85730" x="2774950" y="1716088"/>
          <p14:tracePt t="85731" x="2781300" y="1716088"/>
          <p14:tracePt t="85732" x="2787650" y="1716088"/>
          <p14:tracePt t="85733" x="2798763" y="1709738"/>
          <p14:tracePt t="85734" x="2805113" y="1709738"/>
          <p14:tracePt t="85735" x="2811463" y="1704975"/>
          <p14:tracePt t="85736" x="2816225" y="1704975"/>
          <p14:tracePt t="85737" x="2822575" y="1698625"/>
          <p14:tracePt t="85738" x="2828925" y="1698625"/>
          <p14:tracePt t="85739" x="2840038" y="1692275"/>
          <p14:tracePt t="85740" x="2846388" y="1692275"/>
          <p14:tracePt t="85741" x="2852738" y="1685925"/>
          <p14:tracePt t="85742" x="2859088" y="1685925"/>
          <p14:tracePt t="85743" x="2863850" y="1681163"/>
          <p14:tracePt t="85745" x="2870200" y="1681163"/>
          <p14:tracePt t="85745" x="2876550" y="1674813"/>
          <p14:tracePt t="85746" x="2882900" y="1674813"/>
          <p14:tracePt t="85747" x="2889250" y="1668463"/>
          <p14:tracePt t="85748" x="2894013" y="1668463"/>
          <p14:tracePt t="85749" x="2900363" y="1662113"/>
          <p14:tracePt t="85750" x="2906713" y="1662113"/>
          <p14:tracePt t="85751" x="2913063" y="1657350"/>
          <p14:tracePt t="85752" x="2924175" y="1651000"/>
          <p14:tracePt t="85754" x="2930525" y="1651000"/>
          <p14:tracePt t="85755" x="2936875" y="1644650"/>
          <p14:tracePt t="85756" x="2941638" y="1644650"/>
          <p14:tracePt t="85757" x="2947988" y="1638300"/>
          <p14:tracePt t="85758" x="2954338" y="1638300"/>
          <p14:tracePt t="85759" x="2960688" y="1633538"/>
          <p14:tracePt t="85760" x="2960688" y="1627188"/>
          <p14:tracePt t="85761" x="2971800" y="1627188"/>
          <p14:tracePt t="85762" x="2971800" y="1620838"/>
          <p14:tracePt t="85763" x="2978150" y="1620838"/>
          <p14:tracePt t="85764" x="2984500" y="1614488"/>
          <p14:tracePt t="85765" x="2990850" y="1614488"/>
          <p14:tracePt t="85766" x="2995613" y="1608138"/>
          <p14:tracePt t="85768" x="3001963" y="1603375"/>
          <p14:tracePt t="85769" x="3008313" y="1597025"/>
          <p14:tracePt t="85770" x="3014663" y="1597025"/>
          <p14:tracePt t="85771" x="3014663" y="1590675"/>
          <p14:tracePt t="85772" x="3019425" y="1590675"/>
          <p14:tracePt t="85773" x="3025775" y="1584325"/>
          <p14:tracePt t="85774" x="3025775" y="1579563"/>
          <p14:tracePt t="85775" x="3032125" y="1579563"/>
          <p14:tracePt t="85776" x="3038475" y="1573213"/>
          <p14:tracePt t="85777" x="3038475" y="1566863"/>
          <p14:tracePt t="85778" x="3043238" y="1566863"/>
          <p14:tracePt t="85779" x="3049588" y="1560513"/>
          <p14:tracePt t="85781" x="3055938" y="1555750"/>
          <p14:tracePt t="85783" x="3062288" y="1549400"/>
          <p14:tracePt t="85784" x="3062288" y="1543050"/>
          <p14:tracePt t="85785" x="3068638" y="1543050"/>
          <p14:tracePt t="85786" x="3068638" y="1536700"/>
          <p14:tracePt t="85787" x="3073400" y="1530350"/>
          <p14:tracePt t="85789" x="3079750" y="1525588"/>
          <p14:tracePt t="85791" x="3079750" y="1519238"/>
          <p14:tracePt t="85792" x="3086100" y="1519238"/>
          <p14:tracePt t="85793" x="3086100" y="1512888"/>
          <p14:tracePt t="85794" x="3092450" y="1506538"/>
          <p14:tracePt t="85796" x="3092450" y="1501775"/>
          <p14:tracePt t="85797" x="3097213" y="1501775"/>
          <p14:tracePt t="85798" x="3097213" y="1495425"/>
          <p14:tracePt t="85799" x="3103563" y="1489075"/>
          <p14:tracePt t="85801" x="3103563" y="1482725"/>
          <p14:tracePt t="85803" x="3109913" y="1477963"/>
          <p14:tracePt t="85805" x="3109913" y="1471613"/>
          <p14:tracePt t="85806" x="3116263" y="1471613"/>
          <p14:tracePt t="85807" x="3116263" y="1465263"/>
          <p14:tracePt t="85809" x="3116263" y="1458913"/>
          <p14:tracePt t="85810" x="3121025" y="1452563"/>
          <p14:tracePt t="85812" x="3121025" y="1447800"/>
          <p14:tracePt t="85814" x="3127375" y="1441450"/>
          <p14:tracePt t="85816" x="3127375" y="1435100"/>
          <p14:tracePt t="85818" x="3127375" y="1428750"/>
          <p14:tracePt t="85819" x="3133725" y="1428750"/>
          <p14:tracePt t="85820" x="3133725" y="1423988"/>
          <p14:tracePt t="85821" x="3133725" y="1417638"/>
          <p14:tracePt t="85823" x="3133725" y="1411288"/>
          <p14:tracePt t="85825" x="3133725" y="1404938"/>
          <p14:tracePt t="85826" x="3133725" y="1400175"/>
          <p14:tracePt t="85828" x="3133725" y="1393825"/>
          <p14:tracePt t="85829" x="3140075" y="1393825"/>
          <p14:tracePt t="85830" x="3140075" y="1387475"/>
          <p14:tracePt t="85831" x="3140075" y="1381125"/>
          <p14:tracePt t="85833" x="3140075" y="1376363"/>
          <p14:tracePt t="85835" x="3140075" y="1370013"/>
          <p14:tracePt t="85836" x="3140075" y="1363663"/>
          <p14:tracePt t="85837" x="3140075" y="1357313"/>
          <p14:tracePt t="85839" x="3140075" y="1350963"/>
          <p14:tracePt t="85841" x="3140075" y="1346200"/>
          <p14:tracePt t="85842" x="3140075" y="1339850"/>
          <p14:tracePt t="85844" x="3140075" y="1333500"/>
          <p14:tracePt t="85845" x="3140075" y="1327150"/>
          <p14:tracePt t="85846" x="3140075" y="1322388"/>
          <p14:tracePt t="85847" x="3140075" y="1316038"/>
          <p14:tracePt t="85849" x="3140075" y="1309688"/>
          <p14:tracePt t="85850" x="3140075" y="1303338"/>
          <p14:tracePt t="85851" x="3140075" y="1298575"/>
          <p14:tracePt t="85853" x="3140075" y="1292225"/>
          <p14:tracePt t="85854" x="3133725" y="1285875"/>
          <p14:tracePt t="85855" x="3133725" y="1279525"/>
          <p14:tracePt t="85857" x="3133725" y="1273175"/>
          <p14:tracePt t="85858" x="3133725" y="1268413"/>
          <p14:tracePt t="85859" x="3127375" y="1262063"/>
          <p14:tracePt t="85860" x="3127375" y="1255713"/>
          <p14:tracePt t="85861" x="3127375" y="1249363"/>
          <p14:tracePt t="85862" x="3121025" y="1244600"/>
          <p14:tracePt t="85863" x="3121025" y="1238250"/>
          <p14:tracePt t="85864" x="3116263" y="1231900"/>
          <p14:tracePt t="85866" x="3116263" y="1225550"/>
          <p14:tracePt t="85867" x="3116263" y="1220788"/>
          <p14:tracePt t="85868" x="3109913" y="1214438"/>
          <p14:tracePt t="85869" x="3109913" y="1208088"/>
          <p14:tracePt t="85870" x="3103563" y="1208088"/>
          <p14:tracePt t="85871" x="3103563" y="1201738"/>
          <p14:tracePt t="85872" x="3103563" y="1195388"/>
          <p14:tracePt t="85873" x="3097213" y="1190625"/>
          <p14:tracePt t="85874" x="3097213" y="1184275"/>
          <p14:tracePt t="85875" x="3092450" y="1184275"/>
          <p14:tracePt t="85876" x="3092450" y="1177925"/>
          <p14:tracePt t="85877" x="3086100" y="1171575"/>
          <p14:tracePt t="85878" x="3086100" y="1166813"/>
          <p14:tracePt t="85879" x="3079750" y="1166813"/>
          <p14:tracePt t="85880" x="3079750" y="1160463"/>
          <p14:tracePt t="85881" x="3073400" y="1154113"/>
          <p14:tracePt t="85882" x="3073400" y="1147763"/>
          <p14:tracePt t="85883" x="3068638" y="1143000"/>
          <p14:tracePt t="85884" x="3062288" y="1136650"/>
          <p14:tracePt t="85886" x="3055938" y="1130300"/>
          <p14:tracePt t="85887" x="3055938" y="1123950"/>
          <p14:tracePt t="85888" x="3049588" y="1123950"/>
          <p14:tracePt t="85890" x="3043238" y="1119188"/>
          <p14:tracePt t="85891" x="3038475" y="1112838"/>
          <p14:tracePt t="85892" x="3032125" y="1106488"/>
          <p14:tracePt t="85893" x="3025775" y="1100138"/>
          <p14:tracePt t="85894" x="3025775" y="1093788"/>
          <p14:tracePt t="85895" x="3019425" y="1093788"/>
          <p14:tracePt t="85896" x="3014663" y="1089025"/>
          <p14:tracePt t="85897" x="3014663" y="1082675"/>
          <p14:tracePt t="85898" x="3008313" y="1082675"/>
          <p14:tracePt t="85899" x="3001963" y="1076325"/>
          <p14:tracePt t="85900" x="3001963" y="1069975"/>
          <p14:tracePt t="85901" x="2995613" y="1069975"/>
          <p14:tracePt t="85902" x="2990850" y="1069975"/>
          <p14:tracePt t="85903" x="2990850" y="1065213"/>
          <p14:tracePt t="85904" x="2984500" y="1058863"/>
          <p14:tracePt t="85905" x="2978150" y="1058863"/>
          <p14:tracePt t="85906" x="2971800" y="1058863"/>
          <p14:tracePt t="85907" x="2971800" y="1052513"/>
          <p14:tracePt t="85908" x="2967038" y="1046163"/>
          <p14:tracePt t="85909" x="2960688" y="1046163"/>
          <p14:tracePt t="85910" x="2954338" y="1046163"/>
          <p14:tracePt t="85911" x="2947988" y="1041400"/>
          <p14:tracePt t="85912" x="2947988" y="1035050"/>
          <p14:tracePt t="85913" x="2941638" y="1035050"/>
          <p14:tracePt t="85914" x="2930525" y="1028700"/>
          <p14:tracePt t="85916" x="2924175" y="1028700"/>
          <p14:tracePt t="85917" x="2917825" y="1022350"/>
          <p14:tracePt t="85918" x="2913063" y="1022350"/>
          <p14:tracePt t="85919" x="2906713" y="1016000"/>
          <p14:tracePt t="85920" x="2900363" y="1016000"/>
          <p14:tracePt t="85921" x="2894013" y="1011238"/>
          <p14:tracePt t="85922" x="2889250" y="1011238"/>
          <p14:tracePt t="85923" x="2882900" y="1004888"/>
          <p14:tracePt t="85924" x="2876550" y="1004888"/>
          <p14:tracePt t="85925" x="2870200" y="1004888"/>
          <p14:tracePt t="85926" x="2859088" y="998538"/>
          <p14:tracePt t="85928" x="2846388" y="992188"/>
          <p14:tracePt t="85929" x="2840038" y="992188"/>
          <p14:tracePt t="85930" x="2835275" y="987425"/>
          <p14:tracePt t="85931" x="2828925" y="987425"/>
          <p14:tracePt t="85932" x="2822575" y="981075"/>
          <p14:tracePt t="85933" x="2811463" y="981075"/>
          <p14:tracePt t="85934" x="2805113" y="974725"/>
          <p14:tracePt t="85935" x="2792413" y="974725"/>
          <p14:tracePt t="85936" x="2787650" y="968375"/>
          <p14:tracePt t="85937" x="2774950" y="968375"/>
          <p14:tracePt t="85938" x="2768600" y="963613"/>
          <p14:tracePt t="85939" x="2762250" y="963613"/>
          <p14:tracePt t="85940" x="2751138" y="963613"/>
          <p14:tracePt t="85941" x="2738438" y="957263"/>
          <p14:tracePt t="85942" x="2733675" y="957263"/>
          <p14:tracePt t="85943" x="2720975" y="950913"/>
          <p14:tracePt t="85944" x="2714625" y="950913"/>
          <p14:tracePt t="85945" x="2703513" y="944563"/>
          <p14:tracePt t="85946" x="2690813" y="944563"/>
          <p14:tracePt t="85947" x="2684463" y="944563"/>
          <p14:tracePt t="85948" x="2673350" y="938213"/>
          <p14:tracePt t="85949" x="2660650" y="938213"/>
          <p14:tracePt t="85950" x="2649538" y="933450"/>
          <p14:tracePt t="85951" x="2636838" y="933450"/>
          <p14:tracePt t="85952" x="2625725" y="927100"/>
          <p14:tracePt t="85953" x="2613025" y="927100"/>
          <p14:tracePt t="85954" x="2601913" y="927100"/>
          <p14:tracePt t="85955" x="2589213" y="927100"/>
          <p14:tracePt t="85956" x="2578100" y="920750"/>
          <p14:tracePt t="85957" x="2565400" y="920750"/>
          <p14:tracePt t="85958" x="2554288" y="920750"/>
          <p14:tracePt t="85959" x="2541588" y="914400"/>
          <p14:tracePt t="85960" x="2530475" y="914400"/>
          <p14:tracePt t="85961" x="2511425" y="909638"/>
          <p14:tracePt t="85962" x="2500313" y="909638"/>
          <p14:tracePt t="85963" x="2487613" y="909638"/>
          <p14:tracePt t="85964" x="2476500" y="909638"/>
          <p14:tracePt t="85965" x="2463800" y="909638"/>
          <p14:tracePt t="85966" x="2446338" y="903288"/>
          <p14:tracePt t="85970" x="2398713" y="903288"/>
          <p14:tracePt t="85971" x="2386013" y="903288"/>
          <p14:tracePt t="85972" x="2374900" y="896938"/>
          <p14:tracePt t="85973" x="2362200" y="896938"/>
          <p14:tracePt t="85974" x="2349500" y="896938"/>
          <p14:tracePt t="85975" x="2338388" y="896938"/>
          <p14:tracePt t="85976" x="2325688" y="896938"/>
          <p14:tracePt t="85977" x="2308225" y="896938"/>
          <p14:tracePt t="85978" x="2297113" y="896938"/>
          <p14:tracePt t="85979" x="2284413" y="896938"/>
          <p14:tracePt t="85980" x="2278063" y="896938"/>
          <p14:tracePt t="85981" x="2260600" y="896938"/>
          <p14:tracePt t="85982" x="2247900" y="896938"/>
          <p14:tracePt t="85983" x="2236788" y="896938"/>
          <p14:tracePt t="85984" x="2224088" y="896938"/>
          <p14:tracePt t="85985" x="2200275" y="896938"/>
          <p14:tracePt t="85987" x="2189163" y="896938"/>
          <p14:tracePt t="85987" x="2176463" y="896938"/>
          <p14:tracePt t="85988" x="2165350" y="896938"/>
          <p14:tracePt t="85989" x="2152650" y="896938"/>
          <p14:tracePt t="85990" x="2141538" y="896938"/>
          <p14:tracePt t="85991" x="2128838" y="896938"/>
          <p14:tracePt t="85992" x="2117725" y="896938"/>
          <p14:tracePt t="85993" x="2098675" y="896938"/>
          <p14:tracePt t="85994" x="2087563" y="896938"/>
          <p14:tracePt t="85995" x="2074863" y="896938"/>
          <p14:tracePt t="85996" x="2063750" y="896938"/>
          <p14:tracePt t="85997" x="2044700" y="896938"/>
          <p14:tracePt t="85998" x="2033588" y="896938"/>
          <p14:tracePt t="85999" x="2020888" y="896938"/>
          <p14:tracePt t="86000" x="2009775" y="896938"/>
          <p14:tracePt t="86001" x="1997075" y="896938"/>
          <p14:tracePt t="86002" x="1985963" y="896938"/>
          <p14:tracePt t="86003" x="1973263" y="896938"/>
          <p14:tracePt t="86004" x="1962150" y="896938"/>
          <p14:tracePt t="86005" x="1949450" y="896938"/>
          <p14:tracePt t="86006" x="1938338" y="896938"/>
          <p14:tracePt t="86007" x="1925638" y="896938"/>
          <p14:tracePt t="86008" x="1912938" y="896938"/>
          <p14:tracePt t="86009" x="1901825" y="896938"/>
          <p14:tracePt t="86010" x="1889125" y="896938"/>
          <p14:tracePt t="86011" x="1878013" y="896938"/>
          <p14:tracePt t="86012" x="1865313" y="896938"/>
          <p14:tracePt t="86013" x="1854200" y="896938"/>
          <p14:tracePt t="86014" x="1847850" y="896938"/>
          <p14:tracePt t="86015" x="1836738" y="896938"/>
          <p14:tracePt t="86016" x="1824038" y="896938"/>
          <p14:tracePt t="86017" x="1811338" y="903288"/>
          <p14:tracePt t="86018" x="1800225" y="903288"/>
          <p14:tracePt t="86019" x="1787525" y="903288"/>
          <p14:tracePt t="86020" x="1776413" y="903288"/>
          <p14:tracePt t="86021" x="1763713" y="903288"/>
          <p14:tracePt t="86022" x="1752600" y="903288"/>
          <p14:tracePt t="86023" x="1739900" y="903288"/>
          <p14:tracePt t="86024" x="1728788" y="903288"/>
          <p14:tracePt t="86025" x="1716088" y="903288"/>
          <p14:tracePt t="86026" x="1704975" y="903288"/>
          <p14:tracePt t="86027" x="1692275" y="903288"/>
          <p14:tracePt t="86028" x="1681163" y="903288"/>
          <p14:tracePt t="86029" x="1668463" y="903288"/>
          <p14:tracePt t="86030" x="1662113" y="903288"/>
          <p14:tracePt t="86031" x="1651000" y="903288"/>
          <p14:tracePt t="86032" x="1631950" y="903288"/>
          <p14:tracePt t="86033" x="1627188" y="903288"/>
          <p14:tracePt t="86034" x="1614488" y="903288"/>
          <p14:tracePt t="86035" x="1608138" y="903288"/>
          <p14:tracePt t="86036" x="1597025" y="903288"/>
          <p14:tracePt t="86037" x="1584325" y="909638"/>
          <p14:tracePt t="86038" x="1573213" y="909638"/>
          <p14:tracePt t="86039" x="1554163" y="909638"/>
          <p14:tracePt t="86040" x="1543050" y="909638"/>
          <p14:tracePt t="86041" x="1536700" y="909638"/>
          <p14:tracePt t="86042" x="1525588" y="909638"/>
          <p14:tracePt t="86043" x="1512888" y="909638"/>
          <p14:tracePt t="86044" x="1501775" y="909638"/>
          <p14:tracePt t="86045" x="1495425" y="909638"/>
          <p14:tracePt t="86046" x="1482725" y="909638"/>
          <p14:tracePt t="86047" x="1471613" y="909638"/>
          <p14:tracePt t="86048" x="1465263" y="909638"/>
          <p14:tracePt t="86049" x="1452563" y="909638"/>
          <p14:tracePt t="86050" x="1441450" y="909638"/>
          <p14:tracePt t="86051" x="1435100" y="909638"/>
          <p14:tracePt t="86052" x="1423988" y="909638"/>
          <p14:tracePt t="86053" x="1411288" y="909638"/>
          <p14:tracePt t="86055" x="1400175" y="909638"/>
          <p14:tracePt t="86056" x="1393825" y="909638"/>
          <p14:tracePt t="86057" x="1381125" y="909638"/>
          <p14:tracePt t="86058" x="1374775" y="909638"/>
          <p14:tracePt t="86059" x="1363663" y="914400"/>
          <p14:tracePt t="86060" x="1357313" y="914400"/>
          <p14:tracePt t="86061" x="1346200" y="914400"/>
          <p14:tracePt t="86062" x="1339850" y="914400"/>
          <p14:tracePt t="86063" x="1333500" y="914400"/>
          <p14:tracePt t="86064" x="1316038" y="914400"/>
          <p14:tracePt t="86065" x="1303338" y="914400"/>
          <p14:tracePt t="86066" x="1296988" y="914400"/>
          <p14:tracePt t="86067" x="1292225" y="914400"/>
          <p14:tracePt t="86068" x="1279525" y="920750"/>
          <p14:tracePt t="86069" x="1273175" y="920750"/>
          <p14:tracePt t="86070" x="1268413" y="920750"/>
          <p14:tracePt t="86071" x="1262063" y="920750"/>
          <p14:tracePt t="86072" x="1249363" y="920750"/>
          <p14:tracePt t="86073" x="1244600" y="920750"/>
          <p14:tracePt t="86074" x="1238250" y="920750"/>
          <p14:tracePt t="86075" x="1231900" y="927100"/>
          <p14:tracePt t="86076" x="1225550" y="927100"/>
          <p14:tracePt t="86077" x="1214438" y="927100"/>
          <p14:tracePt t="86078" x="1208088" y="927100"/>
          <p14:tracePt t="86079" x="1201738" y="933450"/>
          <p14:tracePt t="86080" x="1195388" y="933450"/>
          <p14:tracePt t="86081" x="1190625" y="933450"/>
          <p14:tracePt t="86082" x="1184275" y="933450"/>
          <p14:tracePt t="86083" x="1177925" y="938213"/>
          <p14:tracePt t="86084" x="1171575" y="938213"/>
          <p14:tracePt t="86085" x="1166813" y="938213"/>
          <p14:tracePt t="86086" x="1160463" y="938213"/>
          <p14:tracePt t="86087" x="1154113" y="938213"/>
          <p14:tracePt t="86088" x="1147763" y="938213"/>
          <p14:tracePt t="86089" x="1143000" y="944563"/>
          <p14:tracePt t="86090" x="1136650" y="944563"/>
          <p14:tracePt t="86091" x="1130300" y="944563"/>
          <p14:tracePt t="86092" x="1123950" y="944563"/>
          <p14:tracePt t="86093" x="1117600" y="944563"/>
          <p14:tracePt t="86094" x="1112838" y="950913"/>
          <p14:tracePt t="86095" x="1106488" y="950913"/>
          <p14:tracePt t="86096" x="1100138" y="950913"/>
          <p14:tracePt t="86097" x="1093788" y="950913"/>
          <p14:tracePt t="86098" x="1093788" y="957263"/>
          <p14:tracePt t="86099" x="1082675" y="957263"/>
          <p14:tracePt t="86101" x="1076325" y="957263"/>
          <p14:tracePt t="86102" x="1069975" y="957263"/>
          <p14:tracePt t="86103" x="1065213" y="963613"/>
          <p14:tracePt t="86104" x="1058863" y="963613"/>
          <p14:tracePt t="86105" x="1046163" y="963613"/>
          <p14:tracePt t="86106" x="1039813" y="968375"/>
          <p14:tracePt t="86108" x="1035050" y="968375"/>
          <p14:tracePt t="86109" x="1028700" y="968375"/>
          <p14:tracePt t="86110" x="1022350" y="968375"/>
          <p14:tracePt t="86111" x="1016000" y="974725"/>
          <p14:tracePt t="86112" x="1011238" y="974725"/>
          <p14:tracePt t="86113" x="1004888" y="974725"/>
          <p14:tracePt t="86114" x="998538" y="981075"/>
          <p14:tracePt t="86115" x="992188" y="981075"/>
          <p14:tracePt t="86116" x="987425" y="981075"/>
          <p14:tracePt t="86117" x="981075" y="981075"/>
          <p14:tracePt t="86118" x="974725" y="981075"/>
          <p14:tracePt t="86119" x="968375" y="987425"/>
          <p14:tracePt t="86120" x="963613" y="987425"/>
          <p14:tracePt t="86121" x="957263" y="987425"/>
          <p14:tracePt t="86122" x="950913" y="992188"/>
          <p14:tracePt t="86123" x="944563" y="992188"/>
          <p14:tracePt t="86124" x="938213" y="992188"/>
          <p14:tracePt t="86125" x="933450" y="992188"/>
          <p14:tracePt t="86126" x="920750" y="998538"/>
          <p14:tracePt t="86128" x="909638" y="998538"/>
          <p14:tracePt t="86129" x="909638" y="1004888"/>
          <p14:tracePt t="86130" x="896938" y="1004888"/>
          <p14:tracePt t="86132" x="885825" y="1004888"/>
          <p14:tracePt t="86133" x="885825" y="1011238"/>
          <p14:tracePt t="86134" x="873125" y="1011238"/>
          <p14:tracePt t="86136" x="860425" y="1016000"/>
          <p14:tracePt t="86138" x="849313" y="1016000"/>
          <p14:tracePt t="86140" x="836613" y="1016000"/>
          <p14:tracePt t="86141" x="836613" y="1022350"/>
          <p14:tracePt t="86142" x="831850" y="1022350"/>
          <p14:tracePt t="86143" x="825500" y="1022350"/>
          <p14:tracePt t="86144" x="819150" y="1028700"/>
          <p14:tracePt t="86145" x="812800" y="1028700"/>
          <p14:tracePt t="86146" x="808038" y="1028700"/>
          <p14:tracePt t="86147" x="801688" y="1035050"/>
          <p14:tracePt t="86148" x="795338" y="1035050"/>
          <p14:tracePt t="86149" x="788988" y="1035050"/>
          <p14:tracePt t="86150" x="782638" y="1035050"/>
          <p14:tracePt t="86151" x="777875" y="1041400"/>
          <p14:tracePt t="86152" x="771525" y="1041400"/>
          <p14:tracePt t="86153" x="765175" y="1041400"/>
          <p14:tracePt t="86154" x="758825" y="1046163"/>
          <p14:tracePt t="86155" x="754063" y="1046163"/>
          <p14:tracePt t="86156" x="747713" y="1046163"/>
          <p14:tracePt t="86157" x="741363" y="1052513"/>
          <p14:tracePt t="86158" x="735013" y="1052513"/>
          <p14:tracePt t="86159" x="730250" y="1052513"/>
          <p14:tracePt t="86160" x="730250" y="1058863"/>
          <p14:tracePt t="86161" x="723900" y="1058863"/>
          <p14:tracePt t="86162" x="717550" y="1058863"/>
          <p14:tracePt t="86163" x="711200" y="1065213"/>
          <p14:tracePt t="86164" x="706438" y="1065213"/>
          <p14:tracePt t="86165" x="700088" y="1065213"/>
          <p14:tracePt t="86166" x="700088" y="1069975"/>
          <p14:tracePt t="86167" x="687388" y="1069975"/>
          <p14:tracePt t="86169" x="681038" y="1076325"/>
          <p14:tracePt t="86171" x="676275" y="1082675"/>
          <p14:tracePt t="86172" x="669925" y="1082675"/>
          <p14:tracePt t="86173" x="663575" y="1082675"/>
          <p14:tracePt t="86174" x="657225" y="1089025"/>
          <p14:tracePt t="86175" x="652463" y="1089025"/>
          <p14:tracePt t="86176" x="652463" y="1093788"/>
          <p14:tracePt t="86177" x="646113" y="1093788"/>
          <p14:tracePt t="86178" x="639763" y="1093788"/>
          <p14:tracePt t="86179" x="633413" y="1100138"/>
          <p14:tracePt t="86180" x="628650" y="1100138"/>
          <p14:tracePt t="86181" x="622300" y="1106488"/>
          <p14:tracePt t="86182" x="615950" y="1106488"/>
          <p14:tracePt t="86184" x="609600" y="1112838"/>
          <p14:tracePt t="86185" x="603250" y="1112838"/>
          <p14:tracePt t="86186" x="598488" y="1119188"/>
          <p14:tracePt t="86187" x="592138" y="1119188"/>
          <p14:tracePt t="86188" x="585788" y="1119188"/>
          <p14:tracePt t="86189" x="579438" y="1123950"/>
          <p14:tracePt t="86191" x="574675" y="1130300"/>
          <p14:tracePt t="86192" x="568325" y="1130300"/>
          <p14:tracePt t="86193" x="561975" y="1136650"/>
          <p14:tracePt t="86194" x="555625" y="1136650"/>
          <p14:tracePt t="86195" x="550863" y="1136650"/>
          <p14:tracePt t="86196" x="544513" y="1143000"/>
          <p14:tracePt t="86197" x="538163" y="1143000"/>
          <p14:tracePt t="86198" x="531813" y="1147763"/>
          <p14:tracePt t="86199" x="527050" y="1147763"/>
          <p14:tracePt t="86200" x="520700" y="1154113"/>
          <p14:tracePt t="86201" x="514350" y="1154113"/>
          <p14:tracePt t="86202" x="508000" y="1160463"/>
          <p14:tracePt t="86204" x="501650" y="1160463"/>
          <p14:tracePt t="86204" x="496888" y="1160463"/>
          <p14:tracePt t="86205" x="490538" y="1166813"/>
          <p14:tracePt t="86207" x="484188" y="1171575"/>
          <p14:tracePt t="86208" x="473075" y="1171575"/>
          <p14:tracePt t="86209" x="466725" y="1177925"/>
          <p14:tracePt t="86210" x="460375" y="1177925"/>
          <p14:tracePt t="86211" x="454025" y="1184275"/>
          <p14:tracePt t="86212" x="449263" y="1184275"/>
          <p14:tracePt t="86213" x="449263" y="1190625"/>
          <p14:tracePt t="86214" x="442913" y="1190625"/>
          <p14:tracePt t="86215" x="430213" y="1190625"/>
          <p14:tracePt t="86216" x="430213" y="1195388"/>
          <p14:tracePt t="86217" x="423863" y="1195388"/>
          <p14:tracePt t="86218" x="419100" y="1201738"/>
          <p14:tracePt t="86219" x="412750" y="1201738"/>
          <p14:tracePt t="86220" x="406400" y="1208088"/>
          <p14:tracePt t="86221" x="400050" y="1208088"/>
          <p14:tracePt t="86222" x="395288" y="1214438"/>
          <p14:tracePt t="86224" x="382588" y="1220788"/>
          <p14:tracePt t="86226" x="376238" y="1225550"/>
          <p14:tracePt t="86227" x="371475" y="1225550"/>
          <p14:tracePt t="86229" x="365125" y="1231900"/>
          <p14:tracePt t="86229" x="358775" y="1231900"/>
          <p14:tracePt t="86230" x="352425" y="1231900"/>
          <p14:tracePt t="86231" x="346075" y="1238250"/>
          <p14:tracePt t="86232" x="346075" y="1244600"/>
          <p14:tracePt t="86233" x="341313" y="1244600"/>
          <p14:tracePt t="86234" x="334963" y="1249363"/>
          <p14:tracePt t="86235" x="328613" y="1249363"/>
          <p14:tracePt t="86236" x="322263" y="1249363"/>
          <p14:tracePt t="86237" x="317500" y="1255713"/>
          <p14:tracePt t="86238" x="317500" y="1262063"/>
          <p14:tracePt t="86239" x="311150" y="1262063"/>
          <p14:tracePt t="86240" x="304800" y="1262063"/>
          <p14:tracePt t="86241" x="298450" y="1268413"/>
          <p14:tracePt t="86242" x="293688" y="1273175"/>
          <p14:tracePt t="86244" x="287338" y="1273175"/>
          <p14:tracePt t="86245" x="280988" y="1279525"/>
          <p14:tracePt t="86247" x="274638" y="1285875"/>
          <p14:tracePt t="86249" x="269875" y="1292225"/>
          <p14:tracePt t="86251" x="263525" y="1292225"/>
          <p14:tracePt t="86252" x="257175" y="1298575"/>
          <p14:tracePt t="86254" x="250825" y="1303338"/>
          <p14:tracePt t="86257" x="244475" y="1309688"/>
          <p14:tracePt t="86258" x="239713" y="1309688"/>
          <p14:tracePt t="86259" x="239713" y="1316038"/>
          <p14:tracePt t="86261" x="233363" y="1316038"/>
          <p14:tracePt t="86263" x="233363" y="1322388"/>
          <p14:tracePt t="86264" x="227013" y="1322388"/>
          <p14:tracePt t="86265" x="227013" y="1327150"/>
          <p14:tracePt t="86266" x="220663" y="1327150"/>
          <p14:tracePt t="86268" x="220663" y="1333500"/>
          <p14:tracePt t="86269" x="215900" y="1333500"/>
          <p14:tracePt t="86271" x="215900" y="1339850"/>
          <p14:tracePt t="86273" x="209550" y="1339850"/>
          <p14:tracePt t="86274" x="209550" y="1346200"/>
          <p14:tracePt t="86277" x="203200" y="1346200"/>
          <p14:tracePt t="86278" x="203200" y="1350963"/>
          <p14:tracePt t="86281" x="196850" y="1357313"/>
          <p14:tracePt t="86285" x="196850" y="1363663"/>
          <p14:tracePt t="86286" x="192088" y="1363663"/>
          <p14:tracePt t="86288" x="192088" y="1370013"/>
          <p14:tracePt t="86294" x="185738" y="1376363"/>
          <p14:tracePt t="86298" x="185738" y="1381125"/>
          <p14:tracePt t="86304" x="179388" y="1381125"/>
          <p14:tracePt t="86304" x="179388" y="1387475"/>
          <p14:tracePt t="86310" x="179388" y="1393825"/>
          <p14:tracePt t="86315" x="179388" y="1400175"/>
          <p14:tracePt t="86321" x="173038" y="1400175"/>
          <p14:tracePt t="86322" x="173038" y="1404938"/>
          <p14:tracePt t="86326" x="173038" y="1411288"/>
          <p14:tracePt t="86328" x="166688" y="1411288"/>
          <p14:tracePt t="86330" x="166688" y="1417638"/>
          <p14:tracePt t="86333" x="166688" y="1423988"/>
          <p14:tracePt t="86336" x="166688" y="1428750"/>
          <p14:tracePt t="86340" x="166688" y="1435100"/>
          <p14:tracePt t="86342" x="161925" y="1441450"/>
          <p14:tracePt t="86345" x="161925" y="1447800"/>
          <p14:tracePt t="86348" x="161925" y="1452563"/>
          <p14:tracePt t="86349" x="155575" y="1452563"/>
          <p14:tracePt t="86351" x="155575" y="1458913"/>
          <p14:tracePt t="86353" x="155575" y="1465263"/>
          <p14:tracePt t="86356" x="155575" y="1471613"/>
          <p14:tracePt t="86358" x="149225" y="1477963"/>
          <p14:tracePt t="86360" x="149225" y="1482725"/>
          <p14:tracePt t="86362" x="149225" y="1489075"/>
          <p14:tracePt t="86365" x="149225" y="1495425"/>
          <p14:tracePt t="86366" x="142875" y="1495425"/>
          <p14:tracePt t="86367" x="142875" y="1501775"/>
          <p14:tracePt t="86370" x="142875" y="1506538"/>
          <p14:tracePt t="86372" x="142875" y="1512888"/>
          <p14:tracePt t="86374" x="142875" y="1519238"/>
          <p14:tracePt t="86376" x="142875" y="1525588"/>
          <p14:tracePt t="86379" x="142875" y="1530350"/>
          <p14:tracePt t="86380" x="142875" y="1536700"/>
          <p14:tracePt t="86383" x="142875" y="1543050"/>
          <p14:tracePt t="86385" x="142875" y="1549400"/>
          <p14:tracePt t="86386" x="142875" y="1555750"/>
          <p14:tracePt t="86388" x="142875" y="1560513"/>
          <p14:tracePt t="86390" x="142875" y="1566863"/>
          <p14:tracePt t="86392" x="149225" y="1573213"/>
          <p14:tracePt t="86393" x="149225" y="1579563"/>
          <p14:tracePt t="86395" x="149225" y="1584325"/>
          <p14:tracePt t="86397" x="155575" y="1590675"/>
          <p14:tracePt t="86398" x="155575" y="1597025"/>
          <p14:tracePt t="86400" x="161925" y="1603375"/>
          <p14:tracePt t="86401" x="161925" y="1608138"/>
          <p14:tracePt t="86403" x="166688" y="1614488"/>
          <p14:tracePt t="86404" x="166688" y="1620838"/>
          <p14:tracePt t="86406" x="173038" y="1627188"/>
          <p14:tracePt t="86407" x="173038" y="1633538"/>
          <p14:tracePt t="86408" x="179388" y="1638300"/>
          <p14:tracePt t="86410" x="185738" y="1644650"/>
          <p14:tracePt t="86411" x="185738" y="1651000"/>
          <p14:tracePt t="86412" x="192088" y="1651000"/>
          <p14:tracePt t="86413" x="192088" y="1657350"/>
          <p14:tracePt t="86414" x="196850" y="1662113"/>
          <p14:tracePt t="86415" x="196850" y="1668463"/>
          <p14:tracePt t="86416" x="203200" y="1668463"/>
          <p14:tracePt t="86417" x="203200" y="1674813"/>
          <p14:tracePt t="86418" x="209550" y="1681163"/>
          <p14:tracePt t="86419" x="215900" y="1685925"/>
          <p14:tracePt t="86420" x="215900" y="1692275"/>
          <p14:tracePt t="86421" x="220663" y="1692275"/>
          <p14:tracePt t="86422" x="220663" y="1698625"/>
          <p14:tracePt t="86423" x="227013" y="1704975"/>
          <p14:tracePt t="86424" x="233363" y="1709738"/>
          <p14:tracePt t="86425" x="233363" y="1716088"/>
          <p14:tracePt t="86426" x="239713" y="1716088"/>
          <p14:tracePt t="86427" x="239713" y="1722438"/>
          <p14:tracePt t="86428" x="244475" y="1728788"/>
          <p14:tracePt t="86429" x="244475" y="1735138"/>
          <p14:tracePt t="86430" x="250825" y="1739900"/>
          <p14:tracePt t="86431" x="257175" y="1739900"/>
          <p14:tracePt t="86432" x="257175" y="1746250"/>
          <p14:tracePt t="86433" x="263525" y="1752600"/>
          <p14:tracePt t="86434" x="269875" y="1758950"/>
          <p14:tracePt t="86435" x="274638" y="1763713"/>
          <p14:tracePt t="86437" x="280988" y="1770063"/>
          <p14:tracePt t="86438" x="287338" y="1776413"/>
          <p14:tracePt t="86439" x="287338" y="1782763"/>
          <p14:tracePt t="86440" x="293688" y="1787525"/>
          <p14:tracePt t="86441" x="298450" y="1787525"/>
          <p14:tracePt t="86442" x="298450" y="1793875"/>
          <p14:tracePt t="86443" x="304800" y="1800225"/>
          <p14:tracePt t="86444" x="311150" y="1806575"/>
          <p14:tracePt t="86446" x="311150" y="1812925"/>
          <p14:tracePt t="86446" x="317500" y="1817688"/>
          <p14:tracePt t="86447" x="322263" y="1817688"/>
          <p14:tracePt t="86448" x="328613" y="1824038"/>
          <p14:tracePt t="86449" x="334963" y="1830388"/>
          <p14:tracePt t="86450" x="334963" y="1836738"/>
          <p14:tracePt t="86451" x="341313" y="1841500"/>
          <p14:tracePt t="86452" x="346075" y="1847850"/>
          <p14:tracePt t="86453" x="352425" y="1847850"/>
          <p14:tracePt t="86454" x="358775" y="1854200"/>
          <p14:tracePt t="86455" x="365125" y="1865313"/>
          <p14:tracePt t="86456" x="371475" y="1871663"/>
          <p14:tracePt t="86457" x="376238" y="1878013"/>
          <p14:tracePt t="86458" x="382588" y="1878013"/>
          <p14:tracePt t="86459" x="388938" y="1884363"/>
          <p14:tracePt t="86460" x="395288" y="1890713"/>
          <p14:tracePt t="86461" x="400050" y="1895475"/>
          <p14:tracePt t="86462" x="406400" y="1901825"/>
          <p14:tracePt t="86463" x="412750" y="1908175"/>
          <p14:tracePt t="86464" x="423863" y="1914525"/>
          <p14:tracePt t="86465" x="423863" y="1919288"/>
          <p14:tracePt t="86466" x="436563" y="1925638"/>
          <p14:tracePt t="86467" x="442913" y="1931988"/>
          <p14:tracePt t="86468" x="449263" y="1938338"/>
          <p14:tracePt t="86469" x="454025" y="1943100"/>
          <p14:tracePt t="86471" x="460375" y="1949450"/>
          <p14:tracePt t="86471" x="473075" y="1955800"/>
          <p14:tracePt t="86472" x="477838" y="1962150"/>
          <p14:tracePt t="86473" x="484188" y="1966913"/>
          <p14:tracePt t="86474" x="490538" y="1966913"/>
          <p14:tracePt t="86475" x="496888" y="1973263"/>
          <p14:tracePt t="86476" x="508000" y="1985963"/>
          <p14:tracePt t="86477" x="514350" y="1985963"/>
          <p14:tracePt t="86478" x="520700" y="1992313"/>
          <p14:tracePt t="86479" x="531813" y="1997075"/>
          <p14:tracePt t="86480" x="538163" y="2003425"/>
          <p14:tracePt t="86481" x="544513" y="2009775"/>
          <p14:tracePt t="86482" x="550863" y="2016125"/>
          <p14:tracePt t="86483" x="561975" y="2020888"/>
          <p14:tracePt t="86484" x="568325" y="2027238"/>
          <p14:tracePt t="86485" x="579438" y="2033588"/>
          <p14:tracePt t="86486" x="585788" y="2039938"/>
          <p14:tracePt t="86487" x="603250" y="2051050"/>
          <p14:tracePt t="86488" x="609600" y="2057400"/>
          <p14:tracePt t="86489" x="622300" y="2063750"/>
          <p14:tracePt t="86490" x="628650" y="2070100"/>
          <p14:tracePt t="86491" x="639763" y="2074863"/>
          <p14:tracePt t="86492" x="646113" y="2081213"/>
          <p14:tracePt t="86493" x="657225" y="2087563"/>
          <p14:tracePt t="86494" x="669925" y="2093913"/>
          <p14:tracePt t="86495" x="676275" y="2093913"/>
          <p14:tracePt t="86496" x="681038" y="2098675"/>
          <p14:tracePt t="86497" x="693738" y="2105025"/>
          <p14:tracePt t="86498" x="706438" y="2111375"/>
          <p14:tracePt t="86499" x="711200" y="2117725"/>
          <p14:tracePt t="86500" x="723900" y="2122488"/>
          <p14:tracePt t="86501" x="730250" y="2128838"/>
          <p14:tracePt t="86502" x="741363" y="2128838"/>
          <p14:tracePt t="86503" x="754063" y="2135188"/>
          <p14:tracePt t="86504" x="758825" y="2141538"/>
          <p14:tracePt t="86505" x="771525" y="2147888"/>
          <p14:tracePt t="86506" x="777875" y="2152650"/>
          <p14:tracePt t="86507" x="788988" y="2152650"/>
          <p14:tracePt t="86508" x="795338" y="2159000"/>
          <p14:tracePt t="86509" x="808038" y="2165350"/>
          <p14:tracePt t="86510" x="819150" y="2171700"/>
          <p14:tracePt t="86511" x="825500" y="2171700"/>
          <p14:tracePt t="86512" x="836613" y="2176463"/>
          <p14:tracePt t="86514" x="849313" y="2182813"/>
          <p14:tracePt t="86514" x="855663" y="2189163"/>
          <p14:tracePt t="86515" x="873125" y="2195513"/>
          <p14:tracePt t="86516" x="885825" y="2200275"/>
          <p14:tracePt t="86517" x="896938" y="2200275"/>
          <p14:tracePt t="86518" x="909638" y="2206625"/>
          <p14:tracePt t="86519" x="914400" y="2212975"/>
          <p14:tracePt t="86521" x="938213" y="2219325"/>
          <p14:tracePt t="86522" x="950913" y="2224088"/>
          <p14:tracePt t="86523" x="963613" y="2230438"/>
          <p14:tracePt t="86524" x="974725" y="2236788"/>
          <p14:tracePt t="86525" x="987425" y="2243138"/>
          <p14:tracePt t="86526" x="998538" y="2249488"/>
          <p14:tracePt t="86527" x="1004888" y="2249488"/>
          <p14:tracePt t="86528" x="1016000" y="2254250"/>
          <p14:tracePt t="86529" x="1028700" y="2260600"/>
          <p14:tracePt t="86530" x="1039813" y="2260600"/>
          <p14:tracePt t="86531" x="1052513" y="2266950"/>
          <p14:tracePt t="86532" x="1065213" y="2273300"/>
          <p14:tracePt t="86533" x="1093788" y="2284413"/>
          <p14:tracePt t="86534" x="1106488" y="2290763"/>
          <p14:tracePt t="86535" x="1117600" y="2290763"/>
          <p14:tracePt t="86536" x="1130300" y="2297113"/>
          <p14:tracePt t="86538" x="1147763" y="2301875"/>
          <p14:tracePt t="86539" x="1166813" y="2308225"/>
          <p14:tracePt t="86540" x="1177925" y="2314575"/>
          <p14:tracePt t="86541" x="1190625" y="2320925"/>
          <p14:tracePt t="86542" x="1214438" y="2327275"/>
          <p14:tracePt t="86543" x="1225550" y="2332038"/>
          <p14:tracePt t="86544" x="1238250" y="2338388"/>
          <p14:tracePt t="86545" x="1255713" y="2338388"/>
          <p14:tracePt t="86546" x="1268413" y="2344738"/>
          <p14:tracePt t="86547" x="1279525" y="2351088"/>
          <p14:tracePt t="86548" x="1292225" y="2355850"/>
          <p14:tracePt t="86549" x="1309688" y="2362200"/>
          <p14:tracePt t="86550" x="1322388" y="2362200"/>
          <p14:tracePt t="86551" x="1339850" y="2368550"/>
          <p14:tracePt t="86552" x="1350963" y="2374900"/>
          <p14:tracePt t="86553" x="1370013" y="2379663"/>
          <p14:tracePt t="86554" x="1381125" y="2379663"/>
          <p14:tracePt t="86555" x="1393825" y="2386013"/>
          <p14:tracePt t="86556" x="1411288" y="2392363"/>
          <p14:tracePt t="86558" x="1428750" y="2398713"/>
          <p14:tracePt t="86559" x="1441450" y="2398713"/>
          <p14:tracePt t="86560" x="1458913" y="2405063"/>
          <p14:tracePt t="86561" x="1482725" y="2409825"/>
          <p14:tracePt t="86562" x="1489075" y="2409825"/>
          <p14:tracePt t="86563" x="1501775" y="2416175"/>
          <p14:tracePt t="86564" x="1519238" y="2422525"/>
          <p14:tracePt t="86565" x="1530350" y="2422525"/>
          <p14:tracePt t="86566" x="1543050" y="2428875"/>
          <p14:tracePt t="86567" x="1560513" y="2433638"/>
          <p14:tracePt t="86568" x="1573213" y="2433638"/>
          <p14:tracePt t="86569" x="1584325" y="2439988"/>
          <p14:tracePt t="86570" x="1597025" y="2439988"/>
          <p14:tracePt t="86571" x="1620838" y="2446338"/>
          <p14:tracePt t="86572" x="1631950" y="2446338"/>
          <p14:tracePt t="86574" x="1651000" y="2452688"/>
          <p14:tracePt t="86574" x="1662113" y="2452688"/>
          <p14:tracePt t="86575" x="1674813" y="2457450"/>
          <p14:tracePt t="86576" x="1685925" y="2457450"/>
          <p14:tracePt t="86577" x="1698625" y="2457450"/>
          <p14:tracePt t="86578" x="1709738" y="2457450"/>
          <p14:tracePt t="86579" x="1722438" y="2463800"/>
          <p14:tracePt t="86580" x="1733550" y="2463800"/>
          <p14:tracePt t="86581" x="1746250" y="2470150"/>
          <p14:tracePt t="86582" x="1763713" y="2470150"/>
          <p14:tracePt t="86583" x="1776413" y="2470150"/>
          <p14:tracePt t="86584" x="1787525" y="2470150"/>
          <p14:tracePt t="86585" x="1800225" y="2470150"/>
          <p14:tracePt t="86586" x="1811338" y="2470150"/>
          <p14:tracePt t="86587" x="1824038" y="2476500"/>
          <p14:tracePt t="86588" x="1836738" y="2476500"/>
          <p14:tracePt t="86589" x="1847850" y="2476500"/>
          <p14:tracePt t="86590" x="1860550" y="2481263"/>
          <p14:tracePt t="86591" x="1871663" y="2481263"/>
          <p14:tracePt t="86592" x="1884363" y="2481263"/>
          <p14:tracePt t="86593" x="1895475" y="2481263"/>
          <p14:tracePt t="86594" x="1908175" y="2481263"/>
          <p14:tracePt t="86595" x="1912938" y="2481263"/>
          <p14:tracePt t="86596" x="1925638" y="2481263"/>
          <p14:tracePt t="86597" x="1938338" y="2481263"/>
          <p14:tracePt t="86598" x="1949450" y="2481263"/>
          <p14:tracePt t="86599" x="1955800" y="2481263"/>
          <p14:tracePt t="86600" x="1966913" y="2487613"/>
          <p14:tracePt t="86601" x="1979613" y="2487613"/>
          <p14:tracePt t="86602" x="1985963" y="2487613"/>
          <p14:tracePt t="86603" x="1997075" y="2487613"/>
          <p14:tracePt t="86604" x="2009775" y="2487613"/>
          <p14:tracePt t="86605" x="2016125" y="2487613"/>
          <p14:tracePt t="86606" x="2027238" y="2487613"/>
          <p14:tracePt t="86607" x="2039938" y="2487613"/>
          <p14:tracePt t="86608" x="2051050" y="2487613"/>
          <p14:tracePt t="86609" x="2057400" y="2487613"/>
          <p14:tracePt t="86610" x="2068513" y="2487613"/>
          <p14:tracePt t="86611" x="2074863" y="2487613"/>
          <p14:tracePt t="86612" x="2087563" y="2487613"/>
          <p14:tracePt t="86613" x="2093913" y="2487613"/>
          <p14:tracePt t="86614" x="2098675" y="2487613"/>
          <p14:tracePt t="86615" x="2111375" y="2487613"/>
          <p14:tracePt t="86616" x="2117725" y="2487613"/>
          <p14:tracePt t="86617" x="2122488" y="2487613"/>
          <p14:tracePt t="86618" x="2135188" y="2487613"/>
          <p14:tracePt t="86619" x="2141538" y="2487613"/>
          <p14:tracePt t="86620" x="2152650" y="2487613"/>
          <p14:tracePt t="86621" x="2159000" y="2487613"/>
          <p14:tracePt t="86622" x="2165350" y="2487613"/>
          <p14:tracePt t="86623" x="2170113" y="2481263"/>
          <p14:tracePt t="86624" x="2176463" y="2481263"/>
          <p14:tracePt t="86625" x="2182813" y="2481263"/>
          <p14:tracePt t="86626" x="2189163" y="2481263"/>
          <p14:tracePt t="86627" x="2195513" y="2476500"/>
          <p14:tracePt t="86628" x="2206625" y="2476500"/>
          <p14:tracePt t="86629" x="2212975" y="2476500"/>
          <p14:tracePt t="86630" x="2219325" y="2476500"/>
          <p14:tracePt t="86631" x="2224088" y="2476500"/>
          <p14:tracePt t="86632" x="2230438" y="2476500"/>
          <p14:tracePt t="86633" x="2236788" y="2470150"/>
          <p14:tracePt t="86634" x="2243138" y="2470150"/>
          <p14:tracePt t="86635" x="2247900" y="2470150"/>
          <p14:tracePt t="86636" x="2254250" y="2470150"/>
          <p14:tracePt t="86637" x="2260600" y="2470150"/>
          <p14:tracePt t="86638" x="2266950" y="2463800"/>
          <p14:tracePt t="86640" x="2273300" y="2463800"/>
          <p14:tracePt t="86641" x="2278063" y="2463800"/>
          <p14:tracePt t="86642" x="2284413" y="2463800"/>
          <p14:tracePt t="86643" x="2290763" y="2463800"/>
          <p14:tracePt t="86644" x="2297113" y="2457450"/>
          <p14:tracePt t="86645" x="2301875" y="2457450"/>
          <p14:tracePt t="86646" x="2308225" y="2457450"/>
          <p14:tracePt t="86647" x="2314575" y="2457450"/>
          <p14:tracePt t="86648" x="2320925" y="2452688"/>
          <p14:tracePt t="86650" x="2332038" y="2452688"/>
          <p14:tracePt t="86652" x="2344738" y="2452688"/>
          <p14:tracePt t="86653" x="2344738" y="2446338"/>
          <p14:tracePt t="86654" x="2355850" y="2446338"/>
          <p14:tracePt t="86655" x="2362200" y="2446338"/>
          <p14:tracePt t="86656" x="2368550" y="2446338"/>
          <p14:tracePt t="86657" x="2374900" y="2439988"/>
          <p14:tracePt t="86658" x="2379663" y="2439988"/>
          <p14:tracePt t="86659" x="2386013" y="2433638"/>
          <p14:tracePt t="86661" x="2392363" y="2433638"/>
          <p14:tracePt t="86662" x="2403475" y="2433638"/>
          <p14:tracePt t="86663" x="2409825" y="2433638"/>
          <p14:tracePt t="86664" x="2416175" y="2428875"/>
          <p14:tracePt t="86665" x="2422525" y="2428875"/>
          <p14:tracePt t="86666" x="2427288" y="2422525"/>
          <p14:tracePt t="86667" x="2433638" y="2422525"/>
          <p14:tracePt t="86668" x="2439988" y="2422525"/>
          <p14:tracePt t="86669" x="2446338" y="2416175"/>
          <p14:tracePt t="86670" x="2452688" y="2416175"/>
          <p14:tracePt t="86671" x="2457450" y="2409825"/>
          <p14:tracePt t="86672" x="2463800" y="2409825"/>
          <p14:tracePt t="86673" x="2470150" y="2409825"/>
          <p14:tracePt t="86674" x="2476500" y="2409825"/>
          <p14:tracePt t="86675" x="2481263" y="2405063"/>
          <p14:tracePt t="86676" x="2493963" y="2405063"/>
          <p14:tracePt t="86678" x="2505075" y="2398713"/>
          <p14:tracePt t="86679" x="2511425" y="2392363"/>
          <p14:tracePt t="86680" x="2517775" y="2392363"/>
          <p14:tracePt t="86681" x="2524125" y="2386013"/>
          <p14:tracePt t="86682" x="2530475" y="2386013"/>
          <p14:tracePt t="86683" x="2535238" y="2379663"/>
          <p14:tracePt t="86684" x="2541588" y="2379663"/>
          <p14:tracePt t="86685" x="2547938" y="2374900"/>
          <p14:tracePt t="86686" x="2554288" y="2374900"/>
          <p14:tracePt t="86688" x="2565400" y="2368550"/>
          <p14:tracePt t="86688" x="2571750" y="2368550"/>
          <p14:tracePt t="86689" x="2578100" y="2362200"/>
          <p14:tracePt t="86690" x="2582863" y="2355850"/>
          <p14:tracePt t="86691" x="2589213" y="2355850"/>
          <p14:tracePt t="86692" x="2601913" y="2351088"/>
          <p14:tracePt t="86693" x="2606675" y="2344738"/>
          <p14:tracePt t="86694" x="2613025" y="2338388"/>
          <p14:tracePt t="86695" x="2625725" y="2338388"/>
          <p14:tracePt t="86696" x="2625725" y="2332038"/>
          <p14:tracePt t="86697" x="2636838" y="2327275"/>
          <p14:tracePt t="86698" x="2643188" y="2327275"/>
          <p14:tracePt t="86699" x="2649538" y="2320925"/>
          <p14:tracePt t="86700" x="2655888" y="2314575"/>
          <p14:tracePt t="86701" x="2660650" y="2308225"/>
          <p14:tracePt t="86702" x="2667000" y="2301875"/>
          <p14:tracePt t="86703" x="2673350" y="2301875"/>
          <p14:tracePt t="86704" x="2679700" y="2297113"/>
          <p14:tracePt t="86705" x="2684463" y="2290763"/>
          <p14:tracePt t="86706" x="2690813" y="2284413"/>
          <p14:tracePt t="86707" x="2697163" y="2284413"/>
          <p14:tracePt t="86708" x="2703513" y="2278063"/>
          <p14:tracePt t="86709" x="2703513" y="2273300"/>
          <p14:tracePt t="86710" x="2714625" y="2273300"/>
          <p14:tracePt t="86711" x="2714625" y="2266950"/>
          <p14:tracePt t="86712" x="2727325" y="2260600"/>
          <p14:tracePt t="86713" x="2727325" y="2254250"/>
          <p14:tracePt t="86714" x="2738438" y="2249488"/>
          <p14:tracePt t="86715" x="2744788" y="2243138"/>
          <p14:tracePt t="86716" x="2744788" y="2236788"/>
          <p14:tracePt t="86717" x="2751138" y="2230438"/>
          <p14:tracePt t="86718" x="2757488" y="2224088"/>
          <p14:tracePt t="86719" x="2762250" y="2224088"/>
          <p14:tracePt t="86720" x="2768600" y="2219325"/>
          <p14:tracePt t="86721" x="2774950" y="2212975"/>
          <p14:tracePt t="86722" x="2781300" y="2206625"/>
          <p14:tracePt t="86723" x="2787650" y="2200275"/>
          <p14:tracePt t="86724" x="2792413" y="2189163"/>
          <p14:tracePt t="86725" x="2798763" y="2182813"/>
          <p14:tracePt t="86726" x="2805113" y="2182813"/>
          <p14:tracePt t="86727" x="2811463" y="2171700"/>
          <p14:tracePt t="86728" x="2816225" y="2171700"/>
          <p14:tracePt t="86729" x="2822575" y="2159000"/>
          <p14:tracePt t="86731" x="2828925" y="2152650"/>
          <p14:tracePt t="86731" x="2835275" y="2147888"/>
          <p14:tracePt t="86733" x="2840038" y="2141538"/>
          <p14:tracePt t="86734" x="2846388" y="2128838"/>
          <p14:tracePt t="86735" x="2852738" y="2122488"/>
          <p14:tracePt t="86737" x="2859088" y="2117725"/>
          <p14:tracePt t="86738" x="2863850" y="2111375"/>
          <p14:tracePt t="86739" x="2870200" y="2105025"/>
          <p14:tracePt t="86740" x="2876550" y="2098675"/>
          <p14:tracePt t="86741" x="2882900" y="2093913"/>
          <p14:tracePt t="86742" x="2882900" y="2087563"/>
          <p14:tracePt t="86743" x="2889250" y="2081213"/>
          <p14:tracePt t="86744" x="2894013" y="2074863"/>
          <p14:tracePt t="86745" x="2894013" y="2070100"/>
          <p14:tracePt t="86746" x="2900363" y="2063750"/>
          <p14:tracePt t="86747" x="2906713" y="2057400"/>
          <p14:tracePt t="86748" x="2913063" y="2051050"/>
          <p14:tracePt t="86749" x="2917825" y="2039938"/>
          <p14:tracePt t="86750" x="2924175" y="2033588"/>
          <p14:tracePt t="86751" x="2924175" y="2027238"/>
          <p14:tracePt t="86752" x="2930525" y="2020888"/>
          <p14:tracePt t="86753" x="2936875" y="2016125"/>
          <p14:tracePt t="86754" x="2936875" y="2009775"/>
          <p14:tracePt t="86755" x="2941638" y="2003425"/>
          <p14:tracePt t="86756" x="2947988" y="1997075"/>
          <p14:tracePt t="86757" x="2947988" y="1992313"/>
          <p14:tracePt t="86758" x="2947988" y="1985963"/>
          <p14:tracePt t="86759" x="2954338" y="1985963"/>
          <p14:tracePt t="86760" x="2960688" y="1973263"/>
          <p14:tracePt t="86763" x="2967038" y="1962150"/>
          <p14:tracePt t="86764" x="2971800" y="1955800"/>
          <p14:tracePt t="86765" x="2971800" y="1949450"/>
          <p14:tracePt t="86766" x="2978150" y="1943100"/>
          <p14:tracePt t="86767" x="2978150" y="1938338"/>
          <p14:tracePt t="86768" x="2984500" y="1931988"/>
          <p14:tracePt t="86769" x="2984500" y="1925638"/>
          <p14:tracePt t="86770" x="2990850" y="1919288"/>
          <p14:tracePt t="86772" x="2990850" y="1914525"/>
          <p14:tracePt t="86773" x="2995613" y="1908175"/>
          <p14:tracePt t="86774" x="2995613" y="1901825"/>
          <p14:tracePt t="86775" x="2995613" y="1895475"/>
          <p14:tracePt t="86776" x="3001963" y="1895475"/>
          <p14:tracePt t="86777" x="3001963" y="1890713"/>
          <p14:tracePt t="86778" x="3001963" y="1884363"/>
          <p14:tracePt t="86779" x="3008313" y="1878013"/>
          <p14:tracePt t="86781" x="3008313" y="1871663"/>
          <p14:tracePt t="86782" x="3014663" y="1865313"/>
          <p14:tracePt t="86783" x="3014663" y="1860550"/>
          <p14:tracePt t="86785" x="3014663" y="1854200"/>
          <p14:tracePt t="86786" x="3014663" y="1847850"/>
          <p14:tracePt t="86788" x="3019425" y="1841500"/>
          <p14:tracePt t="86789" x="3019425" y="1836738"/>
          <p14:tracePt t="86791" x="3025775" y="1830388"/>
          <p14:tracePt t="86792" x="3025775" y="1824038"/>
          <p14:tracePt t="86794" x="3025775" y="1817688"/>
          <p14:tracePt t="86795" x="3025775" y="1812925"/>
          <p14:tracePt t="86797" x="3025775" y="1806575"/>
          <p14:tracePt t="86799" x="3025775" y="1800225"/>
          <p14:tracePt t="86800" x="3025775" y="1793875"/>
          <p14:tracePt t="86801" x="3025775" y="1787525"/>
          <p14:tracePt t="86803" x="3032125" y="1782763"/>
          <p14:tracePt t="86805" x="3032125" y="1776413"/>
          <p14:tracePt t="86807" x="3032125" y="1770063"/>
          <p14:tracePt t="86809" x="3032125" y="1763713"/>
          <p14:tracePt t="86811" x="3032125" y="1758950"/>
          <p14:tracePt t="86812" x="3032125" y="1752600"/>
          <p14:tracePt t="86814" x="3032125" y="1746250"/>
          <p14:tracePt t="86816" x="3032125" y="1739900"/>
          <p14:tracePt t="86818" x="3032125" y="1735138"/>
          <p14:tracePt t="86820" x="3032125" y="1728788"/>
          <p14:tracePt t="86822" x="3032125" y="1722438"/>
          <p14:tracePt t="86824" x="3032125" y="1716088"/>
          <p14:tracePt t="86826" x="3032125" y="1709738"/>
          <p14:tracePt t="86828" x="3032125" y="1704975"/>
          <p14:tracePt t="86830" x="3032125" y="1698625"/>
          <p14:tracePt t="86832" x="3025775" y="1698625"/>
          <p14:tracePt t="86833" x="3025775" y="1692275"/>
          <p14:tracePt t="86835" x="3025775" y="1685925"/>
          <p14:tracePt t="86836" x="3025775" y="1681163"/>
          <p14:tracePt t="86837" x="3019425" y="1681163"/>
          <p14:tracePt t="86839" x="3019425" y="1674813"/>
          <p14:tracePt t="86841" x="3019425" y="1668463"/>
          <p14:tracePt t="86843" x="3014663" y="1662113"/>
          <p14:tracePt t="86845" x="3014663" y="1657350"/>
          <p14:tracePt t="86846" x="3014663" y="1651000"/>
          <p14:tracePt t="86848" x="3008313" y="1644650"/>
          <p14:tracePt t="86850" x="3008313" y="1638300"/>
          <p14:tracePt t="86852" x="3008313" y="1633538"/>
          <p14:tracePt t="86853" x="3001963" y="1633538"/>
          <p14:tracePt t="86854" x="3001963" y="1627188"/>
          <p14:tracePt t="86855" x="3001963" y="1620838"/>
          <p14:tracePt t="86856" x="2995613" y="1620838"/>
          <p14:tracePt t="86858" x="2995613" y="1614488"/>
          <p14:tracePt t="86859" x="2995613" y="1608138"/>
          <p14:tracePt t="86860" x="2990850" y="1608138"/>
          <p14:tracePt t="86861" x="2990850" y="1603375"/>
          <p14:tracePt t="86863" x="2984500" y="1597025"/>
          <p14:tracePt t="86864" x="2984500" y="1590675"/>
          <p14:tracePt t="86866" x="2978150" y="1584325"/>
          <p14:tracePt t="86868" x="2978150" y="1579563"/>
          <p14:tracePt t="86869" x="2971800" y="1579563"/>
          <p14:tracePt t="86870" x="2971800" y="1573213"/>
          <p14:tracePt t="86871" x="2967038" y="1566863"/>
          <p14:tracePt t="86873" x="2967038" y="1560513"/>
          <p14:tracePt t="86874" x="2960688" y="1560513"/>
          <p14:tracePt t="86875" x="2954338" y="1555750"/>
          <p14:tracePt t="86877" x="2954338" y="1549400"/>
          <p14:tracePt t="86878" x="2947988" y="1543050"/>
          <p14:tracePt t="86879" x="2941638" y="1536700"/>
          <p14:tracePt t="86881" x="2941638" y="1530350"/>
          <p14:tracePt t="86882" x="2936875" y="1525588"/>
          <p14:tracePt t="86883" x="2930525" y="1525588"/>
          <p14:tracePt t="86884" x="2930525" y="1519238"/>
          <p14:tracePt t="86885" x="2924175" y="1512888"/>
          <p14:tracePt t="86887" x="2917825" y="1506538"/>
          <p14:tracePt t="86888" x="2913063" y="1501775"/>
          <p14:tracePt t="86890" x="2906713" y="1495425"/>
          <p14:tracePt t="86891" x="2906713" y="1489075"/>
          <p14:tracePt t="86892" x="2900363" y="1489075"/>
          <p14:tracePt t="86893" x="2894013" y="1482725"/>
          <p14:tracePt t="86894" x="2889250" y="1471613"/>
          <p14:tracePt t="86895" x="2882900" y="1465263"/>
          <p14:tracePt t="86896" x="2876550" y="1465263"/>
          <p14:tracePt t="86897" x="2876550" y="1458913"/>
          <p14:tracePt t="86898" x="2870200" y="1452563"/>
          <p14:tracePt t="86899" x="2863850" y="1447800"/>
          <p14:tracePt t="86900" x="2859088" y="1447800"/>
          <p14:tracePt t="86901" x="2852738" y="1441450"/>
          <p14:tracePt t="86902" x="2852738" y="1435100"/>
          <p14:tracePt t="86903" x="2846388" y="1435100"/>
          <p14:tracePt t="86904" x="2840038" y="1428750"/>
          <p14:tracePt t="86905" x="2835275" y="1423988"/>
          <p14:tracePt t="86906" x="2828925" y="1417638"/>
          <p14:tracePt t="86907" x="2822575" y="1417638"/>
          <p14:tracePt t="86908" x="2816225" y="1411288"/>
          <p14:tracePt t="86909" x="2816225" y="1404938"/>
          <p14:tracePt t="86910" x="2811463" y="1400175"/>
          <p14:tracePt t="86911" x="2805113" y="1400175"/>
          <p14:tracePt t="86912" x="2798763" y="1393825"/>
          <p14:tracePt t="86913" x="2792413" y="1387475"/>
          <p14:tracePt t="86914" x="2787650" y="1387475"/>
          <p14:tracePt t="86915" x="2781300" y="1381125"/>
          <p14:tracePt t="86916" x="2774950" y="1376363"/>
          <p14:tracePt t="86917" x="2774950" y="1370013"/>
          <p14:tracePt t="86918" x="2768600" y="1370013"/>
          <p14:tracePt t="86919" x="2762250" y="1363663"/>
          <p14:tracePt t="86920" x="2757488" y="1357313"/>
          <p14:tracePt t="86921" x="2751138" y="1357313"/>
          <p14:tracePt t="86922" x="2744788" y="1350963"/>
          <p14:tracePt t="86924" x="2738438" y="1350963"/>
          <p14:tracePt t="86925" x="2733675" y="1346200"/>
          <p14:tracePt t="86926" x="2727325" y="1339850"/>
          <p14:tracePt t="86927" x="2714625" y="1333500"/>
          <p14:tracePt t="86928" x="2709863" y="1333500"/>
          <p14:tracePt t="86929" x="2703513" y="1327150"/>
          <p14:tracePt t="86930" x="2697163" y="1327150"/>
          <p14:tracePt t="86931" x="2690813" y="1322388"/>
          <p14:tracePt t="86932" x="2684463" y="1316038"/>
          <p14:tracePt t="86933" x="2679700" y="1316038"/>
          <p14:tracePt t="86934" x="2679700" y="1309688"/>
          <p14:tracePt t="86935" x="2673350" y="1309688"/>
          <p14:tracePt t="86936" x="2667000" y="1303338"/>
          <p14:tracePt t="86937" x="2660650" y="1303338"/>
          <p14:tracePt t="86938" x="2655888" y="1298575"/>
          <p14:tracePt t="86940" x="2649538" y="1298575"/>
          <p14:tracePt t="86941" x="2643188" y="1292225"/>
          <p14:tracePt t="86942" x="2636838" y="1285875"/>
          <p14:tracePt t="86944" x="2632075" y="1285875"/>
          <p14:tracePt t="86945" x="2625725" y="1279525"/>
          <p14:tracePt t="86946" x="2619375" y="1279525"/>
          <p14:tracePt t="86947" x="2613025" y="1273175"/>
          <p14:tracePt t="86949" x="2601913" y="1268413"/>
          <p14:tracePt t="86951" x="2595563" y="1262063"/>
          <p14:tracePt t="86952" x="2589213" y="1262063"/>
          <p14:tracePt t="86953" x="2589213" y="1255713"/>
          <p14:tracePt t="86955" x="2582863" y="1255713"/>
          <p14:tracePt t="86955" x="2578100" y="1255713"/>
          <p14:tracePt t="86956" x="2571750" y="1249363"/>
          <p14:tracePt t="86957" x="2565400" y="1249363"/>
          <p14:tracePt t="86958" x="2565400" y="1244600"/>
          <p14:tracePt t="86959" x="2559050" y="1244600"/>
          <p14:tracePt t="86960" x="2554288" y="1244600"/>
          <p14:tracePt t="86961" x="2547938" y="1231900"/>
          <p14:tracePt t="86962" x="2541588" y="1231900"/>
          <p14:tracePt t="86964" x="2535238" y="1225550"/>
          <p14:tracePt t="86965" x="2530475" y="1225550"/>
          <p14:tracePt t="86966" x="2524125" y="1220788"/>
          <p14:tracePt t="86968" x="2517775" y="1220788"/>
          <p14:tracePt t="86969" x="2511425" y="1214438"/>
          <p14:tracePt t="86971" x="2505075" y="1208088"/>
          <p14:tracePt t="86972" x="2500313" y="1208088"/>
          <p14:tracePt t="86973" x="2493963" y="1201738"/>
          <p14:tracePt t="86975" x="2487613" y="1195388"/>
          <p14:tracePt t="86976" x="2481263" y="1195388"/>
          <p14:tracePt t="86977" x="2476500" y="1195388"/>
          <p14:tracePt t="86978" x="2476500" y="1190625"/>
          <p14:tracePt t="86979" x="2470150" y="1190625"/>
          <p14:tracePt t="86980" x="2463800" y="1184275"/>
          <p14:tracePt t="86982" x="2457450" y="1177925"/>
          <p14:tracePt t="86983" x="2452688" y="1177925"/>
          <p14:tracePt t="86984" x="2452688" y="1171575"/>
          <p14:tracePt t="86985" x="2446338" y="1171575"/>
          <p14:tracePt t="86986" x="2439988" y="1166813"/>
          <p14:tracePt t="86987" x="2433638" y="1166813"/>
          <p14:tracePt t="86988" x="2427288" y="1166813"/>
          <p14:tracePt t="86989" x="2427288" y="1160463"/>
          <p14:tracePt t="86990" x="2422525" y="1160463"/>
          <p14:tracePt t="86991" x="2416175" y="1154113"/>
          <p14:tracePt t="86993" x="2409825" y="1147763"/>
          <p14:tracePt t="86994" x="2403475" y="1147763"/>
          <p14:tracePt t="86995" x="2398713" y="1143000"/>
          <p14:tracePt t="86996" x="2392363" y="1143000"/>
          <p14:tracePt t="86997" x="2392363" y="1136650"/>
          <p14:tracePt t="86998" x="2386013" y="1136650"/>
          <p14:tracePt t="86999" x="2374900" y="1130300"/>
          <p14:tracePt t="87001" x="2368550" y="1123950"/>
          <p14:tracePt t="87002" x="2362200" y="1123950"/>
          <p14:tracePt t="87003" x="2355850" y="1119188"/>
          <p14:tracePt t="87004" x="2349500" y="1119188"/>
          <p14:tracePt t="87005" x="2349500" y="1112838"/>
          <p14:tracePt t="87006" x="2344738" y="1112838"/>
          <p14:tracePt t="87007" x="2338388" y="1112838"/>
          <p14:tracePt t="87008" x="2338388" y="1106488"/>
          <p14:tracePt t="87009" x="2332038" y="1106488"/>
          <p14:tracePt t="87010" x="2325688" y="1100138"/>
          <p14:tracePt t="87011" x="2320925" y="1100138"/>
          <p14:tracePt t="87012" x="2314575" y="1100138"/>
          <p14:tracePt t="87014" x="2308225" y="1093788"/>
          <p14:tracePt t="87015" x="2301875" y="1093788"/>
          <p14:tracePt t="87016" x="2297113" y="1089025"/>
          <p14:tracePt t="87017" x="2290763" y="1089025"/>
          <p14:tracePt t="87018" x="2284413" y="1089025"/>
          <p14:tracePt t="87019" x="2284413" y="1082675"/>
          <p14:tracePt t="87020" x="2278063" y="1082675"/>
          <p14:tracePt t="87021" x="2273300" y="1082675"/>
          <p14:tracePt t="87022" x="2266950" y="1076325"/>
          <p14:tracePt t="87023" x="2260600" y="1076325"/>
          <p14:tracePt t="87024" x="2247900" y="1069975"/>
          <p14:tracePt t="87026" x="2243138" y="1069975"/>
          <p14:tracePt t="87027" x="2236788" y="1069975"/>
          <p14:tracePt t="87028" x="2230438" y="1065213"/>
          <p14:tracePt t="87030" x="2224088" y="1065213"/>
          <p14:tracePt t="87030" x="2219325" y="1058863"/>
          <p14:tracePt t="87031" x="2212975" y="1058863"/>
          <p14:tracePt t="87033" x="2200275" y="1058863"/>
          <p14:tracePt t="87034" x="2195513" y="1052513"/>
          <p14:tracePt t="87035" x="2189163" y="1052513"/>
          <p14:tracePt t="87036" x="2182813" y="1052513"/>
          <p14:tracePt t="87037" x="2176463" y="1046163"/>
          <p14:tracePt t="87038" x="2170113" y="1046163"/>
          <p14:tracePt t="87039" x="2165350" y="1046163"/>
          <p14:tracePt t="87040" x="2159000" y="1046163"/>
          <p14:tracePt t="87041" x="2152650" y="1041400"/>
          <p14:tracePt t="87042" x="2146300" y="1041400"/>
          <p14:tracePt t="87043" x="2141538" y="1041400"/>
          <p14:tracePt t="87044" x="2128838" y="1041400"/>
          <p14:tracePt t="87045" x="2122488" y="1035050"/>
          <p14:tracePt t="87046" x="2117725" y="1035050"/>
          <p14:tracePt t="87047" x="2111375" y="1035050"/>
          <p14:tracePt t="87048" x="2098675" y="1035050"/>
          <p14:tracePt t="87049" x="2098675" y="1028700"/>
          <p14:tracePt t="87050" x="2087563" y="1028700"/>
          <p14:tracePt t="87051" x="2081213" y="1028700"/>
          <p14:tracePt t="87052" x="2074863" y="1022350"/>
          <p14:tracePt t="87053" x="2068513" y="1022350"/>
          <p14:tracePt t="87054" x="2063750" y="1022350"/>
          <p14:tracePt t="87055" x="2057400" y="1022350"/>
          <p14:tracePt t="87056" x="2051050" y="1022350"/>
          <p14:tracePt t="87057" x="2039938" y="1016000"/>
          <p14:tracePt t="87058" x="2033588" y="1016000"/>
          <p14:tracePt t="87059" x="2027238" y="1016000"/>
          <p14:tracePt t="87060" x="2020888" y="1016000"/>
          <p14:tracePt t="87061" x="2016125" y="1011238"/>
          <p14:tracePt t="87062" x="2009775" y="1011238"/>
          <p14:tracePt t="87063" x="2003425" y="1011238"/>
          <p14:tracePt t="87064" x="1997075" y="1011238"/>
          <p14:tracePt t="87065" x="1985963" y="1004888"/>
          <p14:tracePt t="87066" x="1979613" y="1004888"/>
          <p14:tracePt t="87067" x="1973263" y="1004888"/>
          <p14:tracePt t="87068" x="1966913" y="1004888"/>
          <p14:tracePt t="87069" x="1962150" y="1004888"/>
          <p14:tracePt t="87070" x="1955800" y="1004888"/>
          <p14:tracePt t="87071" x="1943100" y="998538"/>
          <p14:tracePt t="87072" x="1938338" y="998538"/>
          <p14:tracePt t="87073" x="1931988" y="998538"/>
          <p14:tracePt t="87074" x="1925638" y="998538"/>
          <p14:tracePt t="87075" x="1919288" y="998538"/>
          <p14:tracePt t="87076" x="1908175" y="992188"/>
          <p14:tracePt t="87077" x="1901825" y="992188"/>
          <p14:tracePt t="87078" x="1895475" y="992188"/>
          <p14:tracePt t="87079" x="1889125" y="992188"/>
          <p14:tracePt t="87080" x="1878013" y="992188"/>
          <p14:tracePt t="87081" x="1871663" y="992188"/>
          <p14:tracePt t="87082" x="1865313" y="992188"/>
          <p14:tracePt t="87083" x="1860550" y="987425"/>
          <p14:tracePt t="87084" x="1854200" y="987425"/>
          <p14:tracePt t="87085" x="1841500" y="987425"/>
          <p14:tracePt t="87086" x="1836738" y="987425"/>
          <p14:tracePt t="87087" x="1830388" y="987425"/>
          <p14:tracePt t="87088" x="1817688" y="987425"/>
          <p14:tracePt t="87089" x="1811338" y="987425"/>
          <p14:tracePt t="87090" x="1806575" y="987425"/>
          <p14:tracePt t="87091" x="1793875" y="987425"/>
          <p14:tracePt t="87092" x="1787525" y="987425"/>
          <p14:tracePt t="87093" x="1782763" y="987425"/>
          <p14:tracePt t="87094" x="1776413" y="981075"/>
          <p14:tracePt t="87095" x="1763713" y="981075"/>
          <p14:tracePt t="87096" x="1758950" y="981075"/>
          <p14:tracePt t="87097" x="1752600" y="981075"/>
          <p14:tracePt t="87098" x="1739900" y="981075"/>
          <p14:tracePt t="87099" x="1728788" y="981075"/>
          <p14:tracePt t="87100" x="1722438" y="981075"/>
          <p14:tracePt t="87101" x="1716088" y="981075"/>
          <p14:tracePt t="87102" x="1709738" y="981075"/>
          <p14:tracePt t="87103" x="1698625" y="974725"/>
          <p14:tracePt t="87104" x="1685925" y="974725"/>
          <p14:tracePt t="87105" x="1674813" y="974725"/>
          <p14:tracePt t="87106" x="1668463" y="974725"/>
          <p14:tracePt t="87107" x="1657350" y="974725"/>
          <p14:tracePt t="87108" x="1651000" y="974725"/>
          <p14:tracePt t="87109" x="1638300" y="974725"/>
          <p14:tracePt t="87110" x="1631950" y="974725"/>
          <p14:tracePt t="87111" x="1627188" y="974725"/>
          <p14:tracePt t="87112" x="1614488" y="974725"/>
          <p14:tracePt t="87113" x="1603375" y="974725"/>
          <p14:tracePt t="87114" x="1597025" y="974725"/>
          <p14:tracePt t="87115" x="1584325" y="974725"/>
          <p14:tracePt t="87116" x="1579563" y="974725"/>
          <p14:tracePt t="87117" x="1566863" y="974725"/>
          <p14:tracePt t="87118" x="1560513" y="974725"/>
          <p14:tracePt t="87119" x="1549400" y="974725"/>
          <p14:tracePt t="87120" x="1543050" y="974725"/>
          <p14:tracePt t="87121" x="1530350" y="974725"/>
          <p14:tracePt t="87122" x="1519238" y="974725"/>
          <p14:tracePt t="87123" x="1512888" y="974725"/>
          <p14:tracePt t="87124" x="1501775" y="974725"/>
          <p14:tracePt t="87125" x="1495425" y="974725"/>
          <p14:tracePt t="87126" x="1482725" y="974725"/>
          <p14:tracePt t="87127" x="1471613" y="974725"/>
          <p14:tracePt t="87128" x="1458913" y="974725"/>
          <p14:tracePt t="87129" x="1452563" y="974725"/>
          <p14:tracePt t="87130" x="1447800" y="974725"/>
          <p14:tracePt t="87131" x="1435100" y="974725"/>
          <p14:tracePt t="87132" x="1423988" y="974725"/>
          <p14:tracePt t="87133" x="1411288" y="974725"/>
          <p14:tracePt t="87134" x="1404938" y="974725"/>
          <p14:tracePt t="87135" x="1393825" y="974725"/>
          <p14:tracePt t="87136" x="1381125" y="974725"/>
          <p14:tracePt t="87137" x="1370013" y="974725"/>
          <p14:tracePt t="87138" x="1357313" y="974725"/>
          <p14:tracePt t="87139" x="1350963" y="974725"/>
          <p14:tracePt t="87140" x="1339850" y="974725"/>
          <p14:tracePt t="87141" x="1327150" y="974725"/>
          <p14:tracePt t="87142" x="1316038" y="981075"/>
          <p14:tracePt t="87143" x="1309688" y="981075"/>
          <p14:tracePt t="87144" x="1296988" y="981075"/>
          <p14:tracePt t="87145" x="1285875" y="981075"/>
          <p14:tracePt t="87146" x="1273175" y="981075"/>
          <p14:tracePt t="87147" x="1268413" y="981075"/>
          <p14:tracePt t="87148" x="1255713" y="981075"/>
          <p14:tracePt t="87149" x="1244600" y="987425"/>
          <p14:tracePt t="87150" x="1231900" y="987425"/>
          <p14:tracePt t="87151" x="1220788" y="987425"/>
          <p14:tracePt t="87152" x="1208088" y="987425"/>
          <p14:tracePt t="87153" x="1201738" y="992188"/>
          <p14:tracePt t="87154" x="1190625" y="992188"/>
          <p14:tracePt t="87155" x="1177925" y="992188"/>
          <p14:tracePt t="87156" x="1166813" y="992188"/>
          <p14:tracePt t="87157" x="1154113" y="992188"/>
          <p14:tracePt t="87158" x="1147763" y="998538"/>
          <p14:tracePt t="87159" x="1136650" y="998538"/>
          <p14:tracePt t="87160" x="1123950" y="998538"/>
          <p14:tracePt t="87161" x="1112838" y="998538"/>
          <p14:tracePt t="87162" x="1106488" y="1004888"/>
          <p14:tracePt t="87163" x="1093788" y="1004888"/>
          <p14:tracePt t="87164" x="1082675" y="1004888"/>
          <p14:tracePt t="87165" x="1069975" y="1011238"/>
          <p14:tracePt t="87166" x="1065213" y="1011238"/>
          <p14:tracePt t="87167" x="1052513" y="1011238"/>
          <p14:tracePt t="87168" x="1039813" y="1016000"/>
          <p14:tracePt t="87169" x="1028700" y="1016000"/>
          <p14:tracePt t="87171" x="1016000" y="1016000"/>
          <p14:tracePt t="87172" x="1004888" y="1022350"/>
          <p14:tracePt t="87173" x="998538" y="1022350"/>
          <p14:tracePt t="87174" x="987425" y="1028700"/>
          <p14:tracePt t="87175" x="968375" y="1028700"/>
          <p14:tracePt t="87176" x="957263" y="1035050"/>
          <p14:tracePt t="87177" x="944563" y="1035050"/>
          <p14:tracePt t="87179" x="933450" y="1041400"/>
          <p14:tracePt t="87180" x="920750" y="1041400"/>
          <p14:tracePt t="87181" x="914400" y="1046163"/>
          <p14:tracePt t="87182" x="903288" y="1046163"/>
          <p14:tracePt t="87183" x="896938" y="1046163"/>
          <p14:tracePt t="87184" x="885825" y="1052513"/>
          <p14:tracePt t="87185" x="879475" y="1052513"/>
          <p14:tracePt t="87186" x="866775" y="1058863"/>
          <p14:tracePt t="87187" x="860425" y="1058863"/>
          <p14:tracePt t="87188" x="849313" y="1065213"/>
          <p14:tracePt t="87189" x="842963" y="1065213"/>
          <p14:tracePt t="87190" x="831850" y="1069975"/>
          <p14:tracePt t="87191" x="825500" y="1069975"/>
          <p14:tracePt t="87192" x="819150" y="1076325"/>
          <p14:tracePt t="87193" x="812800" y="1076325"/>
          <p14:tracePt t="87194" x="795338" y="1082675"/>
          <p14:tracePt t="87195" x="788988" y="1089025"/>
          <p14:tracePt t="87196" x="777875" y="1089025"/>
          <p14:tracePt t="87197" x="771525" y="1093788"/>
          <p14:tracePt t="87198" x="765175" y="1100138"/>
          <p14:tracePt t="87199" x="754063" y="1100138"/>
          <p14:tracePt t="87200" x="747713" y="1106488"/>
          <p14:tracePt t="87201" x="741363" y="1106488"/>
          <p14:tracePt t="87202" x="735013" y="1112838"/>
          <p14:tracePt t="87203" x="730250" y="1112838"/>
          <p14:tracePt t="87204" x="723900" y="1119188"/>
          <p14:tracePt t="87205" x="717550" y="1123950"/>
          <p14:tracePt t="87206" x="711200" y="1130300"/>
          <p14:tracePt t="87207" x="706438" y="1130300"/>
          <p14:tracePt t="87208" x="700088" y="1136650"/>
          <p14:tracePt t="87209" x="693738" y="1143000"/>
          <p14:tracePt t="87210" x="687388" y="1147763"/>
          <p14:tracePt t="87211" x="681038" y="1154113"/>
          <p14:tracePt t="87212" x="676275" y="1154113"/>
          <p14:tracePt t="87213" x="669925" y="1160463"/>
          <p14:tracePt t="87214" x="663575" y="1166813"/>
          <p14:tracePt t="87215" x="657225" y="1171575"/>
          <p14:tracePt t="87216" x="652463" y="1177925"/>
          <p14:tracePt t="87217" x="652463" y="1184275"/>
          <p14:tracePt t="87218" x="646113" y="1190625"/>
          <p14:tracePt t="87219" x="639763" y="1195388"/>
          <p14:tracePt t="87220" x="633413" y="1201738"/>
          <p14:tracePt t="87221" x="628650" y="1214438"/>
          <p14:tracePt t="87222" x="622300" y="1220788"/>
          <p14:tracePt t="87223" x="615950" y="1225550"/>
          <p14:tracePt t="87224" x="615950" y="1231900"/>
          <p14:tracePt t="87225" x="609600" y="1238250"/>
          <p14:tracePt t="87226" x="603250" y="1244600"/>
          <p14:tracePt t="87227" x="603250" y="1249363"/>
          <p14:tracePt t="87228" x="598488" y="1255713"/>
          <p14:tracePt t="87229" x="592138" y="1262063"/>
          <p14:tracePt t="87230" x="592138" y="1273175"/>
          <p14:tracePt t="87231" x="585788" y="1279525"/>
          <p14:tracePt t="87232" x="585788" y="1285875"/>
          <p14:tracePt t="87233" x="579438" y="1285875"/>
          <p14:tracePt t="87234" x="579438" y="1298575"/>
          <p14:tracePt t="87235" x="574675" y="1303338"/>
          <p14:tracePt t="87236" x="574675" y="1309688"/>
          <p14:tracePt t="87237" x="568325" y="1316038"/>
          <p14:tracePt t="87238" x="568325" y="1322388"/>
          <p14:tracePt t="87239" x="568325" y="1327150"/>
          <p14:tracePt t="87240" x="561975" y="1339850"/>
          <p14:tracePt t="87241" x="561975" y="1346200"/>
          <p14:tracePt t="87242" x="555625" y="1350963"/>
          <p14:tracePt t="87243" x="555625" y="1357313"/>
          <p14:tracePt t="87244" x="555625" y="1363663"/>
          <p14:tracePt t="87245" x="550863" y="1370013"/>
          <p14:tracePt t="87247" x="550863" y="1376363"/>
          <p14:tracePt t="87247" x="550863" y="1381125"/>
          <p14:tracePt t="87248" x="544513" y="1387475"/>
          <p14:tracePt t="87249" x="544513" y="1400175"/>
          <p14:tracePt t="87250" x="544513" y="1404938"/>
          <p14:tracePt t="87251" x="544513" y="1411288"/>
          <p14:tracePt t="87252" x="538163" y="1417638"/>
          <p14:tracePt t="87253" x="538163" y="1423988"/>
          <p14:tracePt t="87254" x="538163" y="1428750"/>
          <p14:tracePt t="87255" x="531813" y="1435100"/>
          <p14:tracePt t="87256" x="531813" y="1441450"/>
          <p14:tracePt t="87257" x="531813" y="1447800"/>
          <p14:tracePt t="87258" x="531813" y="1452563"/>
          <p14:tracePt t="87259" x="531813" y="1458913"/>
          <p14:tracePt t="87260" x="531813" y="1465263"/>
          <p14:tracePt t="87261" x="527050" y="1471613"/>
          <p14:tracePt t="87262" x="527050" y="1477963"/>
          <p14:tracePt t="87263" x="527050" y="1482725"/>
          <p14:tracePt t="87264" x="527050" y="1489075"/>
          <p14:tracePt t="87266" x="527050" y="1495425"/>
          <p14:tracePt t="87267" x="527050" y="1501775"/>
          <p14:tracePt t="87268" x="527050" y="1506538"/>
          <p14:tracePt t="87269" x="520700" y="1512888"/>
          <p14:tracePt t="87270" x="520700" y="1519238"/>
          <p14:tracePt t="87271" x="520700" y="1525588"/>
          <p14:tracePt t="87273" x="520700" y="1530350"/>
          <p14:tracePt t="87274" x="520700" y="1536700"/>
          <p14:tracePt t="87275" x="520700" y="1543050"/>
          <p14:tracePt t="87277" x="520700" y="1549400"/>
          <p14:tracePt t="87278" x="520700" y="1555750"/>
          <p14:tracePt t="87280" x="520700" y="1560513"/>
          <p14:tracePt t="87281" x="520700" y="1566863"/>
          <p14:tracePt t="87283" x="520700" y="1573213"/>
          <p14:tracePt t="87285" x="520700" y="1579563"/>
          <p14:tracePt t="87286" x="520700" y="1584325"/>
          <p14:tracePt t="87288" x="520700" y="1590675"/>
          <p14:tracePt t="87289" x="520700" y="1597025"/>
          <p14:tracePt t="87291" x="520700" y="1603375"/>
          <p14:tracePt t="87293" x="520700" y="1608138"/>
          <p14:tracePt t="87295" x="520700" y="1614488"/>
          <p14:tracePt t="87297" x="520700" y="1620838"/>
          <p14:tracePt t="87298" x="527050" y="1620838"/>
          <p14:tracePt t="87299" x="527050" y="1627188"/>
          <p14:tracePt t="87301" x="527050" y="1633538"/>
          <p14:tracePt t="87302" x="527050" y="1638300"/>
          <p14:tracePt t="87304" x="531813" y="1644650"/>
          <p14:tracePt t="87306" x="531813" y="1651000"/>
          <p14:tracePt t="87308" x="531813" y="1657350"/>
          <p14:tracePt t="87310" x="538163" y="1662113"/>
          <p14:tracePt t="87311" x="538163" y="1668463"/>
          <p14:tracePt t="87313" x="544513" y="1674813"/>
          <p14:tracePt t="87315" x="544513" y="1681163"/>
          <p14:tracePt t="87316" x="544513" y="1685925"/>
          <p14:tracePt t="87317" x="550863" y="1685925"/>
          <p14:tracePt t="87318" x="550863" y="1692275"/>
          <p14:tracePt t="87319" x="555625" y="1698625"/>
          <p14:tracePt t="87320" x="555625" y="1704975"/>
          <p14:tracePt t="87321" x="555625" y="1709738"/>
          <p14:tracePt t="87322" x="561975" y="1716088"/>
          <p14:tracePt t="87323" x="568325" y="1716088"/>
          <p14:tracePt t="87324" x="568325" y="1722438"/>
          <p14:tracePt t="87325" x="568325" y="1728788"/>
          <p14:tracePt t="87326" x="574675" y="1735138"/>
          <p14:tracePt t="87327" x="579438" y="1735138"/>
          <p14:tracePt t="87328" x="579438" y="1739900"/>
          <p14:tracePt t="87329" x="585788" y="1746250"/>
          <p14:tracePt t="87330" x="585788" y="1752600"/>
          <p14:tracePt t="87331" x="592138" y="1758950"/>
          <p14:tracePt t="87332" x="592138" y="1763713"/>
          <p14:tracePt t="87333" x="598488" y="1770063"/>
          <p14:tracePt t="87334" x="603250" y="1776413"/>
          <p14:tracePt t="87335" x="609600" y="1782763"/>
          <p14:tracePt t="87336" x="615950" y="1787525"/>
          <p14:tracePt t="87337" x="615950" y="1793875"/>
          <p14:tracePt t="87338" x="622300" y="1800225"/>
          <p14:tracePt t="87339" x="628650" y="1806575"/>
          <p14:tracePt t="87340" x="633413" y="1812925"/>
          <p14:tracePt t="87341" x="639763" y="1817688"/>
          <p14:tracePt t="87342" x="646113" y="1824038"/>
          <p14:tracePt t="87343" x="652463" y="1830388"/>
          <p14:tracePt t="87344" x="657225" y="1836738"/>
          <p14:tracePt t="87345" x="676275" y="1854200"/>
          <p14:tracePt t="87347" x="681038" y="1860550"/>
          <p14:tracePt t="87348" x="687388" y="1865313"/>
          <p14:tracePt t="87349" x="693738" y="1871663"/>
          <p14:tracePt t="87350" x="700088" y="1878013"/>
          <p14:tracePt t="87351" x="711200" y="1890713"/>
          <p14:tracePt t="87352" x="717550" y="1895475"/>
          <p14:tracePt t="87353" x="723900" y="1901825"/>
          <p14:tracePt t="87354" x="735013" y="1908175"/>
          <p14:tracePt t="87355" x="741363" y="1914525"/>
          <p14:tracePt t="87356" x="747713" y="1919288"/>
          <p14:tracePt t="87357" x="758825" y="1925638"/>
          <p14:tracePt t="87358" x="765175" y="1938338"/>
          <p14:tracePt t="87359" x="777875" y="1938338"/>
          <p14:tracePt t="87360" x="782638" y="1949450"/>
          <p14:tracePt t="87361" x="795338" y="1955800"/>
          <p14:tracePt t="87362" x="808038" y="1962150"/>
          <p14:tracePt t="87363" x="812800" y="1966913"/>
          <p14:tracePt t="87364" x="819150" y="1973263"/>
          <p14:tracePt t="87365" x="831850" y="1979613"/>
          <p14:tracePt t="87366" x="842963" y="1979613"/>
          <p14:tracePt t="87367" x="849313" y="1985963"/>
          <p14:tracePt t="87368" x="855663" y="1992313"/>
          <p14:tracePt t="87369" x="860425" y="1997075"/>
          <p14:tracePt t="87370" x="873125" y="1997075"/>
          <p14:tracePt t="87371" x="879475" y="2003425"/>
          <p14:tracePt t="87372" x="896938" y="2016125"/>
          <p14:tracePt t="87373" x="909638" y="2020888"/>
          <p14:tracePt t="87374" x="920750" y="2020888"/>
          <p14:tracePt t="87375" x="927100" y="2027238"/>
          <p14:tracePt t="87376" x="933450" y="2027238"/>
          <p14:tracePt t="87377" x="938213" y="2033588"/>
          <p14:tracePt t="87378" x="950913" y="2033588"/>
          <p14:tracePt t="87379" x="957263" y="2039938"/>
          <p14:tracePt t="87380" x="968375" y="2039938"/>
          <p14:tracePt t="87381" x="974725" y="2044700"/>
          <p14:tracePt t="87382" x="987425" y="2051050"/>
          <p14:tracePt t="87383" x="992188" y="2051050"/>
          <p14:tracePt t="87384" x="1004888" y="2057400"/>
          <p14:tracePt t="87385" x="1016000" y="2057400"/>
          <p14:tracePt t="87386" x="1022350" y="2063750"/>
          <p14:tracePt t="87387" x="1035050" y="2063750"/>
          <p14:tracePt t="87388" x="1039813" y="2070100"/>
          <p14:tracePt t="87389" x="1052513" y="2070100"/>
          <p14:tracePt t="87390" x="1065213" y="2074863"/>
          <p14:tracePt t="87391" x="1069975" y="2074863"/>
          <p14:tracePt t="87392" x="1082675" y="2081213"/>
          <p14:tracePt t="87393" x="1093788" y="2081213"/>
          <p14:tracePt t="87394" x="1100138" y="2087563"/>
          <p14:tracePt t="87395" x="1112838" y="2087563"/>
          <p14:tracePt t="87396" x="1117600" y="2093913"/>
          <p14:tracePt t="87397" x="1130300" y="2093913"/>
          <p14:tracePt t="87398" x="1143000" y="2093913"/>
          <p14:tracePt t="87399" x="1154113" y="2098675"/>
          <p14:tracePt t="87400" x="1160463" y="2098675"/>
          <p14:tracePt t="87401" x="1166813" y="2105025"/>
          <p14:tracePt t="87402" x="1177925" y="2105025"/>
          <p14:tracePt t="87403" x="1190625" y="2111375"/>
          <p14:tracePt t="87404" x="1195388" y="2111375"/>
          <p14:tracePt t="87405" x="1208088" y="2111375"/>
          <p14:tracePt t="87406" x="1214438" y="2117725"/>
          <p14:tracePt t="87407" x="1225550" y="2117725"/>
          <p14:tracePt t="87408" x="1238250" y="2122488"/>
          <p14:tracePt t="87409" x="1244600" y="2122488"/>
          <p14:tracePt t="87410" x="1255713" y="2128838"/>
          <p14:tracePt t="87411" x="1268413" y="2128838"/>
          <p14:tracePt t="87412" x="1279525" y="2128838"/>
          <p14:tracePt t="87413" x="1285875" y="2135188"/>
          <p14:tracePt t="87414" x="1296988" y="2135188"/>
          <p14:tracePt t="87415" x="1316038" y="2141538"/>
          <p14:tracePt t="87416" x="1327150" y="2147888"/>
          <p14:tracePt t="87417" x="1339850" y="2147888"/>
          <p14:tracePt t="87418" x="1346200" y="2147888"/>
          <p14:tracePt t="87419" x="1357313" y="2152650"/>
          <p14:tracePt t="87420" x="1363663" y="2152650"/>
          <p14:tracePt t="87421" x="1374775" y="2159000"/>
          <p14:tracePt t="87422" x="1387475" y="2159000"/>
          <p14:tracePt t="87423" x="1400175" y="2165350"/>
          <p14:tracePt t="87424" x="1411288" y="2165350"/>
          <p14:tracePt t="87425" x="1417638" y="2165350"/>
          <p14:tracePt t="87426" x="1428750" y="2171700"/>
          <p14:tracePt t="87427" x="1441450" y="2171700"/>
          <p14:tracePt t="87428" x="1452563" y="2171700"/>
          <p14:tracePt t="87429" x="1465263" y="2176463"/>
          <p14:tracePt t="87430" x="1476375" y="2176463"/>
          <p14:tracePt t="87431" x="1489075" y="2182813"/>
          <p14:tracePt t="87432" x="1501775" y="2182813"/>
          <p14:tracePt t="87433" x="1512888" y="2182813"/>
          <p14:tracePt t="87434" x="1519238" y="2189163"/>
          <p14:tracePt t="87435" x="1530350" y="2189163"/>
          <p14:tracePt t="87436" x="1549400" y="2189163"/>
          <p14:tracePt t="87437" x="1560513" y="2195513"/>
          <p14:tracePt t="87438" x="1573213" y="2195513"/>
          <p14:tracePt t="87439" x="1579563" y="2195513"/>
          <p14:tracePt t="87440" x="1597025" y="2195513"/>
          <p14:tracePt t="87441" x="1608138" y="2200275"/>
          <p14:tracePt t="87442" x="1620838" y="2200275"/>
          <p14:tracePt t="87443" x="1631950" y="2206625"/>
          <p14:tracePt t="87444" x="1644650" y="2206625"/>
          <p14:tracePt t="87445" x="1662113" y="2206625"/>
          <p14:tracePt t="87446" x="1674813" y="2206625"/>
          <p14:tracePt t="87447" x="1685925" y="2206625"/>
          <p14:tracePt t="87448" x="1709738" y="2212975"/>
          <p14:tracePt t="87449" x="1728788" y="2212975"/>
          <p14:tracePt t="87450" x="1739900" y="2212975"/>
          <p14:tracePt t="87451" x="1752600" y="2212975"/>
          <p14:tracePt t="87452" x="1770063" y="2219325"/>
          <p14:tracePt t="87453" x="1782763" y="2219325"/>
          <p14:tracePt t="87454" x="1800225" y="2219325"/>
          <p14:tracePt t="87455" x="1806575" y="2219325"/>
          <p14:tracePt t="87456" x="1817688" y="2219325"/>
          <p14:tracePt t="87457" x="1836738" y="2219325"/>
          <p14:tracePt t="87458" x="1847850" y="2219325"/>
          <p14:tracePt t="87459" x="1860550" y="2224088"/>
          <p14:tracePt t="87460" x="1878013" y="2224088"/>
          <p14:tracePt t="87461" x="1889125" y="2224088"/>
          <p14:tracePt t="87462" x="1908175" y="2224088"/>
          <p14:tracePt t="87464" x="1919288" y="2224088"/>
          <p14:tracePt t="87464" x="1938338" y="2224088"/>
          <p14:tracePt t="87465" x="1949450" y="2224088"/>
          <p14:tracePt t="87466" x="1966913" y="2224088"/>
          <p14:tracePt t="87467" x="1979613" y="2224088"/>
          <p14:tracePt t="87468" x="1997075" y="2224088"/>
          <p14:tracePt t="87469" x="2016125" y="2224088"/>
          <p14:tracePt t="87470" x="2027238" y="2224088"/>
          <p14:tracePt t="87471" x="2044700" y="2224088"/>
          <p14:tracePt t="87472" x="2057400" y="2224088"/>
          <p14:tracePt t="87473" x="2074863" y="2224088"/>
          <p14:tracePt t="87474" x="2087563" y="2224088"/>
          <p14:tracePt t="87475" x="2098675" y="2224088"/>
          <p14:tracePt t="87476" x="2117725" y="2224088"/>
          <p14:tracePt t="87477" x="2135188" y="2224088"/>
          <p14:tracePt t="87478" x="2141538" y="2224088"/>
          <p14:tracePt t="87479" x="2159000" y="2224088"/>
          <p14:tracePt t="87480" x="2170113" y="2224088"/>
          <p14:tracePt t="87481" x="2182813" y="2224088"/>
          <p14:tracePt t="87482" x="2195513" y="2224088"/>
          <p14:tracePt t="87483" x="2212975" y="2219325"/>
          <p14:tracePt t="87484" x="2230438" y="2219325"/>
          <p14:tracePt t="87485" x="2247900" y="2219325"/>
          <p14:tracePt t="87486" x="2260600" y="2219325"/>
          <p14:tracePt t="87487" x="2273300" y="2212975"/>
          <p14:tracePt t="87488" x="2284413" y="2212975"/>
          <p14:tracePt t="87489" x="2297113" y="2212975"/>
          <p14:tracePt t="87490" x="2308225" y="2206625"/>
          <p14:tracePt t="87491" x="2320925" y="2206625"/>
          <p14:tracePt t="87492" x="2332038" y="2206625"/>
          <p14:tracePt t="87493" x="2344738" y="2200275"/>
          <p14:tracePt t="87494" x="2349500" y="2200275"/>
          <p14:tracePt t="87495" x="2362200" y="2200275"/>
          <p14:tracePt t="87496" x="2386013" y="2195513"/>
          <p14:tracePt t="87497" x="2398713" y="2195513"/>
          <p14:tracePt t="87498" x="2409825" y="2189163"/>
          <p14:tracePt t="87499" x="2416175" y="2189163"/>
          <p14:tracePt t="87500" x="2427288" y="2182813"/>
          <p14:tracePt t="87501" x="2439988" y="2182813"/>
          <p14:tracePt t="87502" x="2452688" y="2182813"/>
          <p14:tracePt t="87503" x="2457450" y="2176463"/>
          <p14:tracePt t="87504" x="2470150" y="2176463"/>
          <p14:tracePt t="87505" x="2476500" y="2171700"/>
          <p14:tracePt t="87506" x="2487613" y="2171700"/>
          <p14:tracePt t="87507" x="2500313" y="2165350"/>
          <p14:tracePt t="87508" x="2505075" y="2165350"/>
          <p14:tracePt t="87509" x="2517775" y="2159000"/>
          <p14:tracePt t="87510" x="2524125" y="2159000"/>
          <p14:tracePt t="87511" x="2535238" y="2152650"/>
          <p14:tracePt t="87512" x="2541588" y="2152650"/>
          <p14:tracePt t="87513" x="2547938" y="2147888"/>
          <p14:tracePt t="87514" x="2559050" y="2147888"/>
          <p14:tracePt t="87515" x="2565400" y="2141538"/>
          <p14:tracePt t="87516" x="2571750" y="2141538"/>
          <p14:tracePt t="87517" x="2582863" y="2135188"/>
          <p14:tracePt t="87518" x="2589213" y="2135188"/>
          <p14:tracePt t="87519" x="2595563" y="2128838"/>
          <p14:tracePt t="87520" x="2601913" y="2122488"/>
          <p14:tracePt t="87521" x="2606675" y="2122488"/>
          <p14:tracePt t="87522" x="2619375" y="2117725"/>
          <p14:tracePt t="87523" x="2625725" y="2117725"/>
          <p14:tracePt t="87524" x="2632075" y="2111375"/>
          <p14:tracePt t="87525" x="2636838" y="2111375"/>
          <p14:tracePt t="87526" x="2643188" y="2105025"/>
          <p14:tracePt t="87527" x="2649538" y="2105025"/>
          <p14:tracePt t="87528" x="2655888" y="2098675"/>
          <p14:tracePt t="87529" x="2660650" y="2098675"/>
          <p14:tracePt t="87530" x="2660650" y="2093913"/>
          <p14:tracePt t="87531" x="2667000" y="2087563"/>
          <p14:tracePt t="87532" x="2673350" y="2087563"/>
          <p14:tracePt t="87533" x="2679700" y="2087563"/>
          <p14:tracePt t="87534" x="2684463" y="2081213"/>
          <p14:tracePt t="87535" x="2684463" y="2074863"/>
          <p14:tracePt t="87536" x="2690813" y="2074863"/>
          <p14:tracePt t="87537" x="2697163" y="2070100"/>
          <p14:tracePt t="87538" x="2703513" y="2070100"/>
          <p14:tracePt t="87539" x="2703513" y="2063750"/>
          <p14:tracePt t="87540" x="2709863" y="2063750"/>
          <p14:tracePt t="87541" x="2714625" y="2057400"/>
          <p14:tracePt t="87543" x="2720975" y="2051050"/>
          <p14:tracePt t="87544" x="2720975" y="2044700"/>
          <p14:tracePt t="87545" x="2727325" y="2044700"/>
          <p14:tracePt t="87546" x="2727325" y="2039938"/>
          <p14:tracePt t="87547" x="2733675" y="2039938"/>
          <p14:tracePt t="87548" x="2733675" y="2033588"/>
          <p14:tracePt t="87549" x="2738438" y="2033588"/>
          <p14:tracePt t="87550" x="2738438" y="2027238"/>
          <p14:tracePt t="87551" x="2744788" y="2020888"/>
          <p14:tracePt t="87553" x="2744788" y="2016125"/>
          <p14:tracePt t="87554" x="2751138" y="2009775"/>
          <p14:tracePt t="87556" x="2751138" y="2003425"/>
          <p14:tracePt t="87557" x="2751138" y="1997075"/>
          <p14:tracePt t="87558" x="2757488" y="1992313"/>
          <p14:tracePt t="87560" x="2757488" y="1985963"/>
          <p14:tracePt t="87561" x="2757488" y="1979613"/>
          <p14:tracePt t="87562" x="2762250" y="1979613"/>
          <p14:tracePt t="87564" x="2762250" y="1973263"/>
          <p14:tracePt t="87564" x="2762250" y="1966913"/>
          <p14:tracePt t="87565" x="2762250" y="1962150"/>
          <p14:tracePt t="87566" x="2762250" y="1955800"/>
          <p14:tracePt t="87567" x="2762250" y="1949450"/>
          <p14:tracePt t="87568" x="2762250" y="1943100"/>
          <p14:tracePt t="87570" x="2762250" y="1938338"/>
          <p14:tracePt t="87571" x="2762250" y="1931988"/>
          <p14:tracePt t="87572" x="2762250" y="1925638"/>
          <p14:tracePt t="87573" x="2762250" y="1919288"/>
          <p14:tracePt t="87574" x="2762250" y="1908175"/>
          <p14:tracePt t="87575" x="2762250" y="1901825"/>
          <p14:tracePt t="87576" x="2762250" y="1895475"/>
          <p14:tracePt t="87577" x="2762250" y="1890713"/>
          <p14:tracePt t="87579" x="2762250" y="1884363"/>
          <p14:tracePt t="87580" x="2762250" y="1878013"/>
          <p14:tracePt t="87581" x="2762250" y="1871663"/>
          <p14:tracePt t="87582" x="2762250" y="1865313"/>
          <p14:tracePt t="87583" x="2762250" y="1854200"/>
          <p14:tracePt t="87584" x="2762250" y="1847850"/>
          <p14:tracePt t="87585" x="2762250" y="1841500"/>
          <p14:tracePt t="87586" x="2762250" y="1836738"/>
          <p14:tracePt t="87587" x="2762250" y="1830388"/>
          <p14:tracePt t="87588" x="2757488" y="1824038"/>
          <p14:tracePt t="87589" x="2757488" y="1817688"/>
          <p14:tracePt t="87590" x="2757488" y="1812925"/>
          <p14:tracePt t="87591" x="2757488" y="1800225"/>
          <p14:tracePt t="87592" x="2757488" y="1793875"/>
          <p14:tracePt t="87593" x="2757488" y="1787525"/>
          <p14:tracePt t="87594" x="2751138" y="1776413"/>
          <p14:tracePt t="87595" x="2751138" y="1770063"/>
          <p14:tracePt t="87596" x="2744788" y="1763713"/>
          <p14:tracePt t="87597" x="2744788" y="1752600"/>
          <p14:tracePt t="87598" x="2744788" y="1746250"/>
          <p14:tracePt t="87599" x="2744788" y="1739900"/>
          <p14:tracePt t="87600" x="2738438" y="1735138"/>
          <p14:tracePt t="87601" x="2738438" y="1728788"/>
          <p14:tracePt t="87602" x="2738438" y="1716088"/>
          <p14:tracePt t="87603" x="2733675" y="1709738"/>
          <p14:tracePt t="87604" x="2733675" y="1704975"/>
          <p14:tracePt t="87605" x="2733675" y="1698625"/>
          <p14:tracePt t="87606" x="2733675" y="1692275"/>
          <p14:tracePt t="87607" x="2727325" y="1685925"/>
          <p14:tracePt t="87608" x="2727325" y="1681163"/>
          <p14:tracePt t="87609" x="2720975" y="1674813"/>
          <p14:tracePt t="87610" x="2720975" y="1662113"/>
          <p14:tracePt t="87611" x="2720975" y="1657350"/>
          <p14:tracePt t="87612" x="2714625" y="1651000"/>
          <p14:tracePt t="87613" x="2714625" y="1644650"/>
          <p14:tracePt t="87614" x="2714625" y="1638300"/>
          <p14:tracePt t="87615" x="2709863" y="1633538"/>
          <p14:tracePt t="87616" x="2709863" y="1627188"/>
          <p14:tracePt t="87617" x="2703513" y="1620838"/>
          <p14:tracePt t="87618" x="2703513" y="1614488"/>
          <p14:tracePt t="87619" x="2703513" y="1608138"/>
          <p14:tracePt t="87620" x="2697163" y="1603375"/>
          <p14:tracePt t="87621" x="2697163" y="1590675"/>
          <p14:tracePt t="87622" x="2690813" y="1590675"/>
          <p14:tracePt t="87623" x="2690813" y="1579563"/>
          <p14:tracePt t="87625" x="2684463" y="1573213"/>
          <p14:tracePt t="87626" x="2684463" y="1566863"/>
          <p14:tracePt t="87627" x="2679700" y="1555750"/>
          <p14:tracePt t="87629" x="2673350" y="1549400"/>
          <p14:tracePt t="87630" x="2673350" y="1543050"/>
          <p14:tracePt t="87631" x="2667000" y="1530350"/>
          <p14:tracePt t="87632" x="2667000" y="1525588"/>
          <p14:tracePt t="87633" x="2660650" y="1519238"/>
          <p14:tracePt t="87634" x="2655888" y="1512888"/>
          <p14:tracePt t="87636" x="2649538" y="1506538"/>
          <p14:tracePt t="87637" x="2649538" y="1501775"/>
          <p14:tracePt t="87638" x="2643188" y="1495425"/>
          <p14:tracePt t="87639" x="2636838" y="1489075"/>
          <p14:tracePt t="87640" x="2636838" y="1482725"/>
          <p14:tracePt t="87641" x="2632075" y="1477963"/>
          <p14:tracePt t="87643" x="2625725" y="1471613"/>
          <p14:tracePt t="87644" x="2619375" y="1465263"/>
          <p14:tracePt t="87645" x="2613025" y="1458913"/>
          <p14:tracePt t="87646" x="2613025" y="1452563"/>
          <p14:tracePt t="87647" x="2606675" y="1447800"/>
          <p14:tracePt t="87649" x="2601913" y="1447800"/>
          <p14:tracePt t="87650" x="2595563" y="1441450"/>
          <p14:tracePt t="87651" x="2589213" y="1435100"/>
          <p14:tracePt t="87652" x="2578100" y="1423988"/>
          <p14:tracePt t="87654" x="2571750" y="1417638"/>
          <p14:tracePt t="87656" x="2565400" y="1411288"/>
          <p14:tracePt t="87656" x="2559050" y="1404938"/>
          <p14:tracePt t="87657" x="2554288" y="1404938"/>
          <p14:tracePt t="87658" x="2547938" y="1400175"/>
          <p14:tracePt t="87659" x="2541588" y="1393825"/>
          <p14:tracePt t="87660" x="2535238" y="1387475"/>
          <p14:tracePt t="87661" x="2530475" y="1381125"/>
          <p14:tracePt t="87662" x="2524125" y="1381125"/>
          <p14:tracePt t="87663" x="2517775" y="1376363"/>
          <p14:tracePt t="87664" x="2511425" y="1370013"/>
          <p14:tracePt t="87665" x="2505075" y="1363663"/>
          <p14:tracePt t="87666" x="2500313" y="1357313"/>
          <p14:tracePt t="87667" x="2493963" y="1357313"/>
          <p14:tracePt t="87668" x="2487613" y="1350963"/>
          <p14:tracePt t="87669" x="2481263" y="1346200"/>
          <p14:tracePt t="87670" x="2476500" y="1339850"/>
          <p14:tracePt t="87671" x="2463800" y="1339850"/>
          <p14:tracePt t="87672" x="2457450" y="1333500"/>
          <p14:tracePt t="87673" x="2452688" y="1327150"/>
          <p14:tracePt t="87674" x="2439988" y="1322388"/>
          <p14:tracePt t="87675" x="2439988" y="1316038"/>
          <p14:tracePt t="87676" x="2427288" y="1309688"/>
          <p14:tracePt t="87677" x="2422525" y="1309688"/>
          <p14:tracePt t="87678" x="2409825" y="1303338"/>
          <p14:tracePt t="87679" x="2403475" y="1298575"/>
          <p14:tracePt t="87680" x="2398713" y="1298575"/>
          <p14:tracePt t="87681" x="2386013" y="1292225"/>
          <p14:tracePt t="87682" x="2379663" y="1285875"/>
          <p14:tracePt t="87683" x="2368550" y="1279525"/>
          <p14:tracePt t="87684" x="2362200" y="1279525"/>
          <p14:tracePt t="87685" x="2349500" y="1273175"/>
          <p14:tracePt t="87686" x="2344738" y="1268413"/>
          <p14:tracePt t="87687" x="2332038" y="1262063"/>
          <p14:tracePt t="87688" x="2325688" y="1262063"/>
          <p14:tracePt t="87689" x="2314575" y="1255713"/>
          <p14:tracePt t="87690" x="2308225" y="1249363"/>
          <p14:tracePt t="87691" x="2297113" y="1249363"/>
          <p14:tracePt t="87692" x="2290763" y="1244600"/>
          <p14:tracePt t="87693" x="2278063" y="1238250"/>
          <p14:tracePt t="87694" x="2266950" y="1238250"/>
          <p14:tracePt t="87695" x="2260600" y="1231900"/>
          <p14:tracePt t="87696" x="2247900" y="1225550"/>
          <p14:tracePt t="87697" x="2236788" y="1220788"/>
          <p14:tracePt t="87698" x="2230438" y="1220788"/>
          <p14:tracePt t="87699" x="2219325" y="1214438"/>
          <p14:tracePt t="87700" x="2212975" y="1214438"/>
          <p14:tracePt t="87701" x="2200275" y="1208088"/>
          <p14:tracePt t="87702" x="2189163" y="1201738"/>
          <p14:tracePt t="87703" x="2176463" y="1201738"/>
          <p14:tracePt t="87704" x="2170113" y="1195388"/>
          <p14:tracePt t="87706" x="2159000" y="1190625"/>
          <p14:tracePt t="87706" x="2146300" y="1190625"/>
          <p14:tracePt t="87707" x="2135188" y="1184275"/>
          <p14:tracePt t="87708" x="2122488" y="1184275"/>
          <p14:tracePt t="87709" x="2117725" y="1177925"/>
          <p14:tracePt t="87710" x="2098675" y="1171575"/>
          <p14:tracePt t="87711" x="2087563" y="1171575"/>
          <p14:tracePt t="87712" x="2074863" y="1166813"/>
          <p14:tracePt t="87713" x="2063750" y="1166813"/>
          <p14:tracePt t="87714" x="2057400" y="1160463"/>
          <p14:tracePt t="87715" x="2044700" y="1160463"/>
          <p14:tracePt t="87716" x="2033588" y="1154113"/>
          <p14:tracePt t="87717" x="2020888" y="1154113"/>
          <p14:tracePt t="87718" x="2009775" y="1147763"/>
          <p14:tracePt t="87719" x="1997075" y="1147763"/>
          <p14:tracePt t="87720" x="1985963" y="1143000"/>
          <p14:tracePt t="87721" x="1973263" y="1143000"/>
          <p14:tracePt t="87722" x="1962150" y="1136650"/>
          <p14:tracePt t="87723" x="1949450" y="1136650"/>
          <p14:tracePt t="87724" x="1938338" y="1130300"/>
          <p14:tracePt t="87725" x="1925638" y="1130300"/>
          <p14:tracePt t="87726" x="1912938" y="1123950"/>
          <p14:tracePt t="87727" x="1901825" y="1123950"/>
          <p14:tracePt t="87728" x="1889125" y="1119188"/>
          <p14:tracePt t="87729" x="1884363" y="1119188"/>
          <p14:tracePt t="87730" x="1871663" y="1119188"/>
          <p14:tracePt t="87731" x="1860550" y="1112838"/>
          <p14:tracePt t="87732" x="1847850" y="1112838"/>
          <p14:tracePt t="87733" x="1836738" y="1106488"/>
          <p14:tracePt t="87734" x="1824038" y="1106488"/>
          <p14:tracePt t="87735" x="1811338" y="1106488"/>
          <p14:tracePt t="87736" x="1787525" y="1100138"/>
          <p14:tracePt t="87737" x="1776413" y="1100138"/>
          <p14:tracePt t="87738" x="1763713" y="1093788"/>
          <p14:tracePt t="87739" x="1752600" y="1093788"/>
          <p14:tracePt t="87740" x="1739900" y="1093788"/>
          <p14:tracePt t="87741" x="1728788" y="1093788"/>
          <p14:tracePt t="87742" x="1716088" y="1089025"/>
          <p14:tracePt t="87743" x="1698625" y="1089025"/>
          <p14:tracePt t="87744" x="1692275" y="1082675"/>
          <p14:tracePt t="87745" x="1681163" y="1082675"/>
          <p14:tracePt t="87746" x="1668463" y="1082675"/>
          <p14:tracePt t="87747" x="1657350" y="1082675"/>
          <p14:tracePt t="87748" x="1644650" y="1082675"/>
          <p14:tracePt t="87749" x="1631950" y="1076325"/>
          <p14:tracePt t="87750" x="1620838" y="1076325"/>
          <p14:tracePt t="87751" x="1608138" y="1076325"/>
          <p14:tracePt t="87752" x="1597025" y="1076325"/>
          <p14:tracePt t="87753" x="1584325" y="1076325"/>
          <p14:tracePt t="87754" x="1573213" y="1069975"/>
          <p14:tracePt t="87755" x="1560513" y="1069975"/>
          <p14:tracePt t="87756" x="1549400" y="1069975"/>
          <p14:tracePt t="87757" x="1536700" y="1069975"/>
          <p14:tracePt t="87758" x="1525588" y="1069975"/>
          <p14:tracePt t="87759" x="1512888" y="1069975"/>
          <p14:tracePt t="87760" x="1501775" y="1069975"/>
          <p14:tracePt t="87761" x="1489075" y="1065213"/>
          <p14:tracePt t="87762" x="1476375" y="1065213"/>
          <p14:tracePt t="87763" x="1465263" y="1065213"/>
          <p14:tracePt t="87764" x="1458913" y="1065213"/>
          <p14:tracePt t="87765" x="1447800" y="1065213"/>
          <p14:tracePt t="87766" x="1435100" y="1065213"/>
          <p14:tracePt t="87767" x="1423988" y="1065213"/>
          <p14:tracePt t="87768" x="1411288" y="1065213"/>
          <p14:tracePt t="87769" x="1400175" y="1065213"/>
          <p14:tracePt t="87770" x="1387475" y="1065213"/>
          <p14:tracePt t="87771" x="1374775" y="1065213"/>
          <p14:tracePt t="87772" x="1363663" y="1065213"/>
          <p14:tracePt t="87773" x="1350963" y="1065213"/>
          <p14:tracePt t="87774" x="1339850" y="1065213"/>
          <p14:tracePt t="87775" x="1333500" y="1065213"/>
          <p14:tracePt t="87776" x="1322388" y="1065213"/>
          <p14:tracePt t="87777" x="1316038" y="1065213"/>
          <p14:tracePt t="87778" x="1303338" y="1065213"/>
          <p14:tracePt t="87779" x="1292225" y="1065213"/>
          <p14:tracePt t="87780" x="1285875" y="1065213"/>
          <p14:tracePt t="87781" x="1273175" y="1065213"/>
          <p14:tracePt t="87782" x="1268413" y="1065213"/>
          <p14:tracePt t="87783" x="1255713" y="1065213"/>
          <p14:tracePt t="87784" x="1249363" y="1065213"/>
          <p14:tracePt t="87785" x="1238250" y="1065213"/>
          <p14:tracePt t="87786" x="1231900" y="1065213"/>
          <p14:tracePt t="87787" x="1220788" y="1065213"/>
          <p14:tracePt t="87788" x="1214438" y="1065213"/>
          <p14:tracePt t="87789" x="1201738" y="1065213"/>
          <p14:tracePt t="87790" x="1195388" y="1065213"/>
          <p14:tracePt t="87791" x="1190625" y="1065213"/>
          <p14:tracePt t="87792" x="1177925" y="1065213"/>
          <p14:tracePt t="87793" x="1171575" y="1065213"/>
          <p14:tracePt t="87794" x="1160463" y="1069975"/>
          <p14:tracePt t="87795" x="1154113" y="1069975"/>
          <p14:tracePt t="87796" x="1143000" y="1069975"/>
          <p14:tracePt t="87797" x="1136650" y="1069975"/>
          <p14:tracePt t="87798" x="1123950" y="1069975"/>
          <p14:tracePt t="87799" x="1117600" y="1069975"/>
          <p14:tracePt t="87800" x="1112838" y="1069975"/>
          <p14:tracePt t="87801" x="1106488" y="1076325"/>
          <p14:tracePt t="87802" x="1093788" y="1076325"/>
          <p14:tracePt t="87803" x="1089025" y="1076325"/>
          <p14:tracePt t="87804" x="1082675" y="1076325"/>
          <p14:tracePt t="87805" x="1076325" y="1076325"/>
          <p14:tracePt t="87806" x="1065213" y="1076325"/>
          <p14:tracePt t="87807" x="1058863" y="1076325"/>
          <p14:tracePt t="87808" x="1052513" y="1082675"/>
          <p14:tracePt t="87809" x="1046163" y="1082675"/>
          <p14:tracePt t="87810" x="1035050" y="1082675"/>
          <p14:tracePt t="87811" x="1028700" y="1082675"/>
          <p14:tracePt t="87812" x="1022350" y="1082675"/>
          <p14:tracePt t="87813" x="1016000" y="1082675"/>
          <p14:tracePt t="87814" x="1011238" y="1089025"/>
          <p14:tracePt t="87815" x="1004888" y="1089025"/>
          <p14:tracePt t="87816" x="992188" y="1089025"/>
          <p14:tracePt t="87817" x="987425" y="1089025"/>
          <p14:tracePt t="87818" x="981075" y="1089025"/>
          <p14:tracePt t="87819" x="968375" y="1089025"/>
          <p14:tracePt t="87820" x="963613" y="1093788"/>
          <p14:tracePt t="87821" x="957263" y="1093788"/>
          <p14:tracePt t="87822" x="944563" y="1093788"/>
          <p14:tracePt t="87823" x="933450" y="1093788"/>
          <p14:tracePt t="87824" x="927100" y="1093788"/>
          <p14:tracePt t="87825" x="920750" y="1100138"/>
          <p14:tracePt t="87826" x="914400" y="1100138"/>
          <p14:tracePt t="87827" x="903288" y="1100138"/>
          <p14:tracePt t="87828" x="896938" y="1100138"/>
          <p14:tracePt t="87829" x="890588" y="1106488"/>
          <p14:tracePt t="87830" x="879475" y="1106488"/>
          <p14:tracePt t="87831" x="873125" y="1106488"/>
          <p14:tracePt t="87832" x="866775" y="1106488"/>
          <p14:tracePt t="87833" x="860425" y="1106488"/>
          <p14:tracePt t="87834" x="849313" y="1106488"/>
          <p14:tracePt t="87835" x="842963" y="1106488"/>
          <p14:tracePt t="87836" x="836613" y="1112838"/>
          <p14:tracePt t="87837" x="825500" y="1112838"/>
          <p14:tracePt t="87838" x="819150" y="1112838"/>
          <p14:tracePt t="87839" x="812800" y="1119188"/>
          <p14:tracePt t="87840" x="801688" y="1119188"/>
          <p14:tracePt t="87841" x="795338" y="1119188"/>
          <p14:tracePt t="87842" x="788988" y="1119188"/>
          <p14:tracePt t="87843" x="777875" y="1123950"/>
          <p14:tracePt t="87844" x="771525" y="1123950"/>
          <p14:tracePt t="87845" x="765175" y="1123950"/>
          <p14:tracePt t="87846" x="758825" y="1130300"/>
          <p14:tracePt t="87847" x="747713" y="1130300"/>
          <p14:tracePt t="87848" x="741363" y="1130300"/>
          <p14:tracePt t="87849" x="735013" y="1130300"/>
          <p14:tracePt t="87850" x="723900" y="1136650"/>
          <p14:tracePt t="87852" x="711200" y="1143000"/>
          <p14:tracePt t="87853" x="706438" y="1143000"/>
          <p14:tracePt t="87854" x="700088" y="1143000"/>
          <p14:tracePt t="87855" x="687388" y="1147763"/>
          <p14:tracePt t="87856" x="681038" y="1147763"/>
          <p14:tracePt t="87857" x="676275" y="1147763"/>
          <p14:tracePt t="87858" x="669925" y="1154113"/>
          <p14:tracePt t="87859" x="657225" y="1154113"/>
          <p14:tracePt t="87860" x="652463" y="1160463"/>
          <p14:tracePt t="87861" x="646113" y="1160463"/>
          <p14:tracePt t="87862" x="639763" y="1166813"/>
          <p14:tracePt t="87863" x="633413" y="1166813"/>
          <p14:tracePt t="87864" x="628650" y="1171575"/>
          <p14:tracePt t="87865" x="622300" y="1171575"/>
          <p14:tracePt t="87866" x="615950" y="1177925"/>
          <p14:tracePt t="87867" x="598488" y="1184275"/>
          <p14:tracePt t="87869" x="592138" y="1190625"/>
          <p14:tracePt t="87870" x="585788" y="1190625"/>
          <p14:tracePt t="87871" x="574675" y="1195388"/>
          <p14:tracePt t="87872" x="568325" y="1195388"/>
          <p14:tracePt t="87873" x="561975" y="1201738"/>
          <p14:tracePt t="87874" x="555625" y="1201738"/>
          <p14:tracePt t="87875" x="550863" y="1208088"/>
          <p14:tracePt t="87876" x="544513" y="1208088"/>
          <p14:tracePt t="87877" x="538163" y="1214438"/>
          <p14:tracePt t="87878" x="531813" y="1220788"/>
          <p14:tracePt t="87879" x="527050" y="1220788"/>
          <p14:tracePt t="87880" x="520700" y="1225550"/>
          <p14:tracePt t="87881" x="514350" y="1231900"/>
          <p14:tracePt t="87883" x="501650" y="1238250"/>
          <p14:tracePt t="87885" x="496888" y="1244600"/>
          <p14:tracePt t="87886" x="490538" y="1249363"/>
          <p14:tracePt t="87887" x="484188" y="1249363"/>
          <p14:tracePt t="87888" x="477838" y="1255713"/>
          <p14:tracePt t="87889" x="473075" y="1255713"/>
          <p14:tracePt t="87890" x="466725" y="1262063"/>
          <p14:tracePt t="87891" x="460375" y="1268413"/>
          <p14:tracePt t="87892" x="454025" y="1268413"/>
          <p14:tracePt t="87893" x="454025" y="1273175"/>
          <p14:tracePt t="87894" x="449263" y="1273175"/>
          <p14:tracePt t="87895" x="442913" y="1279525"/>
          <p14:tracePt t="87896" x="436563" y="1285875"/>
          <p14:tracePt t="87897" x="430213" y="1285875"/>
          <p14:tracePt t="87898" x="423863" y="1292225"/>
          <p14:tracePt t="87899" x="419100" y="1298575"/>
          <p14:tracePt t="87900" x="412750" y="1298575"/>
          <p14:tracePt t="87901" x="406400" y="1303338"/>
          <p14:tracePt t="87902" x="400050" y="1303338"/>
          <p14:tracePt t="87903" x="400050" y="1309688"/>
          <p14:tracePt t="87904" x="395288" y="1316038"/>
          <p14:tracePt t="87905" x="388938" y="1316038"/>
          <p14:tracePt t="87906" x="382588" y="1322388"/>
          <p14:tracePt t="87908" x="376238" y="1327150"/>
          <p14:tracePt t="87909" x="371475" y="1333500"/>
          <p14:tracePt t="87910" x="365125" y="1333500"/>
          <p14:tracePt t="87911" x="358775" y="1339850"/>
          <p14:tracePt t="87913" x="352425" y="1346200"/>
          <p14:tracePt t="87914" x="346075" y="1346200"/>
          <p14:tracePt t="87915" x="346075" y="1350963"/>
          <p14:tracePt t="87916" x="341313" y="1350963"/>
          <p14:tracePt t="87917" x="334963" y="1357313"/>
          <p14:tracePt t="87919" x="328613" y="1363663"/>
          <p14:tracePt t="87921" x="322263" y="1370013"/>
          <p14:tracePt t="87923" x="317500" y="1376363"/>
          <p14:tracePt t="87925" x="311150" y="1381125"/>
          <p14:tracePt t="87927" x="304800" y="1381125"/>
          <p14:tracePt t="87928" x="304800" y="1387475"/>
          <p14:tracePt t="87930" x="298450" y="1393825"/>
          <p14:tracePt t="87933" x="293688" y="1400175"/>
          <p14:tracePt t="87936" x="287338" y="1404938"/>
          <p14:tracePt t="87939" x="280988" y="1411288"/>
          <p14:tracePt t="87942" x="280988" y="1417638"/>
          <p14:tracePt t="87944" x="274638" y="1417638"/>
          <p14:tracePt t="87945" x="274638" y="1423988"/>
          <p14:tracePt t="87947" x="269875" y="1423988"/>
          <p14:tracePt t="87948" x="269875" y="1428750"/>
          <p14:tracePt t="87952" x="269875" y="1435100"/>
          <p14:tracePt t="87953" x="263525" y="1435100"/>
          <p14:tracePt t="87956" x="263525" y="1441450"/>
          <p14:tracePt t="87959" x="257175" y="1441450"/>
          <p14:tracePt t="87960" x="257175" y="1447800"/>
          <p14:tracePt t="87964" x="257175" y="1452563"/>
          <p14:tracePt t="87973" x="257175" y="1458913"/>
          <p14:tracePt t="87974" x="257175" y="1465263"/>
          <p14:tracePt t="87978" x="257175" y="1471613"/>
          <p14:tracePt t="87982" x="257175" y="1477963"/>
          <p14:tracePt t="87985" x="257175" y="1482725"/>
          <p14:tracePt t="87987" x="257175" y="1489075"/>
          <p14:tracePt t="87990" x="263525" y="1495425"/>
          <p14:tracePt t="87992" x="263525" y="1501775"/>
          <p14:tracePt t="87995" x="269875" y="1506538"/>
          <p14:tracePt t="87996" x="269875" y="1512888"/>
          <p14:tracePt t="87998" x="269875" y="1519238"/>
          <p14:tracePt t="87999" x="274638" y="1519238"/>
          <p14:tracePt t="88000" x="274638" y="1525588"/>
          <p14:tracePt t="88001" x="280988" y="1525588"/>
          <p14:tracePt t="88002" x="280988" y="1530350"/>
          <p14:tracePt t="88004" x="287338" y="1543050"/>
          <p14:tracePt t="88006" x="293688" y="1549400"/>
          <p14:tracePt t="88007" x="293688" y="1555750"/>
          <p14:tracePt t="88009" x="298450" y="1560513"/>
          <p14:tracePt t="88010" x="298450" y="1566863"/>
          <p14:tracePt t="88011" x="304800" y="1566863"/>
          <p14:tracePt t="88012" x="304800" y="1573213"/>
          <p14:tracePt t="88014" x="311150" y="1579563"/>
          <p14:tracePt t="88015" x="311150" y="1584325"/>
          <p14:tracePt t="88016" x="317500" y="1584325"/>
          <p14:tracePt t="88017" x="317500" y="1590675"/>
          <p14:tracePt t="88018" x="322263" y="1597025"/>
          <p14:tracePt t="88019" x="322263" y="1603375"/>
          <p14:tracePt t="88020" x="328613" y="1603375"/>
          <p14:tracePt t="88021" x="328613" y="1608138"/>
          <p14:tracePt t="88022" x="334963" y="1614488"/>
          <p14:tracePt t="88023" x="341313" y="1620838"/>
          <p14:tracePt t="88024" x="341313" y="1627188"/>
          <p14:tracePt t="88025" x="346075" y="1627188"/>
          <p14:tracePt t="88026" x="346075" y="1633538"/>
          <p14:tracePt t="88027" x="352425" y="1638300"/>
          <p14:tracePt t="88028" x="352425" y="1644650"/>
          <p14:tracePt t="88029" x="358775" y="1644650"/>
          <p14:tracePt t="88030" x="358775" y="1657350"/>
          <p14:tracePt t="88031" x="365125" y="1657350"/>
          <p14:tracePt t="88032" x="371475" y="1662113"/>
          <p14:tracePt t="88033" x="371475" y="1668463"/>
          <p14:tracePt t="88034" x="376238" y="1668463"/>
          <p14:tracePt t="88035" x="382588" y="1681163"/>
          <p14:tracePt t="88036" x="388938" y="1681163"/>
          <p14:tracePt t="88037" x="388938" y="1692275"/>
          <p14:tracePt t="88039" x="395288" y="1698625"/>
          <p14:tracePt t="88040" x="400050" y="1704975"/>
          <p14:tracePt t="88041" x="406400" y="1704975"/>
          <p14:tracePt t="88042" x="406400" y="1709738"/>
          <p14:tracePt t="88043" x="412750" y="1716088"/>
          <p14:tracePt t="88044" x="419100" y="1722438"/>
          <p14:tracePt t="88045" x="419100" y="1728788"/>
          <p14:tracePt t="88046" x="423863" y="1735138"/>
          <p14:tracePt t="88047" x="430213" y="1739900"/>
          <p14:tracePt t="88048" x="436563" y="1746250"/>
          <p14:tracePt t="88049" x="442913" y="1746250"/>
          <p14:tracePt t="88050" x="449263" y="1758950"/>
          <p14:tracePt t="88051" x="454025" y="1763713"/>
          <p14:tracePt t="88052" x="454025" y="1770063"/>
          <p14:tracePt t="88053" x="460375" y="1776413"/>
          <p14:tracePt t="88054" x="466725" y="1782763"/>
          <p14:tracePt t="88056" x="477838" y="1787525"/>
          <p14:tracePt t="88057" x="477838" y="1793875"/>
          <p14:tracePt t="88058" x="484188" y="1800225"/>
          <p14:tracePt t="88059" x="490538" y="1806575"/>
          <p14:tracePt t="88060" x="490538" y="1812925"/>
          <p14:tracePt t="88061" x="496888" y="1812925"/>
          <p14:tracePt t="88062" x="501650" y="1817688"/>
          <p14:tracePt t="88063" x="508000" y="1824038"/>
          <p14:tracePt t="88064" x="508000" y="1830388"/>
          <p14:tracePt t="88065" x="520700" y="1836738"/>
          <p14:tracePt t="88067" x="527050" y="1841500"/>
          <p14:tracePt t="88068" x="531813" y="1847850"/>
          <p14:tracePt t="88069" x="538163" y="1847850"/>
          <p14:tracePt t="88070" x="544513" y="1854200"/>
          <p14:tracePt t="88071" x="544513" y="1860550"/>
          <p14:tracePt t="88072" x="550863" y="1865313"/>
          <p14:tracePt t="88073" x="555625" y="1865313"/>
          <p14:tracePt t="88074" x="561975" y="1871663"/>
          <p14:tracePt t="88075" x="568325" y="1878013"/>
          <p14:tracePt t="88077" x="574675" y="1884363"/>
          <p14:tracePt t="88078" x="579438" y="1890713"/>
          <p14:tracePt t="88079" x="585788" y="1890713"/>
          <p14:tracePt t="88080" x="592138" y="1895475"/>
          <p14:tracePt t="88082" x="598488" y="1901825"/>
          <p14:tracePt t="88083" x="603250" y="1908175"/>
          <p14:tracePt t="88084" x="609600" y="1908175"/>
          <p14:tracePt t="88085" x="615950" y="1914525"/>
          <p14:tracePt t="88087" x="622300" y="1919288"/>
          <p14:tracePt t="88088" x="628650" y="1919288"/>
          <p14:tracePt t="88089" x="633413" y="1925638"/>
          <p14:tracePt t="88090" x="639763" y="1925638"/>
          <p14:tracePt t="88091" x="646113" y="1931988"/>
          <p14:tracePt t="88092" x="652463" y="1931988"/>
          <p14:tracePt t="88094" x="663575" y="1938338"/>
          <p14:tracePt t="88096" x="669925" y="1943100"/>
          <p14:tracePt t="88097" x="681038" y="1943100"/>
          <p14:tracePt t="88099" x="687388" y="1949450"/>
          <p14:tracePt t="88100" x="693738" y="1949450"/>
          <p14:tracePt t="88101" x="700088" y="1955800"/>
          <p14:tracePt t="88102" x="706438" y="1955800"/>
          <p14:tracePt t="88103" x="711200" y="1955800"/>
          <p14:tracePt t="88104" x="717550" y="1962150"/>
          <p14:tracePt t="88105" x="723900" y="1962150"/>
          <p14:tracePt t="88106" x="730250" y="1966913"/>
          <p14:tracePt t="88107" x="735013" y="1966913"/>
          <p14:tracePt t="88108" x="741363" y="1966913"/>
          <p14:tracePt t="88109" x="747713" y="1973263"/>
          <p14:tracePt t="88110" x="754063" y="1973263"/>
          <p14:tracePt t="88111" x="758825" y="1973263"/>
          <p14:tracePt t="88112" x="771525" y="1979613"/>
          <p14:tracePt t="88113" x="777875" y="1979613"/>
          <p14:tracePt t="88114" x="782638" y="1985963"/>
          <p14:tracePt t="88115" x="788988" y="1985963"/>
          <p14:tracePt t="88116" x="795338" y="1985963"/>
          <p14:tracePt t="88117" x="801688" y="1992313"/>
          <p14:tracePt t="88118" x="812800" y="1992313"/>
          <p14:tracePt t="88119" x="825500" y="1997075"/>
          <p14:tracePt t="88120" x="831850" y="1997075"/>
          <p14:tracePt t="88121" x="836613" y="1997075"/>
          <p14:tracePt t="88122" x="842963" y="2003425"/>
          <p14:tracePt t="88123" x="855663" y="2003425"/>
          <p14:tracePt t="88124" x="860425" y="2009775"/>
          <p14:tracePt t="88125" x="873125" y="2009775"/>
          <p14:tracePt t="88126" x="879475" y="2009775"/>
          <p14:tracePt t="88127" x="885825" y="2009775"/>
          <p14:tracePt t="88128" x="896938" y="2016125"/>
          <p14:tracePt t="88129" x="903288" y="2016125"/>
          <p14:tracePt t="88130" x="914400" y="2016125"/>
          <p14:tracePt t="88131" x="920750" y="2020888"/>
          <p14:tracePt t="88132" x="933450" y="2020888"/>
          <p14:tracePt t="88133" x="938213" y="2020888"/>
          <p14:tracePt t="88134" x="950913" y="2027238"/>
          <p14:tracePt t="88135" x="957263" y="2027238"/>
          <p14:tracePt t="88136" x="968375" y="2033588"/>
          <p14:tracePt t="88138" x="981075" y="2033588"/>
          <p14:tracePt t="88139" x="998538" y="2033588"/>
          <p14:tracePt t="88140" x="1004888" y="2039938"/>
          <p14:tracePt t="88141" x="1016000" y="2039938"/>
          <p14:tracePt t="88142" x="1028700" y="2039938"/>
          <p14:tracePt t="88143" x="1039813" y="2039938"/>
          <p14:tracePt t="88144" x="1046163" y="2044700"/>
          <p14:tracePt t="88145" x="1058863" y="2044700"/>
          <p14:tracePt t="88146" x="1069975" y="2044700"/>
          <p14:tracePt t="88147" x="1076325" y="2044700"/>
          <p14:tracePt t="88148" x="1089025" y="2051050"/>
          <p14:tracePt t="88149" x="1093788" y="2051050"/>
          <p14:tracePt t="88150" x="1106488" y="2051050"/>
          <p14:tracePt t="88151" x="1117600" y="2051050"/>
          <p14:tracePt t="88152" x="1130300" y="2051050"/>
          <p14:tracePt t="88153" x="1136650" y="2057400"/>
          <p14:tracePt t="88154" x="1147763" y="2057400"/>
          <p14:tracePt t="88155" x="1160463" y="2057400"/>
          <p14:tracePt t="88156" x="1171575" y="2057400"/>
          <p14:tracePt t="88157" x="1184275" y="2057400"/>
          <p14:tracePt t="88158" x="1195388" y="2057400"/>
          <p14:tracePt t="88159" x="1201738" y="2057400"/>
          <p14:tracePt t="88160" x="1214438" y="2063750"/>
          <p14:tracePt t="88161" x="1225550" y="2063750"/>
          <p14:tracePt t="88162" x="1238250" y="2063750"/>
          <p14:tracePt t="88163" x="1249363" y="2063750"/>
          <p14:tracePt t="88164" x="1262063" y="2063750"/>
          <p14:tracePt t="88165" x="1268413" y="2063750"/>
          <p14:tracePt t="88166" x="1279525" y="2070100"/>
          <p14:tracePt t="88167" x="1292225" y="2070100"/>
          <p14:tracePt t="88168" x="1303338" y="2070100"/>
          <p14:tracePt t="88169" x="1316038" y="2070100"/>
          <p14:tracePt t="88170" x="1322388" y="2070100"/>
          <p14:tracePt t="88171" x="1333500" y="2070100"/>
          <p14:tracePt t="88172" x="1346200" y="2070100"/>
          <p14:tracePt t="88173" x="1357313" y="2070100"/>
          <p14:tracePt t="88174" x="1370013" y="2070100"/>
          <p14:tracePt t="88175" x="1381125" y="2070100"/>
          <p14:tracePt t="88176" x="1393825" y="2070100"/>
          <p14:tracePt t="88177" x="1404938" y="2070100"/>
          <p14:tracePt t="88178" x="1423988" y="2074863"/>
          <p14:tracePt t="88179" x="1435100" y="2074863"/>
          <p14:tracePt t="88180" x="1447800" y="2074863"/>
          <p14:tracePt t="88181" x="1458913" y="2074863"/>
          <p14:tracePt t="88182" x="1471613" y="2074863"/>
          <p14:tracePt t="88183" x="1482725" y="2074863"/>
          <p14:tracePt t="88184" x="1495425" y="2074863"/>
          <p14:tracePt t="88185" x="1506538" y="2074863"/>
          <p14:tracePt t="88186" x="1519238" y="2074863"/>
          <p14:tracePt t="88187" x="1530350" y="2074863"/>
          <p14:tracePt t="88188" x="1549400" y="2074863"/>
          <p14:tracePt t="88189" x="1554163" y="2074863"/>
          <p14:tracePt t="88190" x="1573213" y="2074863"/>
          <p14:tracePt t="88191" x="1584325" y="2074863"/>
          <p14:tracePt t="88192" x="1597025" y="2074863"/>
          <p14:tracePt t="88193" x="1608138" y="2074863"/>
          <p14:tracePt t="88194" x="1620838" y="2074863"/>
          <p14:tracePt t="88195" x="1631950" y="2081213"/>
          <p14:tracePt t="88196" x="1651000" y="2081213"/>
          <p14:tracePt t="88197" x="1662113" y="2081213"/>
          <p14:tracePt t="88198" x="1674813" y="2081213"/>
          <p14:tracePt t="88199" x="1685925" y="2081213"/>
          <p14:tracePt t="88200" x="1698625" y="2081213"/>
          <p14:tracePt t="88201" x="1709738" y="2081213"/>
          <p14:tracePt t="88202" x="1722438" y="2081213"/>
          <p14:tracePt t="88203" x="1733550" y="2081213"/>
          <p14:tracePt t="88204" x="1752600" y="2081213"/>
          <p14:tracePt t="88205" x="1763713" y="2081213"/>
          <p14:tracePt t="88206" x="1776413" y="2081213"/>
          <p14:tracePt t="88207" x="1787525" y="2081213"/>
          <p14:tracePt t="88208" x="1800225" y="2081213"/>
          <p14:tracePt t="88209" x="1811338" y="2081213"/>
          <p14:tracePt t="88210" x="1824038" y="2081213"/>
          <p14:tracePt t="88211" x="1836738" y="2081213"/>
          <p14:tracePt t="88212" x="1854200" y="2081213"/>
          <p14:tracePt t="88213" x="1865313" y="2081213"/>
          <p14:tracePt t="88215" x="1878013" y="2081213"/>
          <p14:tracePt t="88215" x="1889125" y="2081213"/>
          <p14:tracePt t="88216" x="1901825" y="2081213"/>
          <p14:tracePt t="88217" x="1912938" y="2081213"/>
          <p14:tracePt t="88218" x="1925638" y="2081213"/>
          <p14:tracePt t="88219" x="1938338" y="2081213"/>
          <p14:tracePt t="88220" x="1955800" y="2081213"/>
          <p14:tracePt t="88221" x="1966913" y="2081213"/>
          <p14:tracePt t="88222" x="1979613" y="2081213"/>
          <p14:tracePt t="88223" x="1990725" y="2081213"/>
          <p14:tracePt t="88224" x="2003425" y="2081213"/>
          <p14:tracePt t="88225" x="2016125" y="2081213"/>
          <p14:tracePt t="88226" x="2027238" y="2081213"/>
          <p14:tracePt t="88227" x="2044700" y="2081213"/>
          <p14:tracePt t="88228" x="2057400" y="2081213"/>
          <p14:tracePt t="88229" x="2068513" y="2074863"/>
          <p14:tracePt t="88230" x="2081213" y="2074863"/>
          <p14:tracePt t="88231" x="2093913" y="2074863"/>
          <p14:tracePt t="88232" x="2105025" y="2074863"/>
          <p14:tracePt t="88233" x="2117725" y="2070100"/>
          <p14:tracePt t="88234" x="2135188" y="2070100"/>
          <p14:tracePt t="88235" x="2146300" y="2063750"/>
          <p14:tracePt t="88236" x="2159000" y="2063750"/>
          <p14:tracePt t="88237" x="2170113" y="2063750"/>
          <p14:tracePt t="88238" x="2182813" y="2057400"/>
          <p14:tracePt t="88239" x="2195513" y="2057400"/>
          <p14:tracePt t="88240" x="2206625" y="2051050"/>
          <p14:tracePt t="88241" x="2219325" y="2051050"/>
          <p14:tracePt t="88242" x="2236788" y="2044700"/>
          <p14:tracePt t="88243" x="2247900" y="2044700"/>
          <p14:tracePt t="88244" x="2260600" y="2039938"/>
          <p14:tracePt t="88245" x="2284413" y="2039938"/>
          <p14:tracePt t="88246" x="2297113" y="2033588"/>
          <p14:tracePt t="88247" x="2308225" y="2027238"/>
          <p14:tracePt t="88248" x="2320925" y="2027238"/>
          <p14:tracePt t="88249" x="2332038" y="2020888"/>
          <p14:tracePt t="88250" x="2349500" y="2016125"/>
          <p14:tracePt t="88251" x="2362200" y="2016125"/>
          <p14:tracePt t="88252" x="2374900" y="2009775"/>
          <p14:tracePt t="88253" x="2386013" y="2009775"/>
          <p14:tracePt t="88254" x="2398713" y="2003425"/>
          <p14:tracePt t="88255" x="2409825" y="2003425"/>
          <p14:tracePt t="88256" x="2422525" y="1997075"/>
          <p14:tracePt t="88257" x="2433638" y="1992313"/>
          <p14:tracePt t="88258" x="2446338" y="1992313"/>
          <p14:tracePt t="88259" x="2457450" y="1985963"/>
          <p14:tracePt t="88260" x="2470150" y="1979613"/>
          <p14:tracePt t="88261" x="2476500" y="1979613"/>
          <p14:tracePt t="88262" x="2493963" y="1966913"/>
          <p14:tracePt t="88263" x="2505075" y="1966913"/>
          <p14:tracePt t="88264" x="2517775" y="1962150"/>
          <p14:tracePt t="88265" x="2530475" y="1955800"/>
          <p14:tracePt t="88266" x="2541588" y="1955800"/>
          <p14:tracePt t="88267" x="2547938" y="1949450"/>
          <p14:tracePt t="88268" x="2554288" y="1949450"/>
          <p14:tracePt t="88269" x="2565400" y="1943100"/>
          <p14:tracePt t="88270" x="2578100" y="1938338"/>
          <p14:tracePt t="88271" x="2582863" y="1938338"/>
          <p14:tracePt t="88272" x="2595563" y="1931988"/>
          <p14:tracePt t="88273" x="2606675" y="1931988"/>
          <p14:tracePt t="88274" x="2613025" y="1925638"/>
          <p14:tracePt t="88275" x="2619375" y="1919288"/>
          <p14:tracePt t="88276" x="2625725" y="1919288"/>
          <p14:tracePt t="88277" x="2632075" y="1914525"/>
          <p14:tracePt t="88278" x="2636838" y="1914525"/>
          <p14:tracePt t="88279" x="2649538" y="1908175"/>
          <p14:tracePt t="88280" x="2655888" y="1908175"/>
          <p14:tracePt t="88281" x="2660650" y="1901825"/>
          <p14:tracePt t="88282" x="2667000" y="1895475"/>
          <p14:tracePt t="88283" x="2673350" y="1895475"/>
          <p14:tracePt t="88284" x="2679700" y="1890713"/>
          <p14:tracePt t="88285" x="2684463" y="1890713"/>
          <p14:tracePt t="88286" x="2690813" y="1884363"/>
          <p14:tracePt t="88287" x="2697163" y="1878013"/>
          <p14:tracePt t="88290" x="2709863" y="1871663"/>
          <p14:tracePt t="88291" x="2714625" y="1865313"/>
          <p14:tracePt t="88293" x="2720975" y="1860550"/>
          <p14:tracePt t="88295" x="2720975" y="1854200"/>
          <p14:tracePt t="88296" x="2727325" y="1854200"/>
          <p14:tracePt t="88297" x="2727325" y="1847850"/>
          <p14:tracePt t="88298" x="2733675" y="1847850"/>
          <p14:tracePt t="88299" x="2733675" y="1841500"/>
          <p14:tracePt t="88302" x="2738438" y="1836738"/>
          <p14:tracePt t="88304" x="2738438" y="1830388"/>
          <p14:tracePt t="88306" x="2738438" y="1824038"/>
          <p14:tracePt t="88308" x="2744788" y="1817688"/>
          <p14:tracePt t="88310" x="2744788" y="1812925"/>
          <p14:tracePt t="88312" x="2744788" y="1806575"/>
          <p14:tracePt t="88315" x="2744788" y="1800225"/>
          <p14:tracePt t="88316" x="2744788" y="1793875"/>
          <p14:tracePt t="88318" x="2744788" y="1787525"/>
          <p14:tracePt t="88320" x="2744788" y="1782763"/>
          <p14:tracePt t="88321" x="2744788" y="1776413"/>
          <p14:tracePt t="88323" x="2738438" y="1770063"/>
          <p14:tracePt t="88324" x="2738438" y="1763713"/>
          <p14:tracePt t="88326" x="2738438" y="1758950"/>
          <p14:tracePt t="88327" x="2733675" y="1752600"/>
          <p14:tracePt t="88328" x="2733675" y="1746250"/>
          <p14:tracePt t="88330" x="2727325" y="1739900"/>
          <p14:tracePt t="88331" x="2727325" y="1735138"/>
          <p14:tracePt t="88332" x="2720975" y="1728788"/>
          <p14:tracePt t="88334" x="2714625" y="1722438"/>
          <p14:tracePt t="88335" x="2714625" y="1716088"/>
          <p14:tracePt t="88336" x="2714625" y="1709738"/>
          <p14:tracePt t="88337" x="2709863" y="1704975"/>
          <p14:tracePt t="88338" x="2703513" y="1698625"/>
          <p14:tracePt t="88339" x="2703513" y="1692275"/>
          <p14:tracePt t="88340" x="2697163" y="1692275"/>
          <p14:tracePt t="88341" x="2690813" y="1685925"/>
          <p14:tracePt t="88342" x="2690813" y="1681163"/>
          <p14:tracePt t="88343" x="2684463" y="1674813"/>
          <p14:tracePt t="88344" x="2679700" y="1668463"/>
          <p14:tracePt t="88345" x="2673350" y="1662113"/>
          <p14:tracePt t="88346" x="2673350" y="1657350"/>
          <p14:tracePt t="88347" x="2667000" y="1651000"/>
          <p14:tracePt t="88348" x="2660650" y="1651000"/>
          <p14:tracePt t="88349" x="2655888" y="1638300"/>
          <p14:tracePt t="88350" x="2649538" y="1638300"/>
          <p14:tracePt t="88351" x="2643188" y="1633538"/>
          <p14:tracePt t="88352" x="2636838" y="1627188"/>
          <p14:tracePt t="88353" x="2632075" y="1620838"/>
          <p14:tracePt t="88354" x="2625725" y="1614488"/>
          <p14:tracePt t="88355" x="2619375" y="1608138"/>
          <p14:tracePt t="88356" x="2613025" y="1603375"/>
          <p14:tracePt t="88357" x="2606675" y="1597025"/>
          <p14:tracePt t="88358" x="2601913" y="1590675"/>
          <p14:tracePt t="88359" x="2595563" y="1584325"/>
          <p14:tracePt t="88360" x="2589213" y="1579563"/>
          <p14:tracePt t="88361" x="2582863" y="1566863"/>
          <p14:tracePt t="88362" x="2571750" y="1560513"/>
          <p14:tracePt t="88363" x="2565400" y="1555750"/>
          <p14:tracePt t="88364" x="2559050" y="1555750"/>
          <p14:tracePt t="88365" x="2554288" y="1543050"/>
          <p14:tracePt t="88366" x="2541588" y="1530350"/>
          <p14:tracePt t="88367" x="2530475" y="1525588"/>
          <p14:tracePt t="88368" x="2524125" y="1519238"/>
          <p14:tracePt t="88369" x="2511425" y="1512888"/>
          <p14:tracePt t="88370" x="2505075" y="1506538"/>
          <p14:tracePt t="88371" x="2500313" y="1501775"/>
          <p14:tracePt t="88372" x="2487613" y="1495425"/>
          <p14:tracePt t="88373" x="2481263" y="1489075"/>
          <p14:tracePt t="88374" x="2470150" y="1477963"/>
          <p14:tracePt t="88375" x="2463800" y="1471613"/>
          <p14:tracePt t="88376" x="2457450" y="1471613"/>
          <p14:tracePt t="88377" x="2452688" y="1465263"/>
          <p14:tracePt t="88378" x="2439988" y="1458913"/>
          <p14:tracePt t="88379" x="2427288" y="1447800"/>
          <p14:tracePt t="88380" x="2422525" y="1441450"/>
          <p14:tracePt t="88381" x="2409825" y="1435100"/>
          <p14:tracePt t="88382" x="2403475" y="1428750"/>
          <p14:tracePt t="88383" x="2392363" y="1423988"/>
          <p14:tracePt t="88384" x="2379663" y="1417638"/>
          <p14:tracePt t="88385" x="2374900" y="1411288"/>
          <p14:tracePt t="88386" x="2362200" y="1404938"/>
          <p14:tracePt t="88387" x="2349500" y="1400175"/>
          <p14:tracePt t="88388" x="2338388" y="1393825"/>
          <p14:tracePt t="88389" x="2332038" y="1387475"/>
          <p14:tracePt t="88390" x="2320925" y="1381125"/>
          <p14:tracePt t="88391" x="2308225" y="1376363"/>
          <p14:tracePt t="88392" x="2297113" y="1363663"/>
          <p14:tracePt t="88393" x="2284413" y="1357313"/>
          <p14:tracePt t="88394" x="2266950" y="1350963"/>
          <p14:tracePt t="88395" x="2254250" y="1346200"/>
          <p14:tracePt t="88396" x="2243138" y="1339850"/>
          <p14:tracePt t="88397" x="2236788" y="1333500"/>
          <p14:tracePt t="88398" x="2219325" y="1327150"/>
          <p14:tracePt t="88399" x="2206625" y="1322388"/>
          <p14:tracePt t="88400" x="2200275" y="1316038"/>
          <p14:tracePt t="88401" x="2189163" y="1309688"/>
          <p14:tracePt t="88402" x="2182813" y="1303338"/>
          <p14:tracePt t="88403" x="2170113" y="1298575"/>
          <p14:tracePt t="88404" x="2159000" y="1292225"/>
          <p14:tracePt t="88405" x="2146300" y="1285875"/>
          <p14:tracePt t="88406" x="2117725" y="1273175"/>
          <p14:tracePt t="88407" x="2105025" y="1268413"/>
          <p14:tracePt t="88408" x="2093913" y="1262063"/>
          <p14:tracePt t="88409" x="2081213" y="1262063"/>
          <p14:tracePt t="88410" x="2068513" y="1249363"/>
          <p14:tracePt t="88411" x="2057400" y="1249363"/>
          <p14:tracePt t="88412" x="2044700" y="1244600"/>
          <p14:tracePt t="88413" x="2033588" y="1238250"/>
          <p14:tracePt t="88414" x="2016125" y="1231900"/>
          <p14:tracePt t="88415" x="2003425" y="1225550"/>
          <p14:tracePt t="88416" x="1990725" y="1220788"/>
          <p14:tracePt t="88417" x="1979613" y="1214438"/>
          <p14:tracePt t="88418" x="1973263" y="1214438"/>
          <p14:tracePt t="88419" x="1955800" y="1208088"/>
          <p14:tracePt t="88420" x="1943100" y="1201738"/>
          <p14:tracePt t="88421" x="1931988" y="1195388"/>
          <p14:tracePt t="88422" x="1919288" y="1195388"/>
          <p14:tracePt t="88423" x="1901825" y="1190625"/>
          <p14:tracePt t="88424" x="1889125" y="1184275"/>
          <p14:tracePt t="88425" x="1878013" y="1177925"/>
          <p14:tracePt t="88426" x="1860550" y="1171575"/>
          <p14:tracePt t="88427" x="1847850" y="1166813"/>
          <p14:tracePt t="88428" x="1836738" y="1166813"/>
          <p14:tracePt t="88429" x="1817688" y="1160463"/>
          <p14:tracePt t="88430" x="1806575" y="1154113"/>
          <p14:tracePt t="88431" x="1793875" y="1154113"/>
          <p14:tracePt t="88432" x="1776413" y="1147763"/>
          <p14:tracePt t="88433" x="1770063" y="1143000"/>
          <p14:tracePt t="88434" x="1758950" y="1143000"/>
          <p14:tracePt t="88435" x="1746250" y="1136650"/>
          <p14:tracePt t="88436" x="1728788" y="1130300"/>
          <p14:tracePt t="88437" x="1716088" y="1130300"/>
          <p14:tracePt t="88438" x="1704975" y="1123950"/>
          <p14:tracePt t="88439" x="1692275" y="1119188"/>
          <p14:tracePt t="88440" x="1681163" y="1112838"/>
          <p14:tracePt t="88441" x="1657350" y="1112838"/>
          <p14:tracePt t="88442" x="1644650" y="1106488"/>
          <p14:tracePt t="88443" x="1631950" y="1100138"/>
          <p14:tracePt t="88444" x="1614488" y="1100138"/>
          <p14:tracePt t="88445" x="1603375" y="1093788"/>
          <p14:tracePt t="88446" x="1590675" y="1093788"/>
          <p14:tracePt t="88447" x="1579563" y="1089025"/>
          <p14:tracePt t="88448" x="1566863" y="1089025"/>
          <p14:tracePt t="88449" x="1554163" y="1082675"/>
          <p14:tracePt t="88450" x="1543050" y="1082675"/>
          <p14:tracePt t="88451" x="1530350" y="1076325"/>
          <p14:tracePt t="88452" x="1519238" y="1076325"/>
          <p14:tracePt t="88453" x="1506538" y="1069975"/>
          <p14:tracePt t="88454" x="1489075" y="1065213"/>
          <p14:tracePt t="88455" x="1476375" y="1065213"/>
          <p14:tracePt t="88457" x="1465263" y="1058863"/>
          <p14:tracePt t="88457" x="1452563" y="1058863"/>
          <p14:tracePt t="88458" x="1441450" y="1058863"/>
          <p14:tracePt t="88459" x="1428750" y="1052513"/>
          <p14:tracePt t="88460" x="1417638" y="1052513"/>
          <p14:tracePt t="88461" x="1404938" y="1046163"/>
          <p14:tracePt t="88462" x="1393825" y="1046163"/>
          <p14:tracePt t="88463" x="1381125" y="1041400"/>
          <p14:tracePt t="88464" x="1370013" y="1041400"/>
          <p14:tracePt t="88466" x="1346200" y="1035050"/>
          <p14:tracePt t="88466" x="1339850" y="1035050"/>
          <p14:tracePt t="88467" x="1327150" y="1035050"/>
          <p14:tracePt t="88468" x="1316038" y="1028700"/>
          <p14:tracePt t="88469" x="1303338" y="1028700"/>
          <p14:tracePt t="88470" x="1292225" y="1028700"/>
          <p14:tracePt t="88471" x="1279525" y="1022350"/>
          <p14:tracePt t="88472" x="1268413" y="1022350"/>
          <p14:tracePt t="88473" x="1262063" y="1022350"/>
          <p14:tracePt t="88474" x="1249363" y="1016000"/>
          <p14:tracePt t="88475" x="1238250" y="1016000"/>
          <p14:tracePt t="88476" x="1225550" y="1016000"/>
          <p14:tracePt t="88477" x="1220788" y="1011238"/>
          <p14:tracePt t="88478" x="1208088" y="1011238"/>
          <p14:tracePt t="88479" x="1201738" y="1011238"/>
          <p14:tracePt t="88480" x="1190625" y="1011238"/>
          <p14:tracePt t="88482" x="1177925" y="1011238"/>
          <p14:tracePt t="88482" x="1171575" y="1004888"/>
          <p14:tracePt t="88483" x="1160463" y="1004888"/>
          <p14:tracePt t="88484" x="1147763" y="1004888"/>
          <p14:tracePt t="88485" x="1143000" y="1004888"/>
          <p14:tracePt t="88486" x="1136650" y="1004888"/>
          <p14:tracePt t="88487" x="1123950" y="1004888"/>
          <p14:tracePt t="88488" x="1117600" y="998538"/>
          <p14:tracePt t="88489" x="1106488" y="998538"/>
          <p14:tracePt t="88490" x="1100138" y="998538"/>
          <p14:tracePt t="88491" x="1089025" y="998538"/>
          <p14:tracePt t="88492" x="1082675" y="998538"/>
          <p14:tracePt t="88493" x="1076325" y="998538"/>
          <p14:tracePt t="88494" x="1069975" y="998538"/>
          <p14:tracePt t="88495" x="1058863" y="998538"/>
          <p14:tracePt t="88496" x="1052513" y="998538"/>
          <p14:tracePt t="88497" x="1046163" y="998538"/>
          <p14:tracePt t="88498" x="1035050" y="998538"/>
          <p14:tracePt t="88499" x="1028700" y="992188"/>
          <p14:tracePt t="88500" x="1022350" y="992188"/>
          <p14:tracePt t="88501" x="1016000" y="992188"/>
          <p14:tracePt t="88502" x="1004888" y="992188"/>
          <p14:tracePt t="88503" x="998538" y="992188"/>
          <p14:tracePt t="88504" x="992188" y="992188"/>
          <p14:tracePt t="88505" x="987425" y="992188"/>
          <p14:tracePt t="88506" x="981075" y="992188"/>
          <p14:tracePt t="88507" x="974725" y="992188"/>
          <p14:tracePt t="88508" x="968375" y="992188"/>
          <p14:tracePt t="88509" x="963613" y="992188"/>
          <p14:tracePt t="88510" x="957263" y="992188"/>
          <p14:tracePt t="88511" x="950913" y="992188"/>
          <p14:tracePt t="88512" x="938213" y="992188"/>
          <p14:tracePt t="88513" x="933450" y="992188"/>
          <p14:tracePt t="88514" x="927100" y="992188"/>
          <p14:tracePt t="88515" x="920750" y="992188"/>
          <p14:tracePt t="88516" x="914400" y="992188"/>
          <p14:tracePt t="88517" x="909638" y="992188"/>
          <p14:tracePt t="88518" x="903288" y="992188"/>
          <p14:tracePt t="88519" x="896938" y="992188"/>
          <p14:tracePt t="88520" x="890588" y="992188"/>
          <p14:tracePt t="88521" x="885825" y="992188"/>
          <p14:tracePt t="88522" x="879475" y="992188"/>
          <p14:tracePt t="88523" x="873125" y="992188"/>
          <p14:tracePt t="88524" x="866775" y="992188"/>
          <p14:tracePt t="88525" x="860425" y="998538"/>
          <p14:tracePt t="88526" x="855663" y="998538"/>
          <p14:tracePt t="88527" x="849313" y="998538"/>
          <p14:tracePt t="88528" x="842963" y="998538"/>
          <p14:tracePt t="88529" x="836613" y="998538"/>
          <p14:tracePt t="88530" x="831850" y="1004888"/>
          <p14:tracePt t="88532" x="825500" y="1004888"/>
          <p14:tracePt t="88532" x="819150" y="1004888"/>
          <p14:tracePt t="88533" x="812800" y="1004888"/>
          <p14:tracePt t="88534" x="812800" y="1011238"/>
          <p14:tracePt t="88535" x="801688" y="1011238"/>
          <p14:tracePt t="88537" x="795338" y="1011238"/>
          <p14:tracePt t="88538" x="788988" y="1016000"/>
          <p14:tracePt t="88539" x="782638" y="1016000"/>
          <p14:tracePt t="88540" x="777875" y="1016000"/>
          <p14:tracePt t="88541" x="771525" y="1016000"/>
          <p14:tracePt t="88542" x="765175" y="1022350"/>
          <p14:tracePt t="88543" x="758825" y="1022350"/>
          <p14:tracePt t="88544" x="754063" y="1022350"/>
          <p14:tracePt t="88545" x="747713" y="1028700"/>
          <p14:tracePt t="88546" x="741363" y="1028700"/>
          <p14:tracePt t="88547" x="735013" y="1035050"/>
          <p14:tracePt t="88549" x="723900" y="1035050"/>
          <p14:tracePt t="88550" x="723900" y="1041400"/>
          <p14:tracePt t="88551" x="717550" y="1041400"/>
          <p14:tracePt t="88552" x="711200" y="1041400"/>
          <p14:tracePt t="88553" x="706438" y="1046163"/>
          <p14:tracePt t="88554" x="700088" y="1046163"/>
          <p14:tracePt t="88555" x="693738" y="1052513"/>
          <p14:tracePt t="88556" x="687388" y="1052513"/>
          <p14:tracePt t="88557" x="687388" y="1058863"/>
          <p14:tracePt t="88558" x="681038" y="1058863"/>
          <p14:tracePt t="88559" x="676275" y="1065213"/>
          <p14:tracePt t="88560" x="669925" y="1065213"/>
          <p14:tracePt t="88561" x="663575" y="1069975"/>
          <p14:tracePt t="88562" x="657225" y="1069975"/>
          <p14:tracePt t="88563" x="652463" y="1076325"/>
          <p14:tracePt t="88564" x="646113" y="1076325"/>
          <p14:tracePt t="88565" x="639763" y="1082675"/>
          <p14:tracePt t="88566" x="633413" y="1089025"/>
          <p14:tracePt t="88568" x="628650" y="1093788"/>
          <p14:tracePt t="88569" x="622300" y="1093788"/>
          <p14:tracePt t="88570" x="615950" y="1100138"/>
          <p14:tracePt t="88571" x="609600" y="1106488"/>
          <p14:tracePt t="88572" x="603250" y="1106488"/>
          <p14:tracePt t="88573" x="598488" y="1112838"/>
          <p14:tracePt t="88575" x="592138" y="1119188"/>
          <p14:tracePt t="88576" x="585788" y="1123950"/>
          <p14:tracePt t="88577" x="579438" y="1123950"/>
          <p14:tracePt t="88578" x="574675" y="1130300"/>
          <p14:tracePt t="88579" x="574675" y="1136650"/>
          <p14:tracePt t="88580" x="568325" y="1136650"/>
          <p14:tracePt t="88581" x="561975" y="1143000"/>
          <p14:tracePt t="88582" x="555625" y="1147763"/>
          <p14:tracePt t="88584" x="550863" y="1154113"/>
          <p14:tracePt t="88585" x="544513" y="1154113"/>
          <p14:tracePt t="88586" x="538163" y="1160463"/>
          <p14:tracePt t="88587" x="538163" y="1166813"/>
          <p14:tracePt t="88588" x="531813" y="1171575"/>
          <p14:tracePt t="88589" x="527050" y="1171575"/>
          <p14:tracePt t="88590" x="527050" y="1177925"/>
          <p14:tracePt t="88591" x="520700" y="1184275"/>
          <p14:tracePt t="88592" x="514350" y="1190625"/>
          <p14:tracePt t="88594" x="508000" y="1195388"/>
          <p14:tracePt t="88595" x="501650" y="1201738"/>
          <p14:tracePt t="88597" x="496888" y="1208088"/>
          <p14:tracePt t="88598" x="496888" y="1214438"/>
          <p14:tracePt t="88599" x="490538" y="1214438"/>
          <p14:tracePt t="88600" x="484188" y="1220788"/>
          <p14:tracePt t="88601" x="484188" y="1225550"/>
          <p14:tracePt t="88602" x="477838" y="1231900"/>
          <p14:tracePt t="88603" x="473075" y="1238250"/>
          <p14:tracePt t="88604" x="473075" y="1244600"/>
          <p14:tracePt t="88605" x="466725" y="1249363"/>
          <p14:tracePt t="88607" x="460375" y="1255713"/>
          <p14:tracePt t="88608" x="460375" y="1262063"/>
          <p14:tracePt t="88609" x="454025" y="1268413"/>
          <p14:tracePt t="88610" x="454025" y="1273175"/>
          <p14:tracePt t="88611" x="449263" y="1273175"/>
          <p14:tracePt t="88612" x="449263" y="1279525"/>
          <p14:tracePt t="88613" x="449263" y="1285875"/>
          <p14:tracePt t="88614" x="442913" y="1292225"/>
          <p14:tracePt t="88616" x="436563" y="1298575"/>
          <p14:tracePt t="88617" x="436563" y="1303338"/>
          <p14:tracePt t="88618" x="436563" y="1309688"/>
          <p14:tracePt t="88619" x="430213" y="1309688"/>
          <p14:tracePt t="88620" x="430213" y="1316038"/>
          <p14:tracePt t="88621" x="430213" y="1322388"/>
          <p14:tracePt t="88622" x="423863" y="1327150"/>
          <p14:tracePt t="88624" x="423863" y="1333500"/>
          <p14:tracePt t="88625" x="419100" y="1339850"/>
          <p14:tracePt t="88626" x="419100" y="1346200"/>
          <p14:tracePt t="88627" x="419100" y="1350963"/>
          <p14:tracePt t="88628" x="412750" y="1350963"/>
          <p14:tracePt t="88629" x="412750" y="1357313"/>
          <p14:tracePt t="88630" x="412750" y="1363663"/>
          <p14:tracePt t="88631" x="412750" y="1370013"/>
          <p14:tracePt t="88632" x="406400" y="1370013"/>
          <p14:tracePt t="88633" x="406400" y="1376363"/>
          <p14:tracePt t="88634" x="406400" y="1381125"/>
          <p14:tracePt t="88635" x="400050" y="1387475"/>
          <p14:tracePt t="88637" x="400050" y="1393825"/>
          <p14:tracePt t="88638" x="400050" y="1400175"/>
          <p14:tracePt t="88640" x="400050" y="1404938"/>
          <p14:tracePt t="88641" x="395288" y="1411288"/>
          <p14:tracePt t="88643" x="395288" y="1417638"/>
          <p14:tracePt t="88644" x="388938" y="1423988"/>
          <p14:tracePt t="88646" x="388938" y="1428750"/>
          <p14:tracePt t="88648" x="388938" y="1435100"/>
          <p14:tracePt t="88649" x="388938" y="1441450"/>
          <p14:tracePt t="88651" x="382588" y="1447800"/>
          <p14:tracePt t="88652" x="382588" y="1452563"/>
          <p14:tracePt t="88655" x="382588" y="1458913"/>
          <p14:tracePt t="88657" x="382588" y="1465263"/>
          <p14:tracePt t="88658" x="382588" y="1471613"/>
          <p14:tracePt t="88659" x="376238" y="1471613"/>
          <p14:tracePt t="88661" x="376238" y="1477963"/>
          <p14:tracePt t="88663" x="376238" y="1482725"/>
          <p14:tracePt t="88665" x="376238" y="1489075"/>
          <p14:tracePt t="88667" x="376238" y="1495425"/>
          <p14:tracePt t="88670" x="376238" y="1501775"/>
          <p14:tracePt t="88672" x="376238" y="1506538"/>
          <p14:tracePt t="88674" x="376238" y="1512888"/>
          <p14:tracePt t="88677" x="371475" y="1519238"/>
          <p14:tracePt t="88680" x="371475" y="1525588"/>
          <p14:tracePt t="88682" x="371475" y="1530350"/>
          <p14:tracePt t="88684" x="371475" y="1536700"/>
          <p14:tracePt t="88688" x="371475" y="1543050"/>
          <p14:tracePt t="88690" x="371475" y="1549400"/>
          <p14:tracePt t="88694" x="371475" y="1555750"/>
          <p14:tracePt t="88697" x="371475" y="1560513"/>
          <p14:tracePt t="88700" x="371475" y="1566863"/>
          <p14:tracePt t="88704" x="371475" y="1573213"/>
          <p14:tracePt t="88707" x="371475" y="1579563"/>
          <p14:tracePt t="88708" x="376238" y="1579563"/>
          <p14:tracePt t="88711" x="376238" y="1584325"/>
          <p14:tracePt t="88714" x="376238" y="1590675"/>
          <p14:tracePt t="88715" x="382588" y="1590675"/>
          <p14:tracePt t="88719" x="382588" y="1597025"/>
          <p14:tracePt t="88721" x="382588" y="1603375"/>
          <p14:tracePt t="88722" x="388938" y="1603375"/>
          <p14:tracePt t="88725" x="388938" y="1608138"/>
          <p14:tracePt t="88727" x="395288" y="1608138"/>
          <p14:tracePt t="88729" x="395288" y="1614488"/>
          <p14:tracePt t="88730" x="395288" y="1620838"/>
          <p14:tracePt t="88731" x="400050" y="1620838"/>
          <p14:tracePt t="88734" x="400050" y="1627188"/>
          <p14:tracePt t="88735" x="406400" y="1627188"/>
          <p14:tracePt t="88737" x="406400" y="1633538"/>
          <p14:tracePt t="88739" x="412750" y="1633538"/>
          <p14:tracePt t="88740" x="412750" y="1638300"/>
          <p14:tracePt t="88742" x="412750" y="1644650"/>
          <p14:tracePt t="88743" x="419100" y="1644650"/>
          <p14:tracePt t="88746" x="423863" y="1651000"/>
          <p14:tracePt t="88749" x="423863" y="1657350"/>
          <p14:tracePt t="88750" x="430213" y="1662113"/>
          <p14:tracePt t="88752" x="436563" y="1662113"/>
          <p14:tracePt t="88753" x="436563" y="1668463"/>
          <p14:tracePt t="88755" x="442913" y="1668463"/>
          <p14:tracePt t="88756" x="442913" y="1674813"/>
          <p14:tracePt t="88758" x="449263" y="1674813"/>
          <p14:tracePt t="88759" x="449263" y="1681163"/>
          <p14:tracePt t="88761" x="454025" y="1685925"/>
          <p14:tracePt t="88763" x="460375" y="1692275"/>
          <p14:tracePt t="88765" x="460375" y="1698625"/>
          <p14:tracePt t="88766" x="466725" y="1698625"/>
          <p14:tracePt t="88768" x="473075" y="1704975"/>
          <p14:tracePt t="88770" x="477838" y="1709738"/>
          <p14:tracePt t="88772" x="484188" y="1709738"/>
          <p14:tracePt t="88774" x="484188" y="1716088"/>
          <p14:tracePt t="88775" x="490538" y="1716088"/>
          <p14:tracePt t="88776" x="490538" y="1722438"/>
          <p14:tracePt t="88777" x="496888" y="1728788"/>
          <p14:tracePt t="88778" x="501650" y="1728788"/>
          <p14:tracePt t="88780" x="508000" y="1735138"/>
          <p14:tracePt t="88783" x="514350" y="1739900"/>
          <p14:tracePt t="88785" x="520700" y="1739900"/>
          <p14:tracePt t="88786" x="520700" y="1746250"/>
          <p14:tracePt t="88787" x="527050" y="1746250"/>
          <p14:tracePt t="88789" x="527050" y="1752600"/>
          <p14:tracePt t="88790" x="531813" y="1752600"/>
          <p14:tracePt t="88792" x="538163" y="1752600"/>
          <p14:tracePt t="88793" x="538163" y="1758950"/>
          <p14:tracePt t="88796" x="544513" y="1758950"/>
          <p14:tracePt t="88797" x="550863" y="1763713"/>
          <p14:tracePt t="88799" x="550863" y="1770063"/>
          <p14:tracePt t="88801" x="555625" y="1770063"/>
          <p14:tracePt t="88803" x="561975" y="1770063"/>
          <p14:tracePt t="88804" x="561975" y="1776413"/>
          <p14:tracePt t="88807" x="568325" y="1782763"/>
          <p14:tracePt t="88811" x="574675" y="1782763"/>
          <p14:tracePt t="88814" x="574675" y="1787525"/>
          <p14:tracePt t="88815" x="579438" y="1787525"/>
          <p14:tracePt t="88819" x="579438" y="1793875"/>
          <p14:tracePt t="88820" x="585788" y="1793875"/>
          <p14:tracePt t="88825" x="592138" y="1793875"/>
          <p14:tracePt t="88826" x="592138" y="1800225"/>
          <p14:tracePt t="88831" x="598488" y="1800225"/>
          <p14:tracePt t="88833" x="598488" y="1806575"/>
          <p14:tracePt t="88838" x="603250" y="1806575"/>
          <p14:tracePt t="88841" x="603250" y="1812925"/>
          <p14:tracePt t="88845" x="609600" y="1812925"/>
          <p14:tracePt t="88851" x="609600" y="1817688"/>
          <p14:tracePt t="88854" x="615950" y="1817688"/>
          <p14:tracePt t="88861" x="622300" y="1817688"/>
          <p14:tracePt t="88862" x="622300" y="1824038"/>
          <p14:tracePt t="88871" x="628650" y="1824038"/>
          <p14:tracePt t="88874" x="628650" y="1830388"/>
          <p14:tracePt t="88875" x="633413" y="1830388"/>
          <p14:tracePt t="88885" x="639763" y="1836738"/>
          <p14:tracePt t="88892" x="646113" y="1836738"/>
          <p14:tracePt t="88908" x="646113" y="1841500"/>
          <p14:tracePt t="88910" x="652463" y="1841500"/>
          <p14:tracePt t="88920" x="657225" y="1841500"/>
          <p14:tracePt t="88933" x="663575" y="1847850"/>
          <p14:tracePt t="88938" x="669925" y="1847850"/>
          <p14:tracePt t="88944" x="676275" y="1847850"/>
          <p14:tracePt t="88945" x="676275" y="1854200"/>
          <p14:tracePt t="88947" x="681038" y="1854200"/>
          <p14:tracePt t="88951" x="687388" y="1854200"/>
          <p14:tracePt t="88953" x="693738" y="1854200"/>
          <p14:tracePt t="88954" x="693738" y="1860550"/>
          <p14:tracePt t="88956" x="700088" y="1860550"/>
          <p14:tracePt t="88959" x="706438" y="1865313"/>
          <p14:tracePt t="88961" x="711200" y="1865313"/>
          <p14:tracePt t="88966" x="717550" y="1865313"/>
          <p14:tracePt t="88966" x="723900" y="1871663"/>
          <p14:tracePt t="88967" x="730250" y="1871663"/>
          <p14:tracePt t="88969" x="735013" y="1871663"/>
          <p14:tracePt t="88971" x="741363" y="1878013"/>
          <p14:tracePt t="88974" x="747713" y="1878013"/>
          <p14:tracePt t="88975" x="754063" y="1878013"/>
          <p14:tracePt t="88976" x="754063" y="1884363"/>
          <p14:tracePt t="88977" x="758825" y="1884363"/>
          <p14:tracePt t="88978" x="765175" y="1884363"/>
          <p14:tracePt t="88979" x="771525" y="1890713"/>
          <p14:tracePt t="88981" x="777875" y="1890713"/>
          <p14:tracePt t="88982" x="782638" y="1890713"/>
          <p14:tracePt t="88984" x="788988" y="1895475"/>
          <p14:tracePt t="88986" x="795338" y="1895475"/>
          <p14:tracePt t="88988" x="801688" y="1895475"/>
          <p14:tracePt t="88989" x="808038" y="1895475"/>
          <p14:tracePt t="88991" x="808038" y="1901825"/>
          <p14:tracePt t="88991" x="812800" y="1901825"/>
          <p14:tracePt t="88992" x="819150" y="1901825"/>
          <p14:tracePt t="88995" x="825500" y="1901825"/>
          <p14:tracePt t="88996" x="831850" y="1908175"/>
          <p14:tracePt t="88997" x="836613" y="1908175"/>
          <p14:tracePt t="88999" x="842963" y="1908175"/>
          <p14:tracePt t="89001" x="849313" y="1914525"/>
          <p14:tracePt t="89003" x="855663" y="1914525"/>
          <p14:tracePt t="89004" x="860425" y="1914525"/>
          <p14:tracePt t="89007" x="866775" y="1914525"/>
          <p14:tracePt t="89008" x="873125" y="1914525"/>
          <p14:tracePt t="89010" x="873125" y="1919288"/>
          <p14:tracePt t="89011" x="879475" y="1919288"/>
          <p14:tracePt t="89012" x="885825" y="1919288"/>
          <p14:tracePt t="89016" x="890588" y="1919288"/>
          <p14:tracePt t="89017" x="896938" y="1919288"/>
          <p14:tracePt t="89020" x="903288" y="1925638"/>
          <p14:tracePt t="89023" x="909638" y="1925638"/>
          <p14:tracePt t="89028" x="914400" y="1925638"/>
          <p14:tracePt t="90466" x="920750" y="1925638"/>
          <p14:tracePt t="90470" x="927100" y="1925638"/>
          <p14:tracePt t="90473" x="933450" y="1925638"/>
          <p14:tracePt t="90476" x="938213" y="1925638"/>
          <p14:tracePt t="90478" x="944563" y="1925638"/>
          <p14:tracePt t="90480" x="950913" y="1925638"/>
          <p14:tracePt t="90482" x="957263" y="1925638"/>
          <p14:tracePt t="90483" x="963613" y="1925638"/>
          <p14:tracePt t="90484" x="968375" y="1925638"/>
          <p14:tracePt t="90486" x="974725" y="1925638"/>
          <p14:tracePt t="90487" x="981075" y="1925638"/>
          <p14:tracePt t="90489" x="987425" y="1925638"/>
          <p14:tracePt t="90490" x="992188" y="1925638"/>
          <p14:tracePt t="90493" x="1004888" y="1925638"/>
          <p14:tracePt t="90494" x="1011238" y="1925638"/>
          <p14:tracePt t="90495" x="1016000" y="1919288"/>
          <p14:tracePt t="90496" x="1022350" y="1919288"/>
          <p14:tracePt t="90497" x="1028700" y="1919288"/>
          <p14:tracePt t="90499" x="1035050" y="1919288"/>
          <p14:tracePt t="90500" x="1039813" y="1919288"/>
          <p14:tracePt t="90501" x="1046163" y="1919288"/>
          <p14:tracePt t="90502" x="1052513" y="1919288"/>
          <p14:tracePt t="90504" x="1058863" y="1919288"/>
          <p14:tracePt t="90505" x="1065213" y="1919288"/>
          <p14:tracePt t="90506" x="1069975" y="1919288"/>
          <p14:tracePt t="90507" x="1076325" y="1914525"/>
          <p14:tracePt t="90508" x="1082675" y="1914525"/>
          <p14:tracePt t="90510" x="1089025" y="1914525"/>
          <p14:tracePt t="90511" x="1093788" y="1914525"/>
          <p14:tracePt t="90512" x="1100138" y="1914525"/>
          <p14:tracePt t="90514" x="1106488" y="1914525"/>
          <p14:tracePt t="90515" x="1112838" y="1908175"/>
          <p14:tracePt t="90516" x="1117600" y="1908175"/>
          <p14:tracePt t="90518" x="1123950" y="1908175"/>
          <p14:tracePt t="90519" x="1130300" y="1908175"/>
          <p14:tracePt t="90520" x="1136650" y="1908175"/>
          <p14:tracePt t="90522" x="1143000" y="1908175"/>
          <p14:tracePt t="90523" x="1147763" y="1908175"/>
          <p14:tracePt t="90525" x="1154113" y="1908175"/>
          <p14:tracePt t="90526" x="1160463" y="1908175"/>
          <p14:tracePt t="90528" x="1166813" y="1908175"/>
          <p14:tracePt t="90529" x="1171575" y="1908175"/>
          <p14:tracePt t="90531" x="1177925" y="1908175"/>
          <p14:tracePt t="90532" x="1184275" y="1901825"/>
          <p14:tracePt t="90534" x="1195388" y="1901825"/>
          <p14:tracePt t="90536" x="1201738" y="1901825"/>
          <p14:tracePt t="90538" x="1208088" y="1901825"/>
          <p14:tracePt t="90540" x="1214438" y="1901825"/>
          <p14:tracePt t="90543" x="1220788" y="1901825"/>
          <p14:tracePt t="90544" x="1225550" y="1901825"/>
          <p14:tracePt t="90545" x="1231900" y="1901825"/>
          <p14:tracePt t="90547" x="1238250" y="1901825"/>
          <p14:tracePt t="90549" x="1244600" y="1901825"/>
          <p14:tracePt t="90550" x="1249363" y="1901825"/>
          <p14:tracePt t="90553" x="1255713" y="1901825"/>
          <p14:tracePt t="90554" x="1262063" y="1901825"/>
          <p14:tracePt t="90556" x="1268413" y="1901825"/>
          <p14:tracePt t="90558" x="1273175" y="1901825"/>
          <p14:tracePt t="90560" x="1279525" y="1901825"/>
          <p14:tracePt t="90561" x="1285875" y="1901825"/>
          <p14:tracePt t="90563" x="1292225" y="1895475"/>
          <p14:tracePt t="90564" x="1296988" y="1895475"/>
          <p14:tracePt t="90566" x="1303338" y="1895475"/>
          <p14:tracePt t="90568" x="1309688" y="1895475"/>
          <p14:tracePt t="90569" x="1316038" y="1895475"/>
          <p14:tracePt t="90570" x="1322388" y="1895475"/>
          <p14:tracePt t="90572" x="1327150" y="1895475"/>
          <p14:tracePt t="90573" x="1333500" y="1895475"/>
          <p14:tracePt t="90574" x="1339850" y="1895475"/>
          <p14:tracePt t="90576" x="1346200" y="1895475"/>
          <p14:tracePt t="90577" x="1350963" y="1895475"/>
          <p14:tracePt t="90578" x="1357313" y="1895475"/>
          <p14:tracePt t="90579" x="1363663" y="1890713"/>
          <p14:tracePt t="90581" x="1374775" y="1890713"/>
          <p14:tracePt t="90583" x="1381125" y="1890713"/>
          <p14:tracePt t="90584" x="1387475" y="1890713"/>
          <p14:tracePt t="90585" x="1393825" y="1890713"/>
          <p14:tracePt t="90586" x="1400175" y="1890713"/>
          <p14:tracePt t="90587" x="1404938" y="1890713"/>
          <p14:tracePt t="90588" x="1411288" y="1884363"/>
          <p14:tracePt t="90589" x="1417638" y="1884363"/>
          <p14:tracePt t="90590" x="1428750" y="1884363"/>
          <p14:tracePt t="90592" x="1441450" y="1884363"/>
          <p14:tracePt t="90593" x="1447800" y="1884363"/>
          <p14:tracePt t="90594" x="1452563" y="1878013"/>
          <p14:tracePt t="90595" x="1458913" y="1878013"/>
          <p14:tracePt t="90596" x="1465263" y="1878013"/>
          <p14:tracePt t="90597" x="1471613" y="1878013"/>
          <p14:tracePt t="90598" x="1476375" y="1871663"/>
          <p14:tracePt t="90599" x="1482725" y="1871663"/>
          <p14:tracePt t="90600" x="1495425" y="1871663"/>
          <p14:tracePt t="90601" x="1501775" y="1871663"/>
          <p14:tracePt t="90602" x="1506538" y="1871663"/>
          <p14:tracePt t="90603" x="1512888" y="1871663"/>
          <p14:tracePt t="90604" x="1519238" y="1865313"/>
          <p14:tracePt t="90605" x="1530350" y="1865313"/>
          <p14:tracePt t="90606" x="1536700" y="1865313"/>
          <p14:tracePt t="90607" x="1543050" y="1860550"/>
          <p14:tracePt t="90608" x="1549400" y="1860550"/>
          <p14:tracePt t="90609" x="1554163" y="1860550"/>
          <p14:tracePt t="90610" x="1560513" y="1860550"/>
          <p14:tracePt t="90611" x="1573213" y="1860550"/>
          <p14:tracePt t="90612" x="1579563" y="1860550"/>
          <p14:tracePt t="90613" x="1584325" y="1854200"/>
          <p14:tracePt t="90614" x="1597025" y="1854200"/>
          <p14:tracePt t="90615" x="1603375" y="1854200"/>
          <p14:tracePt t="90616" x="1614488" y="1847850"/>
          <p14:tracePt t="90617" x="1620838" y="1847850"/>
          <p14:tracePt t="90618" x="1627188" y="1847850"/>
          <p14:tracePt t="90619" x="1638300" y="1847850"/>
          <p14:tracePt t="90620" x="1644650" y="1841500"/>
          <p14:tracePt t="90621" x="1657350" y="1841500"/>
          <p14:tracePt t="90622" x="1662113" y="1841500"/>
          <p14:tracePt t="90623" x="1668463" y="1841500"/>
          <p14:tracePt t="90624" x="1674813" y="1836738"/>
          <p14:tracePt t="90625" x="1685925" y="1836738"/>
          <p14:tracePt t="90626" x="1692275" y="1836738"/>
          <p14:tracePt t="90627" x="1698625" y="1830388"/>
          <p14:tracePt t="90628" x="1709738" y="1830388"/>
          <p14:tracePt t="90629" x="1716088" y="1830388"/>
          <p14:tracePt t="90630" x="1722438" y="1830388"/>
          <p14:tracePt t="90631" x="1728788" y="1830388"/>
          <p14:tracePt t="90632" x="1739900" y="1824038"/>
          <p14:tracePt t="90633" x="1746250" y="1824038"/>
          <p14:tracePt t="90634" x="1752600" y="1824038"/>
          <p14:tracePt t="90635" x="1758950" y="1817688"/>
          <p14:tracePt t="90636" x="1763713" y="1817688"/>
          <p14:tracePt t="90637" x="1776413" y="1817688"/>
          <p14:tracePt t="90638" x="1782763" y="1817688"/>
          <p14:tracePt t="90639" x="1787525" y="1817688"/>
          <p14:tracePt t="90640" x="1800225" y="1812925"/>
          <p14:tracePt t="90641" x="1806575" y="1812925"/>
          <p14:tracePt t="90642" x="1811338" y="1812925"/>
          <p14:tracePt t="90643" x="1817688" y="1812925"/>
          <p14:tracePt t="90644" x="1824038" y="1806575"/>
          <p14:tracePt t="90645" x="1830388" y="1806575"/>
          <p14:tracePt t="90646" x="1836738" y="1806575"/>
          <p14:tracePt t="90647" x="1841500" y="1806575"/>
          <p14:tracePt t="90648" x="1847850" y="1806575"/>
          <p14:tracePt t="90649" x="1854200" y="1806575"/>
          <p14:tracePt t="90650" x="1860550" y="1800225"/>
          <p14:tracePt t="90651" x="1865313" y="1800225"/>
          <p14:tracePt t="90652" x="1871663" y="1800225"/>
          <p14:tracePt t="90653" x="1878013" y="1800225"/>
          <p14:tracePt t="90654" x="1884363" y="1793875"/>
          <p14:tracePt t="90655" x="1889125" y="1793875"/>
          <p14:tracePt t="90656" x="1895475" y="1793875"/>
          <p14:tracePt t="90657" x="1901825" y="1793875"/>
          <p14:tracePt t="90658" x="1908175" y="1793875"/>
          <p14:tracePt t="90659" x="1912938" y="1793875"/>
          <p14:tracePt t="90660" x="1919288" y="1793875"/>
          <p14:tracePt t="90661" x="1919288" y="1787525"/>
          <p14:tracePt t="90662" x="1931988" y="1787525"/>
          <p14:tracePt t="90664" x="1938338" y="1787525"/>
          <p14:tracePt t="90665" x="1943100" y="1787525"/>
          <p14:tracePt t="90666" x="1949450" y="1787525"/>
          <p14:tracePt t="90667" x="1955800" y="1782763"/>
          <p14:tracePt t="90668" x="1962150" y="1782763"/>
          <p14:tracePt t="90669" x="1966913" y="1782763"/>
          <p14:tracePt t="90671" x="1973263" y="1782763"/>
          <p14:tracePt t="90672" x="1979613" y="1782763"/>
          <p14:tracePt t="90673" x="1979613" y="1776413"/>
          <p14:tracePt t="90674" x="1985963" y="1776413"/>
          <p14:tracePt t="90675" x="1990725" y="1776413"/>
          <p14:tracePt t="90676" x="1997075" y="1776413"/>
          <p14:tracePt t="90677" x="2003425" y="1776413"/>
          <p14:tracePt t="90678" x="2009775" y="1776413"/>
          <p14:tracePt t="90680" x="2016125" y="1776413"/>
          <p14:tracePt t="90681" x="2020888" y="1776413"/>
          <p14:tracePt t="90682" x="2020888" y="1770063"/>
          <p14:tracePt t="90683" x="2027238" y="1770063"/>
          <p14:tracePt t="90684" x="2033588" y="1770063"/>
          <p14:tracePt t="90686" x="2039938" y="1770063"/>
          <p14:tracePt t="90687" x="2044700" y="1770063"/>
          <p14:tracePt t="90689" x="2051050" y="1770063"/>
          <p14:tracePt t="90690" x="2057400" y="1770063"/>
          <p14:tracePt t="90691" x="2057400" y="1763713"/>
          <p14:tracePt t="90693" x="2063750" y="1763713"/>
          <p14:tracePt t="90694" x="2068513" y="1763713"/>
          <p14:tracePt t="90696" x="2074863" y="1763713"/>
          <p14:tracePt t="90698" x="2081213" y="1763713"/>
          <p14:tracePt t="90700" x="2087563" y="1763713"/>
          <p14:tracePt t="90702" x="2093913" y="1763713"/>
          <p14:tracePt t="90704" x="2098675" y="1763713"/>
          <p14:tracePt t="90706" x="2105025" y="1763713"/>
          <p14:tracePt t="90708" x="2111375" y="1763713"/>
          <p14:tracePt t="90711" x="2117725" y="1758950"/>
          <p14:tracePt t="90714" x="2122488" y="1758950"/>
          <p14:tracePt t="90717" x="2128838" y="1758950"/>
          <p14:tracePt t="90719" x="2135188" y="1758950"/>
          <p14:tracePt t="90723" x="2141538" y="1758950"/>
          <p14:tracePt t="90725" x="2146300" y="1758950"/>
          <p14:tracePt t="90730" x="2152650" y="1758950"/>
          <p14:tracePt t="90733" x="2159000" y="1758950"/>
          <p14:tracePt t="90737" x="2165350" y="1758950"/>
          <p14:tracePt t="90741" x="2170113" y="1758950"/>
          <p14:tracePt t="90746" x="2176463" y="1758950"/>
          <p14:tracePt t="90750" x="2182813" y="1758950"/>
          <p14:tracePt t="90754" x="2189163" y="1758950"/>
          <p14:tracePt t="90760" x="2195513" y="1758950"/>
          <p14:tracePt t="90764" x="2200275" y="1758950"/>
          <p14:tracePt t="90770" x="2206625" y="1758950"/>
          <p14:tracePt t="90777" x="2212975" y="1758950"/>
          <p14:tracePt t="90786" x="2219325" y="1758950"/>
          <p14:tracePt t="90795" x="2224088" y="1758950"/>
          <p14:tracePt t="90821" x="2230438" y="1758950"/>
          <p14:tracePt t="90850" x="2236788" y="1758950"/>
          <p14:tracePt t="90882" x="2236788" y="1763713"/>
          <p14:tracePt t="90889" x="2243138" y="1763713"/>
          <p14:tracePt t="90903" x="2247900" y="1763713"/>
          <p14:tracePt t="90905" x="2247900" y="1770063"/>
          <p14:tracePt t="90912" x="2254250" y="1770063"/>
          <p14:tracePt t="90915" x="2254250" y="1776413"/>
          <p14:tracePt t="90922" x="2260600" y="1776413"/>
          <p14:tracePt t="90928" x="2260600" y="1782763"/>
          <p14:tracePt t="90943" x="2266950" y="1782763"/>
          <p14:tracePt t="90986" x="2266950" y="1787525"/>
          <p14:tracePt t="90993" x="2266950" y="1793875"/>
          <p14:tracePt t="90994" x="2273300" y="1793875"/>
          <p14:tracePt t="90999" x="2273300" y="1800225"/>
          <p14:tracePt t="91000" x="2278063" y="1800225"/>
          <p14:tracePt t="91003" x="2278063" y="1806575"/>
          <p14:tracePt t="91005" x="2284413" y="1806575"/>
          <p14:tracePt t="91007" x="2284413" y="1812925"/>
          <p14:tracePt t="91009" x="2290763" y="1812925"/>
          <p14:tracePt t="91011" x="2290763" y="1817688"/>
          <p14:tracePt t="91013" x="2297113" y="1817688"/>
          <p14:tracePt t="91014" x="2297113" y="1824038"/>
          <p14:tracePt t="91016" x="2301875" y="1824038"/>
          <p14:tracePt t="91017" x="2301875" y="1830388"/>
          <p14:tracePt t="91019" x="2308225" y="1830388"/>
          <p14:tracePt t="91020" x="2308225" y="1836738"/>
          <p14:tracePt t="91023" x="2314575" y="1841500"/>
          <p14:tracePt t="91026" x="2320925" y="1841500"/>
          <p14:tracePt t="91027" x="2320925" y="1847850"/>
          <p14:tracePt t="91029" x="2325688" y="1847850"/>
          <p14:tracePt t="91030" x="2325688" y="1854200"/>
          <p14:tracePt t="91031" x="2332038" y="1854200"/>
          <p14:tracePt t="91033" x="2332038" y="1860550"/>
          <p14:tracePt t="91034" x="2338388" y="1860550"/>
          <p14:tracePt t="91037" x="2344738" y="1865313"/>
          <p14:tracePt t="91039" x="2349500" y="1865313"/>
          <p14:tracePt t="91040" x="2349500" y="1871663"/>
          <p14:tracePt t="91041" x="2355850" y="1871663"/>
          <p14:tracePt t="91043" x="2362200" y="1871663"/>
          <p14:tracePt t="91045" x="2368550" y="1878013"/>
          <p14:tracePt t="91047" x="2374900" y="1878013"/>
          <p14:tracePt t="91049" x="2374900" y="1884363"/>
          <p14:tracePt t="91050" x="2379663" y="1884363"/>
          <p14:tracePt t="91052" x="2386013" y="1884363"/>
          <p14:tracePt t="91054" x="2392363" y="1884363"/>
          <p14:tracePt t="91056" x="2398713" y="1890713"/>
          <p14:tracePt t="91059" x="2403475" y="1890713"/>
          <p14:tracePt t="91060" x="2409825" y="1895475"/>
          <p14:tracePt t="91062" x="2416175" y="1895475"/>
          <p14:tracePt t="91064" x="2422525" y="1895475"/>
          <p14:tracePt t="91066" x="2427288" y="1901825"/>
          <p14:tracePt t="91068" x="2433638" y="1901825"/>
          <p14:tracePt t="91071" x="2439988" y="1901825"/>
          <p14:tracePt t="91072" x="2439988" y="1908175"/>
          <p14:tracePt t="91073" x="2446338" y="1908175"/>
          <p14:tracePt t="91075" x="2452688" y="1908175"/>
          <p14:tracePt t="91077" x="2457450" y="1914525"/>
          <p14:tracePt t="91079" x="2463800" y="1914525"/>
          <p14:tracePt t="91081" x="2470150" y="1914525"/>
          <p14:tracePt t="91083" x="2476500" y="1914525"/>
          <p14:tracePt t="91085" x="2481263" y="1919288"/>
          <p14:tracePt t="91088" x="2487613" y="1919288"/>
          <p14:tracePt t="91089" x="2493963" y="1919288"/>
          <p14:tracePt t="91091" x="2500313" y="1925638"/>
          <p14:tracePt t="91093" x="2505075" y="1925638"/>
          <p14:tracePt t="91095" x="2511425" y="1925638"/>
          <p14:tracePt t="91097" x="2517775" y="1925638"/>
          <p14:tracePt t="91099" x="2524125" y="1931988"/>
          <p14:tracePt t="91101" x="2530475" y="1931988"/>
          <p14:tracePt t="91103" x="2535238" y="1931988"/>
          <p14:tracePt t="91105" x="2541588" y="1931988"/>
          <p14:tracePt t="91106" x="2541588" y="1938338"/>
          <p14:tracePt t="91107" x="2547938" y="1938338"/>
          <p14:tracePt t="91109" x="2554288" y="1938338"/>
          <p14:tracePt t="91111" x="2559050" y="1938338"/>
          <p14:tracePt t="91113" x="2565400" y="1943100"/>
          <p14:tracePt t="91114" x="2571750" y="1943100"/>
          <p14:tracePt t="91116" x="2578100" y="1943100"/>
          <p14:tracePt t="91117" x="2582863" y="1943100"/>
          <p14:tracePt t="91119" x="2589213" y="1943100"/>
          <p14:tracePt t="91121" x="2595563" y="1943100"/>
          <p14:tracePt t="91122" x="2601913" y="1943100"/>
          <p14:tracePt t="91124" x="2606675" y="1943100"/>
          <p14:tracePt t="91125" x="2613025" y="1949450"/>
          <p14:tracePt t="91127" x="2619375" y="1949450"/>
          <p14:tracePt t="91129" x="2625725" y="1949450"/>
          <p14:tracePt t="91130" x="2632075" y="1949450"/>
          <p14:tracePt t="91132" x="2636838" y="1949450"/>
          <p14:tracePt t="91134" x="2643188" y="1949450"/>
          <p14:tracePt t="91135" x="2643188" y="1955800"/>
          <p14:tracePt t="91136" x="2649538" y="1955800"/>
          <p14:tracePt t="91137" x="2655888" y="1955800"/>
          <p14:tracePt t="91139" x="2660650" y="1955800"/>
          <p14:tracePt t="91141" x="2667000" y="1955800"/>
          <p14:tracePt t="91143" x="2673350" y="1955800"/>
          <p14:tracePt t="91145" x="2679700" y="1955800"/>
          <p14:tracePt t="91148" x="2684463" y="1962150"/>
          <p14:tracePt t="91150" x="2690813" y="1962150"/>
          <p14:tracePt t="91154" x="2697163" y="1962150"/>
          <p14:tracePt t="91157" x="2703513" y="1962150"/>
          <p14:tracePt t="91162" x="2709863" y="1962150"/>
          <p14:tracePt t="91203" x="2714625" y="1962150"/>
          <p14:tracePt t="91464" x="2720975" y="1962150"/>
          <p14:tracePt t="91470" x="2727325" y="1962150"/>
          <p14:tracePt t="91476" x="2733675" y="1962150"/>
          <p14:tracePt t="91477" x="2733675" y="1955800"/>
          <p14:tracePt t="91480" x="2738438" y="1955800"/>
          <p14:tracePt t="91486" x="2744788" y="1955800"/>
          <p14:tracePt t="91491" x="2751138" y="1955800"/>
          <p14:tracePt t="91493" x="2751138" y="1949450"/>
          <p14:tracePt t="91496" x="2757488" y="1949450"/>
          <p14:tracePt t="91501" x="2762250" y="1949450"/>
          <p14:tracePt t="91506" x="2768600" y="1949450"/>
          <p14:tracePt t="91511" x="2774950" y="1943100"/>
          <p14:tracePt t="91516" x="2781300" y="1943100"/>
          <p14:tracePt t="91521" x="2787650" y="1943100"/>
          <p14:tracePt t="91526" x="2792413" y="1943100"/>
          <p14:tracePt t="91529" x="2792413" y="1938338"/>
          <p14:tracePt t="91536" x="2798763" y="1938338"/>
          <p14:tracePt t="91598" x="2792413" y="1938338"/>
          <p14:tracePt t="91601" x="2787650" y="1938338"/>
          <p14:tracePt t="91602" x="2781300" y="1938338"/>
          <p14:tracePt t="91603" x="2781300" y="1943100"/>
          <p14:tracePt t="91604" x="2774950" y="1943100"/>
          <p14:tracePt t="91606" x="2768600" y="1943100"/>
          <p14:tracePt t="91607" x="2762250" y="1943100"/>
          <p14:tracePt t="91608" x="2762250" y="1949450"/>
          <p14:tracePt t="91609" x="2757488" y="1949450"/>
          <p14:tracePt t="91610" x="2751138" y="1949450"/>
          <p14:tracePt t="91611" x="2744788" y="1949450"/>
          <p14:tracePt t="91612" x="2738438" y="1955800"/>
          <p14:tracePt t="91613" x="2733675" y="1955800"/>
          <p14:tracePt t="91614" x="2727325" y="1955800"/>
          <p14:tracePt t="91615" x="2720975" y="1955800"/>
          <p14:tracePt t="91616" x="2720975" y="1962150"/>
          <p14:tracePt t="91617" x="2714625" y="1962150"/>
          <p14:tracePt t="91618" x="2709863" y="1966913"/>
          <p14:tracePt t="91619" x="2703513" y="1966913"/>
          <p14:tracePt t="91620" x="2697163" y="1966913"/>
          <p14:tracePt t="91621" x="2690813" y="1966913"/>
          <p14:tracePt t="91622" x="2684463" y="1966913"/>
          <p14:tracePt t="91623" x="2679700" y="1973263"/>
          <p14:tracePt t="91624" x="2673350" y="1973263"/>
          <p14:tracePt t="91625" x="2667000" y="1973263"/>
          <p14:tracePt t="91626" x="2660650" y="1979613"/>
          <p14:tracePt t="91627" x="2655888" y="1979613"/>
          <p14:tracePt t="91629" x="2649538" y="1979613"/>
          <p14:tracePt t="91629" x="2643188" y="1979613"/>
          <p14:tracePt t="91630" x="2636838" y="1985963"/>
          <p14:tracePt t="91631" x="2632075" y="1985963"/>
          <p14:tracePt t="91632" x="2632075" y="1992313"/>
          <p14:tracePt t="91633" x="2619375" y="1992313"/>
          <p14:tracePt t="91634" x="2613025" y="1992313"/>
          <p14:tracePt t="91635" x="2606675" y="1992313"/>
          <p14:tracePt t="91636" x="2601913" y="1997075"/>
          <p14:tracePt t="91637" x="2595563" y="1997075"/>
          <p14:tracePt t="91638" x="2589213" y="1997075"/>
          <p14:tracePt t="91639" x="2582863" y="2003425"/>
          <p14:tracePt t="91640" x="2578100" y="2003425"/>
          <p14:tracePt t="91641" x="2571750" y="2003425"/>
          <p14:tracePt t="91642" x="2565400" y="2009775"/>
          <p14:tracePt t="91643" x="2559050" y="2009775"/>
          <p14:tracePt t="91644" x="2554288" y="2009775"/>
          <p14:tracePt t="91645" x="2547938" y="2016125"/>
          <p14:tracePt t="91646" x="2541588" y="2016125"/>
          <p14:tracePt t="91647" x="2530475" y="2016125"/>
          <p14:tracePt t="91648" x="2524125" y="2016125"/>
          <p14:tracePt t="91649" x="2517775" y="2020888"/>
          <p14:tracePt t="91650" x="2511425" y="2020888"/>
          <p14:tracePt t="91651" x="2505075" y="2027238"/>
          <p14:tracePt t="91652" x="2500313" y="2027238"/>
          <p14:tracePt t="91653" x="2493963" y="2027238"/>
          <p14:tracePt t="91654" x="2487613" y="2027238"/>
          <p14:tracePt t="91655" x="2481263" y="2027238"/>
          <p14:tracePt t="91656" x="2476500" y="2033588"/>
          <p14:tracePt t="91657" x="2470150" y="2033588"/>
          <p14:tracePt t="91658" x="2463800" y="2033588"/>
          <p14:tracePt t="91659" x="2452688" y="2039938"/>
          <p14:tracePt t="91660" x="2446338" y="2039938"/>
          <p14:tracePt t="91661" x="2439988" y="2039938"/>
          <p14:tracePt t="91662" x="2433638" y="2044700"/>
          <p14:tracePt t="91663" x="2427288" y="2044700"/>
          <p14:tracePt t="91664" x="2422525" y="2044700"/>
          <p14:tracePt t="91665" x="2416175" y="2051050"/>
          <p14:tracePt t="91666" x="2398713" y="2051050"/>
          <p14:tracePt t="91667" x="2392363" y="2051050"/>
          <p14:tracePt t="91668" x="2386013" y="2057400"/>
          <p14:tracePt t="91669" x="2379663" y="2057400"/>
          <p14:tracePt t="91670" x="2374900" y="2057400"/>
          <p14:tracePt t="91671" x="2362200" y="2057400"/>
          <p14:tracePt t="91672" x="2355850" y="2063750"/>
          <p14:tracePt t="91673" x="2349500" y="2063750"/>
          <p14:tracePt t="91674" x="2344738" y="2063750"/>
          <p14:tracePt t="91675" x="2332038" y="2063750"/>
          <p14:tracePt t="91676" x="2325688" y="2070100"/>
          <p14:tracePt t="91678" x="2314575" y="2070100"/>
          <p14:tracePt t="91679" x="2308225" y="2070100"/>
          <p14:tracePt t="91680" x="2301875" y="2074863"/>
          <p14:tracePt t="91681" x="2290763" y="2074863"/>
          <p14:tracePt t="91682" x="2284413" y="2074863"/>
          <p14:tracePt t="91683" x="2278063" y="2074863"/>
          <p14:tracePt t="91684" x="2266950" y="2081213"/>
          <p14:tracePt t="91685" x="2260600" y="2081213"/>
          <p14:tracePt t="91686" x="2247900" y="2081213"/>
          <p14:tracePt t="91687" x="2243138" y="2087563"/>
          <p14:tracePt t="91688" x="2230438" y="2087563"/>
          <p14:tracePt t="91689" x="2212975" y="2087563"/>
          <p14:tracePt t="91690" x="2206625" y="2093913"/>
          <p14:tracePt t="91691" x="2195513" y="2093913"/>
          <p14:tracePt t="91692" x="2182813" y="2093913"/>
          <p14:tracePt t="91693" x="2176463" y="2093913"/>
          <p14:tracePt t="91694" x="2165350" y="2098675"/>
          <p14:tracePt t="91695" x="2159000" y="2098675"/>
          <p14:tracePt t="91696" x="2146300" y="2098675"/>
          <p14:tracePt t="91697" x="2135188" y="2105025"/>
          <p14:tracePt t="91698" x="2122488" y="2105025"/>
          <p14:tracePt t="91699" x="2117725" y="2105025"/>
          <p14:tracePt t="91700" x="2105025" y="2111375"/>
          <p14:tracePt t="91701" x="2093913" y="2111375"/>
          <p14:tracePt t="91702" x="2087563" y="2111375"/>
          <p14:tracePt t="91703" x="2074863" y="2111375"/>
          <p14:tracePt t="91704" x="2063750" y="2117725"/>
          <p14:tracePt t="91705" x="2051050" y="2117725"/>
          <p14:tracePt t="91706" x="2039938" y="2122488"/>
          <p14:tracePt t="91707" x="2027238" y="2122488"/>
          <p14:tracePt t="91708" x="2016125" y="2122488"/>
          <p14:tracePt t="91709" x="2003425" y="2128838"/>
          <p14:tracePt t="91710" x="1990725" y="2128838"/>
          <p14:tracePt t="91711" x="1979613" y="2128838"/>
          <p14:tracePt t="91712" x="1966913" y="2135188"/>
          <p14:tracePt t="91713" x="1955800" y="2135188"/>
          <p14:tracePt t="91714" x="1943100" y="2141538"/>
          <p14:tracePt t="91715" x="1931988" y="2141538"/>
          <p14:tracePt t="91716" x="1919288" y="2147888"/>
          <p14:tracePt t="91717" x="1908175" y="2147888"/>
          <p14:tracePt t="91718" x="1895475" y="2147888"/>
          <p14:tracePt t="91719" x="1889125" y="2152650"/>
          <p14:tracePt t="91720" x="1878013" y="2152650"/>
          <p14:tracePt t="91721" x="1865313" y="2152650"/>
          <p14:tracePt t="91722" x="1854200" y="2159000"/>
          <p14:tracePt t="91723" x="1841500" y="2159000"/>
          <p14:tracePt t="91724" x="1830388" y="2165350"/>
          <p14:tracePt t="91725" x="1817688" y="2165350"/>
          <p14:tracePt t="91726" x="1806575" y="2165350"/>
          <p14:tracePt t="91727" x="1793875" y="2171700"/>
          <p14:tracePt t="91728" x="1782763" y="2171700"/>
          <p14:tracePt t="91729" x="1770063" y="2176463"/>
          <p14:tracePt t="91730" x="1758950" y="2176463"/>
          <p14:tracePt t="91731" x="1746250" y="2176463"/>
          <p14:tracePt t="91732" x="1733550" y="2182813"/>
          <p14:tracePt t="91733" x="1728788" y="2182813"/>
          <p14:tracePt t="91734" x="1716088" y="2189163"/>
          <p14:tracePt t="91735" x="1704975" y="2189163"/>
          <p14:tracePt t="91736" x="1692275" y="2189163"/>
          <p14:tracePt t="91737" x="1685925" y="2195513"/>
          <p14:tracePt t="91738" x="1674813" y="2195513"/>
          <p14:tracePt t="91739" x="1668463" y="2195513"/>
          <p14:tracePt t="91740" x="1662113" y="2195513"/>
          <p14:tracePt t="91741" x="1651000" y="2200275"/>
          <p14:tracePt t="91742" x="1644650" y="2200275"/>
          <p14:tracePt t="91743" x="1631950" y="2200275"/>
          <p14:tracePt t="91744" x="1627188" y="2206625"/>
          <p14:tracePt t="91745" x="1614488" y="2206625"/>
          <p14:tracePt t="91746" x="1608138" y="2206625"/>
          <p14:tracePt t="91747" x="1603375" y="2206625"/>
          <p14:tracePt t="91748" x="1597025" y="2212975"/>
          <p14:tracePt t="91749" x="1584325" y="2212975"/>
          <p14:tracePt t="91750" x="1579563" y="2212975"/>
          <p14:tracePt t="91751" x="1573213" y="2212975"/>
          <p14:tracePt t="91752" x="1566863" y="2212975"/>
          <p14:tracePt t="91753" x="1560513" y="2219325"/>
          <p14:tracePt t="91754" x="1554163" y="2219325"/>
          <p14:tracePt t="91755" x="1549400" y="2219325"/>
          <p14:tracePt t="91756" x="1543050" y="2219325"/>
          <p14:tracePt t="91757" x="1536700" y="2219325"/>
          <p14:tracePt t="91759" x="1530350" y="2219325"/>
          <p14:tracePt t="91760" x="1525588" y="2219325"/>
          <p14:tracePt t="91762" x="1519238" y="2224088"/>
          <p14:tracePt t="91764" x="1512888" y="2224088"/>
          <p14:tracePt t="91766" x="1506538" y="2224088"/>
          <p14:tracePt t="91770" x="1501775" y="2224088"/>
          <p14:tracePt t="91800" x="1495425" y="2224088"/>
          <p14:tracePt t="91832" x="1489075" y="2224088"/>
          <p14:tracePt t="91837" x="1482725" y="2224088"/>
          <p14:tracePt t="91844" x="1476375" y="2219325"/>
          <p14:tracePt t="91848" x="1471613" y="2219325"/>
          <p14:tracePt t="91853" x="1465263" y="2219325"/>
          <p14:tracePt t="91857" x="1458913" y="2219325"/>
          <p14:tracePt t="91858" x="1458913" y="2212975"/>
          <p14:tracePt t="91861" x="1452563" y="2212975"/>
          <p14:tracePt t="91864" x="1447800" y="2212975"/>
          <p14:tracePt t="91867" x="1441450" y="2212975"/>
          <p14:tracePt t="91869" x="1441450" y="2206625"/>
          <p14:tracePt t="91870" x="1435100" y="2206625"/>
          <p14:tracePt t="91872" x="1428750" y="2206625"/>
          <p14:tracePt t="91875" x="1423988" y="2200275"/>
          <p14:tracePt t="91876" x="1417638" y="2200275"/>
          <p14:tracePt t="91879" x="1411288" y="2200275"/>
          <p14:tracePt t="91880" x="1404938" y="2200275"/>
          <p14:tracePt t="91882" x="1404938" y="2195513"/>
          <p14:tracePt t="91883" x="1400175" y="2195513"/>
          <p14:tracePt t="91884" x="1393825" y="2195513"/>
          <p14:tracePt t="91885" x="1393825" y="2189163"/>
          <p14:tracePt t="91886" x="1387475" y="2189163"/>
          <p14:tracePt t="91888" x="1381125" y="2189163"/>
          <p14:tracePt t="91890" x="1374775" y="2189163"/>
          <p14:tracePt t="91891" x="1374775" y="2182813"/>
          <p14:tracePt t="91892" x="1370013" y="2182813"/>
          <p14:tracePt t="91893" x="1363663" y="2182813"/>
          <p14:tracePt t="91894" x="1363663" y="2176463"/>
          <p14:tracePt t="91895" x="1357313" y="2176463"/>
          <p14:tracePt t="91897" x="1350963" y="2176463"/>
          <p14:tracePt t="91899" x="1346200" y="2176463"/>
          <p14:tracePt t="91900" x="1346200" y="2171700"/>
          <p14:tracePt t="91901" x="1339850" y="2171700"/>
          <p14:tracePt t="91903" x="1333500" y="2165350"/>
          <p14:tracePt t="91905" x="1327150" y="2165350"/>
          <p14:tracePt t="91907" x="1322388" y="2165350"/>
          <p14:tracePt t="91909" x="1316038" y="2165350"/>
          <p14:tracePt t="91910" x="1316038" y="2159000"/>
          <p14:tracePt t="91911" x="1309688" y="2159000"/>
          <p14:tracePt t="91913" x="1303338" y="2159000"/>
          <p14:tracePt t="91914" x="1303338" y="2152650"/>
          <p14:tracePt t="91916" x="1296988" y="2152650"/>
          <p14:tracePt t="91919" x="1292225" y="2152650"/>
          <p14:tracePt t="91922" x="1285875" y="2147888"/>
          <p14:tracePt t="91928" x="1279525" y="2147888"/>
          <p14:tracePt t="91957" x="1279525" y="2141538"/>
          <p14:tracePt t="91959" x="1285875" y="2141538"/>
          <p14:tracePt t="91963" x="1292225" y="2135188"/>
          <p14:tracePt t="91966" x="1296988" y="2135188"/>
          <p14:tracePt t="91968" x="1303338" y="2135188"/>
          <p14:tracePt t="91970" x="1303338" y="2128838"/>
          <p14:tracePt t="91970" x="1309688" y="2128838"/>
          <p14:tracePt t="91972" x="1309688" y="2122488"/>
          <p14:tracePt t="91973" x="1316038" y="2122488"/>
          <p14:tracePt t="91974" x="1322388" y="2122488"/>
          <p14:tracePt t="91976" x="1327150" y="2122488"/>
          <p14:tracePt t="91977" x="1333500" y="2117725"/>
          <p14:tracePt t="91978" x="1339850" y="2117725"/>
          <p14:tracePt t="91979" x="1346200" y="2111375"/>
          <p14:tracePt t="91981" x="1350963" y="2111375"/>
          <p14:tracePt t="91983" x="1357313" y="2111375"/>
          <p14:tracePt t="91984" x="1363663" y="2105025"/>
          <p14:tracePt t="91986" x="1370013" y="2105025"/>
          <p14:tracePt t="91987" x="1374775" y="2105025"/>
          <p14:tracePt t="91988" x="1374775" y="2098675"/>
          <p14:tracePt t="91989" x="1381125" y="2098675"/>
          <p14:tracePt t="91990" x="1387475" y="2098675"/>
          <p14:tracePt t="91992" x="1393825" y="2098675"/>
          <p14:tracePt t="91993" x="1400175" y="2093913"/>
          <p14:tracePt t="91995" x="1404938" y="2093913"/>
          <p14:tracePt t="91996" x="1411288" y="2093913"/>
          <p14:tracePt t="91998" x="1417638" y="2093913"/>
          <p14:tracePt t="91999" x="1423988" y="2087563"/>
          <p14:tracePt t="92001" x="1428750" y="2087563"/>
          <p14:tracePt t="92003" x="1435100" y="2081213"/>
          <p14:tracePt t="92004" x="1441450" y="2081213"/>
          <p14:tracePt t="92006" x="1447800" y="2081213"/>
          <p14:tracePt t="92008" x="1452563" y="2081213"/>
          <p14:tracePt t="92010" x="1458913" y="2074863"/>
          <p14:tracePt t="92012" x="1465263" y="2074863"/>
          <p14:tracePt t="92015" x="1471613" y="2074863"/>
          <p14:tracePt t="92016" x="1471613" y="2070100"/>
          <p14:tracePt t="92017" x="1476375" y="2070100"/>
          <p14:tracePt t="92021" x="1482725" y="2070100"/>
          <p14:tracePt t="92025" x="1489075" y="2070100"/>
          <p14:tracePt t="92027" x="1489075" y="2063750"/>
          <p14:tracePt t="92033" x="1495425" y="2063750"/>
          <p14:tracePt t="92324" x="1501775" y="2063750"/>
          <p14:tracePt t="92333" x="1506538" y="2063750"/>
          <p14:tracePt t="92607" x="1512888" y="2063750"/>
          <p14:tracePt t="92609" x="1512888" y="2070100"/>
          <p14:tracePt t="92615" x="1519238" y="2070100"/>
          <p14:tracePt t="92622" x="1525588" y="2070100"/>
          <p14:tracePt t="92627" x="1525588" y="2074863"/>
          <p14:tracePt t="92630" x="1530350" y="2074863"/>
          <p14:tracePt t="92641" x="1536700" y="2074863"/>
          <p14:tracePt t="92648" x="1536700" y="2081213"/>
          <p14:tracePt t="92651" x="1543050" y="2081213"/>
          <p14:tracePt t="92665" x="1549400" y="2081213"/>
          <p14:tracePt t="92672" x="1554163" y="2081213"/>
          <p14:tracePt t="92679" x="1554163" y="2087563"/>
          <p14:tracePt t="92682" x="1560513" y="2087563"/>
          <p14:tracePt t="92688" x="1566863" y="2087563"/>
          <p14:tracePt t="92690" x="1566863" y="2093913"/>
          <p14:tracePt t="92695" x="1573213" y="2093913"/>
          <p14:tracePt t="92701" x="1579563" y="2093913"/>
          <p14:tracePt t="92712" x="1584325" y="2098675"/>
          <p14:tracePt t="92728" x="1590675" y="2098675"/>
          <p14:tracePt t="92806" x="1597025" y="2098675"/>
          <p14:tracePt t="92813" x="1603375" y="2105025"/>
          <p14:tracePt t="92821" x="1608138" y="2105025"/>
          <p14:tracePt t="92828" x="1614488" y="2105025"/>
          <p14:tracePt t="92840" x="1620838" y="2105025"/>
          <p14:tracePt t="92842" x="1620838" y="2111375"/>
          <p14:tracePt t="92853" x="1627188" y="2111375"/>
          <p14:tracePt t="92862" x="1631950" y="2111375"/>
          <p14:tracePt t="92872" x="1638300" y="2111375"/>
          <p14:tracePt t="92879" x="1644650" y="2111375"/>
          <p14:tracePt t="92888" x="1651000" y="2111375"/>
          <p14:tracePt t="92895" x="1657350" y="2111375"/>
          <p14:tracePt t="92904" x="1662113" y="2111375"/>
          <p14:tracePt t="92911" x="1668463" y="2111375"/>
          <p14:tracePt t="92917" x="1674813" y="2111375"/>
          <p14:tracePt t="92922" x="1681163" y="2111375"/>
          <p14:tracePt t="92926" x="1685925" y="2111375"/>
          <p14:tracePt t="92930" x="1692275" y="2111375"/>
          <p14:tracePt t="92933" x="1698625" y="2111375"/>
          <p14:tracePt t="92935" x="1704975" y="2111375"/>
          <p14:tracePt t="92938" x="1709738" y="2111375"/>
          <p14:tracePt t="92941" x="1716088" y="2111375"/>
          <p14:tracePt t="92943" x="1722438" y="2111375"/>
          <p14:tracePt t="92946" x="1728788" y="2111375"/>
          <p14:tracePt t="92948" x="1733550" y="2111375"/>
          <p14:tracePt t="92954" x="1746250" y="2111375"/>
          <p14:tracePt t="92955" x="1752600" y="2111375"/>
          <p14:tracePt t="92957" x="1758950" y="2111375"/>
          <p14:tracePt t="92960" x="1763713" y="2111375"/>
          <p14:tracePt t="92962" x="1770063" y="2111375"/>
          <p14:tracePt t="92964" x="1776413" y="2111375"/>
          <p14:tracePt t="92966" x="1782763" y="2111375"/>
          <p14:tracePt t="92969" x="1787525" y="2111375"/>
          <p14:tracePt t="92971" x="1793875" y="2111375"/>
          <p14:tracePt t="92974" x="1800225" y="2111375"/>
          <p14:tracePt t="92975" x="1800225" y="2105025"/>
          <p14:tracePt t="92976" x="1806575" y="2105025"/>
          <p14:tracePt t="92979" x="1811338" y="2105025"/>
          <p14:tracePt t="92982" x="1817688" y="2105025"/>
          <p14:tracePt t="92985" x="1824038" y="2105025"/>
          <p14:tracePt t="92987" x="1830388" y="2098675"/>
          <p14:tracePt t="92990" x="1836738" y="2098675"/>
          <p14:tracePt t="92994" x="1841500" y="2098675"/>
          <p14:tracePt t="92997" x="1847850" y="2098675"/>
          <p14:tracePt t="93001" x="1854200" y="2098675"/>
          <p14:tracePt t="93005" x="1860550" y="2098675"/>
          <p14:tracePt t="93010" x="1865313" y="2098675"/>
          <p14:tracePt t="93016" x="1871663" y="2098675"/>
          <p14:tracePt t="93017" x="1871663" y="2093913"/>
          <p14:tracePt t="93024" x="1878013" y="2093913"/>
          <p14:tracePt t="93032" x="1884363" y="2093913"/>
          <p14:tracePt t="93050" x="1889125" y="2093913"/>
          <p14:tracePt t="93052" x="1889125" y="2087563"/>
          <p14:tracePt t="93061" x="1895475" y="2087563"/>
          <p14:tracePt t="93071" x="1901825" y="2087563"/>
          <p14:tracePt t="93075" x="1908175" y="2087563"/>
          <p14:tracePt t="93080" x="1908175" y="2081213"/>
          <p14:tracePt t="93081" x="1912938" y="2081213"/>
          <p14:tracePt t="93085" x="1919288" y="2081213"/>
          <p14:tracePt t="93090" x="1925638" y="2081213"/>
          <p14:tracePt t="93091" x="1925638" y="2074863"/>
          <p14:tracePt t="93092" x="1931988" y="2074863"/>
          <p14:tracePt t="93097" x="1938338" y="2074863"/>
          <p14:tracePt t="93099" x="1943100" y="2074863"/>
          <p14:tracePt t="93103" x="1949450" y="2074863"/>
          <p14:tracePt t="93105" x="1949450" y="2070100"/>
          <p14:tracePt t="93107" x="1955800" y="2070100"/>
          <p14:tracePt t="93113" x="1962150" y="2070100"/>
          <p14:tracePt t="93119" x="1966913" y="2063750"/>
          <p14:tracePt t="93285" x="1973263" y="2063750"/>
          <p14:tracePt t="93291" x="1979613" y="2063750"/>
          <p14:tracePt t="93294" x="1985963" y="2057400"/>
          <p14:tracePt t="93297" x="1990725" y="2057400"/>
          <p14:tracePt t="93299" x="1997075" y="2057400"/>
          <p14:tracePt t="93301" x="2003425" y="2051050"/>
          <p14:tracePt t="93303" x="2009775" y="2051050"/>
          <p14:tracePt t="93305" x="2016125" y="2051050"/>
          <p14:tracePt t="93307" x="2020888" y="2044700"/>
          <p14:tracePt t="93308" x="2027238" y="2044700"/>
          <p14:tracePt t="93310" x="2033588" y="2044700"/>
          <p14:tracePt t="93312" x="2039938" y="2044700"/>
          <p14:tracePt t="93314" x="2044700" y="2044700"/>
          <p14:tracePt t="93316" x="2051050" y="2039938"/>
          <p14:tracePt t="93317" x="2057400" y="2039938"/>
          <p14:tracePt t="93319" x="2063750" y="2039938"/>
          <p14:tracePt t="93321" x="2068513" y="2039938"/>
          <p14:tracePt t="93322" x="2074863" y="2039938"/>
          <p14:tracePt t="93324" x="2081213" y="2039938"/>
          <p14:tracePt t="93326" x="2087563" y="2033588"/>
          <p14:tracePt t="93327" x="2093913" y="2033588"/>
          <p14:tracePt t="93329" x="2098675" y="2033588"/>
          <p14:tracePt t="93330" x="2105025" y="2033588"/>
          <p14:tracePt t="93331" x="2111375" y="2033588"/>
          <p14:tracePt t="93332" x="2117725" y="2033588"/>
          <p14:tracePt t="93334" x="2122488" y="2033588"/>
          <p14:tracePt t="93335" x="2128838" y="2027238"/>
          <p14:tracePt t="93337" x="2135188" y="2027238"/>
          <p14:tracePt t="93338" x="2141538" y="2027238"/>
          <p14:tracePt t="93340" x="2146300" y="2027238"/>
          <p14:tracePt t="93341" x="2152650" y="2027238"/>
          <p14:tracePt t="93342" x="2159000" y="2027238"/>
          <p14:tracePt t="93344" x="2165350" y="2027238"/>
          <p14:tracePt t="93345" x="2170113" y="2027238"/>
          <p14:tracePt t="93346" x="2176463" y="2027238"/>
          <p14:tracePt t="93347" x="2182813" y="2027238"/>
          <p14:tracePt t="93348" x="2189163" y="2027238"/>
          <p14:tracePt t="93349" x="2195513" y="2027238"/>
          <p14:tracePt t="93350" x="2200275" y="2027238"/>
          <p14:tracePt t="93351" x="2206625" y="2027238"/>
          <p14:tracePt t="93352" x="2212975" y="2027238"/>
          <p14:tracePt t="93354" x="2219325" y="2027238"/>
          <p14:tracePt t="93355" x="2230438" y="2027238"/>
          <p14:tracePt t="93356" x="2236788" y="2027238"/>
          <p14:tracePt t="93357" x="2243138" y="2027238"/>
          <p14:tracePt t="93358" x="2247900" y="2027238"/>
          <p14:tracePt t="93359" x="2254250" y="2027238"/>
          <p14:tracePt t="93360" x="2260600" y="2027238"/>
          <p14:tracePt t="93361" x="2266950" y="2027238"/>
          <p14:tracePt t="93362" x="2273300" y="2027238"/>
          <p14:tracePt t="93363" x="2284413" y="2027238"/>
          <p14:tracePt t="93364" x="2297113" y="2027238"/>
          <p14:tracePt t="93365" x="2301875" y="2027238"/>
          <p14:tracePt t="93366" x="2314575" y="2027238"/>
          <p14:tracePt t="93367" x="2320925" y="2027238"/>
          <p14:tracePt t="93368" x="2332038" y="2027238"/>
          <p14:tracePt t="93369" x="2338388" y="2027238"/>
          <p14:tracePt t="93370" x="2344738" y="2027238"/>
          <p14:tracePt t="93371" x="2355850" y="2027238"/>
          <p14:tracePt t="93372" x="2362200" y="2027238"/>
          <p14:tracePt t="93373" x="2368550" y="2027238"/>
          <p14:tracePt t="93374" x="2374900" y="2027238"/>
          <p14:tracePt t="93375" x="2386013" y="2027238"/>
          <p14:tracePt t="93376" x="2398713" y="2033588"/>
          <p14:tracePt t="93377" x="2403475" y="2033588"/>
          <p14:tracePt t="93378" x="2416175" y="2033588"/>
          <p14:tracePt t="93379" x="2427288" y="2033588"/>
          <p14:tracePt t="93380" x="2439988" y="2039938"/>
          <p14:tracePt t="93381" x="2446338" y="2039938"/>
          <p14:tracePt t="93382" x="2457450" y="2039938"/>
          <p14:tracePt t="93383" x="2476500" y="2039938"/>
          <p14:tracePt t="93384" x="2487613" y="2039938"/>
          <p14:tracePt t="93385" x="2500313" y="2044700"/>
          <p14:tracePt t="93386" x="2511425" y="2044700"/>
          <p14:tracePt t="93387" x="2524125" y="2051050"/>
          <p14:tracePt t="93388" x="2535238" y="2051050"/>
          <p14:tracePt t="93389" x="2547938" y="2051050"/>
          <p14:tracePt t="93390" x="2559050" y="2051050"/>
          <p14:tracePt t="93391" x="2571750" y="2057400"/>
          <p14:tracePt t="93392" x="2589213" y="2057400"/>
          <p14:tracePt t="93393" x="2601913" y="2057400"/>
          <p14:tracePt t="93394" x="2613025" y="2063750"/>
          <p14:tracePt t="93395" x="2632075" y="2063750"/>
          <p14:tracePt t="93396" x="2643188" y="2063750"/>
          <p14:tracePt t="93397" x="2655888" y="2063750"/>
          <p14:tracePt t="93398" x="2673350" y="2070100"/>
          <p14:tracePt t="93399" x="2684463" y="2070100"/>
          <p14:tracePt t="93400" x="2703513" y="2070100"/>
          <p14:tracePt t="93401" x="2720975" y="2074863"/>
          <p14:tracePt t="93402" x="2733675" y="2074863"/>
          <p14:tracePt t="93403" x="2744788" y="2074863"/>
          <p14:tracePt t="93404" x="2757488" y="2081213"/>
          <p14:tracePt t="93405" x="2774950" y="2081213"/>
          <p14:tracePt t="93406" x="2787650" y="2081213"/>
          <p14:tracePt t="93407" x="2805113" y="2081213"/>
          <p14:tracePt t="93408" x="2811463" y="2081213"/>
          <p14:tracePt t="93409" x="2822575" y="2087563"/>
          <p14:tracePt t="93410" x="2840038" y="2087563"/>
          <p14:tracePt t="93411" x="2852738" y="2087563"/>
          <p14:tracePt t="93412" x="2863850" y="2087563"/>
          <p14:tracePt t="93413" x="2882900" y="2093913"/>
          <p14:tracePt t="93414" x="2894013" y="2093913"/>
          <p14:tracePt t="93415" x="2913063" y="2093913"/>
          <p14:tracePt t="93416" x="2930525" y="2093913"/>
          <p14:tracePt t="93417" x="2947988" y="2098675"/>
          <p14:tracePt t="93418" x="2960688" y="2098675"/>
          <p14:tracePt t="93419" x="2978150" y="2098675"/>
          <p14:tracePt t="93420" x="2990850" y="2098675"/>
          <p14:tracePt t="93421" x="3001963" y="2098675"/>
          <p14:tracePt t="93422" x="3019425" y="2105025"/>
          <p14:tracePt t="93423" x="3032125" y="2105025"/>
          <p14:tracePt t="93424" x="3049588" y="2105025"/>
          <p14:tracePt t="93425" x="3062288" y="2105025"/>
          <p14:tracePt t="93426" x="3073400" y="2105025"/>
          <p14:tracePt t="93427" x="3092450" y="2105025"/>
          <p14:tracePt t="93428" x="3103563" y="2111375"/>
          <p14:tracePt t="93429" x="3116263" y="2111375"/>
          <p14:tracePt t="93430" x="3133725" y="2111375"/>
          <p14:tracePt t="93431" x="3140075" y="2111375"/>
          <p14:tracePt t="93432" x="3157538" y="2111375"/>
          <p14:tracePt t="93433" x="3170238" y="2117725"/>
          <p14:tracePt t="93434" x="3181350" y="2117725"/>
          <p14:tracePt t="93435" x="3198813" y="2117725"/>
          <p14:tracePt t="93436" x="3211513" y="2117725"/>
          <p14:tracePt t="93437" x="3228975" y="2117725"/>
          <p14:tracePt t="93438" x="3241675" y="2122488"/>
          <p14:tracePt t="93439" x="3252788" y="2122488"/>
          <p14:tracePt t="93440" x="3265488" y="2122488"/>
          <p14:tracePt t="93441" x="3276600" y="2122488"/>
          <p14:tracePt t="93442" x="3289300" y="2122488"/>
          <p14:tracePt t="93443" x="3306763" y="2122488"/>
          <p14:tracePt t="93444" x="3319463" y="2122488"/>
          <p14:tracePt t="93445" x="3325813" y="2128838"/>
          <p14:tracePt t="93446" x="3343275" y="2128838"/>
          <p14:tracePt t="93447" x="3349625" y="2128838"/>
          <p14:tracePt t="93448" x="3360738" y="2128838"/>
          <p14:tracePt t="93449" x="3373438" y="2128838"/>
          <p14:tracePt t="93450" x="3384550" y="2128838"/>
          <p14:tracePt t="93451" x="3397250" y="2135188"/>
          <p14:tracePt t="93452" x="3408363" y="2135188"/>
          <p14:tracePt t="93453" x="3421063" y="2135188"/>
          <p14:tracePt t="93454" x="3427413" y="2135188"/>
          <p14:tracePt t="93455" x="3444875" y="2135188"/>
          <p14:tracePt t="93456" x="3451225" y="2141538"/>
          <p14:tracePt t="93457" x="3455988" y="2141538"/>
          <p14:tracePt t="93458" x="3468688" y="2141538"/>
          <p14:tracePt t="93459" x="3479800" y="2141538"/>
          <p14:tracePt t="93460" x="3486150" y="2141538"/>
          <p14:tracePt t="93461" x="3498850" y="2147888"/>
          <p14:tracePt t="93462" x="3505200" y="2147888"/>
          <p14:tracePt t="93463" x="3516313" y="2147888"/>
          <p14:tracePt t="93464" x="3529013" y="2147888"/>
          <p14:tracePt t="93465" x="3533775" y="2147888"/>
          <p14:tracePt t="93466" x="3540125" y="2147888"/>
          <p14:tracePt t="93467" x="3552825" y="2152650"/>
          <p14:tracePt t="93468" x="3557588" y="2152650"/>
          <p14:tracePt t="93469" x="3570288" y="2152650"/>
          <p14:tracePt t="93470" x="3576638" y="2159000"/>
          <p14:tracePt t="93471" x="3582988" y="2159000"/>
          <p14:tracePt t="93472" x="3594100" y="2159000"/>
          <p14:tracePt t="93473" x="3600450" y="2159000"/>
          <p14:tracePt t="93474" x="3606800" y="2159000"/>
          <p14:tracePt t="93475" x="3611563" y="2165350"/>
          <p14:tracePt t="93476" x="3617913" y="2165350"/>
          <p14:tracePt t="93477" x="3630613" y="2165350"/>
          <p14:tracePt t="93479" x="3641725" y="2171700"/>
          <p14:tracePt t="93480" x="3648075" y="2171700"/>
          <p14:tracePt t="93481" x="3654425" y="2171700"/>
          <p14:tracePt t="93482" x="3660775" y="2171700"/>
          <p14:tracePt t="93483" x="3665538" y="2176463"/>
          <p14:tracePt t="93484" x="3671888" y="2176463"/>
          <p14:tracePt t="93485" x="3678238" y="2176463"/>
          <p14:tracePt t="93487" x="3684588" y="2182813"/>
          <p14:tracePt t="93488" x="3689350" y="2182813"/>
          <p14:tracePt t="93490" x="3695700" y="2182813"/>
          <p14:tracePt t="93491" x="3702050" y="2182813"/>
          <p14:tracePt t="93493" x="3708400" y="2189163"/>
          <p14:tracePt t="93495" x="3713163" y="2189163"/>
          <p14:tracePt t="93497" x="3719513" y="2189163"/>
          <p14:tracePt t="93499" x="3719513" y="2195513"/>
          <p14:tracePt t="93500" x="3725863" y="2195513"/>
          <p14:tracePt t="93504" x="3732213" y="2195513"/>
          <p14:tracePt t="93514" x="3732213" y="2200275"/>
          <p14:tracePt t="93548" x="3732213" y="2206625"/>
          <p14:tracePt t="93552" x="3732213" y="2212975"/>
          <p14:tracePt t="93555" x="3732213" y="2219325"/>
          <p14:tracePt t="93557" x="3732213" y="2224088"/>
          <p14:tracePt t="93560" x="3732213" y="2230438"/>
          <p14:tracePt t="93562" x="3732213" y="2236788"/>
          <p14:tracePt t="93564" x="3732213" y="2243138"/>
          <p14:tracePt t="93566" x="3732213" y="2249488"/>
          <p14:tracePt t="93567" x="3732213" y="2254250"/>
          <p14:tracePt t="93569" x="3732213" y="2260600"/>
          <p14:tracePt t="93571" x="3732213" y="2266950"/>
          <p14:tracePt t="93573" x="3732213" y="2273300"/>
          <p14:tracePt t="93574" x="3732213" y="2278063"/>
          <p14:tracePt t="93576" x="3732213" y="2284413"/>
          <p14:tracePt t="93577" x="3736975" y="2284413"/>
          <p14:tracePt t="93578" x="3736975" y="2290763"/>
          <p14:tracePt t="93579" x="3736975" y="2297113"/>
          <p14:tracePt t="93581" x="3736975" y="2301875"/>
          <p14:tracePt t="93582" x="3736975" y="2308225"/>
          <p14:tracePt t="93584" x="3736975" y="2314575"/>
          <p14:tracePt t="93585" x="3736975" y="2320925"/>
          <p14:tracePt t="93587" x="3736975" y="2327275"/>
          <p14:tracePt t="93588" x="3736975" y="2332038"/>
          <p14:tracePt t="93590" x="3736975" y="2338388"/>
          <p14:tracePt t="93591" x="3736975" y="2344738"/>
          <p14:tracePt t="93592" x="3736975" y="2351088"/>
          <p14:tracePt t="93594" x="3736975" y="2355850"/>
          <p14:tracePt t="93595" x="3736975" y="2362200"/>
          <p14:tracePt t="93596" x="3736975" y="2368550"/>
          <p14:tracePt t="93597" x="3743325" y="2368550"/>
          <p14:tracePt t="93598" x="3743325" y="2374900"/>
          <p14:tracePt t="93599" x="3743325" y="2379663"/>
          <p14:tracePt t="93600" x="3743325" y="2386013"/>
          <p14:tracePt t="93601" x="3743325" y="2392363"/>
          <p14:tracePt t="93602" x="3743325" y="2398713"/>
          <p14:tracePt t="93603" x="3743325" y="2405063"/>
          <p14:tracePt t="93605" x="3743325" y="2409825"/>
          <p14:tracePt t="93606" x="3743325" y="2416175"/>
          <p14:tracePt t="93607" x="3743325" y="2422525"/>
          <p14:tracePt t="93608" x="3743325" y="2428875"/>
          <p14:tracePt t="93609" x="3749675" y="2433638"/>
          <p14:tracePt t="93610" x="3749675" y="2439988"/>
          <p14:tracePt t="93611" x="3749675" y="2446338"/>
          <p14:tracePt t="93613" x="3749675" y="2457450"/>
          <p14:tracePt t="93615" x="3749675" y="2470150"/>
          <p14:tracePt t="93617" x="3749675" y="2476500"/>
          <p14:tracePt t="93618" x="3749675" y="2481263"/>
          <p14:tracePt t="93619" x="3756025" y="2487613"/>
          <p14:tracePt t="93620" x="3756025" y="2493963"/>
          <p14:tracePt t="93621" x="3756025" y="2500313"/>
          <p14:tracePt t="93622" x="3756025" y="2511425"/>
          <p14:tracePt t="93624" x="3756025" y="2517775"/>
          <p14:tracePt t="93625" x="3756025" y="2524125"/>
          <p14:tracePt t="93626" x="3756025" y="2535238"/>
          <p14:tracePt t="93627" x="3756025" y="2547938"/>
          <p14:tracePt t="93628" x="3762375" y="2547938"/>
          <p14:tracePt t="93629" x="3762375" y="2559050"/>
          <p14:tracePt t="93630" x="3762375" y="2565400"/>
          <p14:tracePt t="93631" x="3762375" y="2571750"/>
          <p14:tracePt t="93632" x="3762375" y="2578100"/>
          <p14:tracePt t="93633" x="3762375" y="2584450"/>
          <p14:tracePt t="93634" x="3762375" y="2589213"/>
          <p14:tracePt t="93635" x="3767138" y="2595563"/>
          <p14:tracePt t="93636" x="3767138" y="2601913"/>
          <p14:tracePt t="93637" x="3767138" y="2608263"/>
          <p14:tracePt t="93638" x="3767138" y="2613025"/>
          <p14:tracePt t="93639" x="3767138" y="2625725"/>
          <p14:tracePt t="93640" x="3767138" y="2632075"/>
          <p14:tracePt t="93641" x="3767138" y="2636838"/>
          <p14:tracePt t="93642" x="3767138" y="2643188"/>
          <p14:tracePt t="93643" x="3767138" y="2649538"/>
          <p14:tracePt t="93644" x="3767138" y="2655888"/>
          <p14:tracePt t="93645" x="3767138" y="2662238"/>
          <p14:tracePt t="93646" x="3767138" y="2667000"/>
          <p14:tracePt t="93647" x="3767138" y="2673350"/>
          <p14:tracePt t="93648" x="3773488" y="2686050"/>
          <p14:tracePt t="93649" x="3773488" y="2690813"/>
          <p14:tracePt t="93650" x="3773488" y="2697163"/>
          <p14:tracePt t="93651" x="3773488" y="2703513"/>
          <p14:tracePt t="93652" x="3773488" y="2709863"/>
          <p14:tracePt t="93653" x="3773488" y="2714625"/>
          <p14:tracePt t="93654" x="3773488" y="2727325"/>
          <p14:tracePt t="93655" x="3773488" y="2733675"/>
          <p14:tracePt t="93656" x="3779838" y="2738438"/>
          <p14:tracePt t="93657" x="3779838" y="2744788"/>
          <p14:tracePt t="93658" x="3779838" y="2751138"/>
          <p14:tracePt t="93659" x="3779838" y="2763838"/>
          <p14:tracePt t="93660" x="3779838" y="2768600"/>
          <p14:tracePt t="93661" x="3779838" y="2774950"/>
          <p14:tracePt t="93663" x="3779838" y="2787650"/>
          <p14:tracePt t="93664" x="3779838" y="2792413"/>
          <p14:tracePt t="93665" x="3779838" y="2798763"/>
          <p14:tracePt t="93666" x="3779838" y="2805113"/>
          <p14:tracePt t="93667" x="3779838" y="2811463"/>
          <p14:tracePt t="93668" x="3779838" y="2816225"/>
          <p14:tracePt t="93669" x="3779838" y="2822575"/>
          <p14:tracePt t="93670" x="3779838" y="2828925"/>
          <p14:tracePt t="93671" x="3786188" y="2835275"/>
          <p14:tracePt t="93672" x="3786188" y="2841625"/>
          <p14:tracePt t="93673" x="3786188" y="2846388"/>
          <p14:tracePt t="93674" x="3786188" y="2852738"/>
          <p14:tracePt t="93675" x="3786188" y="2859088"/>
          <p14:tracePt t="93676" x="3786188" y="2865438"/>
          <p14:tracePt t="93677" x="3786188" y="2876550"/>
          <p14:tracePt t="93678" x="3786188" y="2882900"/>
          <p14:tracePt t="93679" x="3786188" y="2889250"/>
          <p14:tracePt t="93680" x="3786188" y="2894013"/>
          <p14:tracePt t="93681" x="3790950" y="2900363"/>
          <p14:tracePt t="93682" x="3790950" y="2906713"/>
          <p14:tracePt t="93683" x="3790950" y="2913063"/>
          <p14:tracePt t="93684" x="3790950" y="2919413"/>
          <p14:tracePt t="93685" x="3790950" y="2924175"/>
          <p14:tracePt t="93686" x="3790950" y="2930525"/>
          <p14:tracePt t="93687" x="3790950" y="2943225"/>
          <p14:tracePt t="93688" x="3790950" y="2947988"/>
          <p14:tracePt t="93689" x="3797300" y="2954338"/>
          <p14:tracePt t="93690" x="3797300" y="2967038"/>
          <p14:tracePt t="93691" x="3797300" y="2971800"/>
          <p14:tracePt t="93692" x="3797300" y="2984500"/>
          <p14:tracePt t="93693" x="3797300" y="2990850"/>
          <p14:tracePt t="93694" x="3797300" y="2995613"/>
          <p14:tracePt t="93695" x="3797300" y="3001963"/>
          <p14:tracePt t="93696" x="3803650" y="3014663"/>
          <p14:tracePt t="93697" x="3803650" y="3021013"/>
          <p14:tracePt t="93698" x="3803650" y="3025775"/>
          <p14:tracePt t="93699" x="3803650" y="3032125"/>
          <p14:tracePt t="93700" x="3803650" y="3044825"/>
          <p14:tracePt t="93701" x="3810000" y="3049588"/>
          <p14:tracePt t="93702" x="3810000" y="3055938"/>
          <p14:tracePt t="93703" x="3810000" y="3068638"/>
          <p14:tracePt t="93704" x="3810000" y="3073400"/>
          <p14:tracePt t="93705" x="3810000" y="3079750"/>
          <p14:tracePt t="93706" x="3814763" y="3086100"/>
          <p14:tracePt t="93707" x="3814763" y="3098800"/>
          <p14:tracePt t="93708" x="3814763" y="3103563"/>
          <p14:tracePt t="93709" x="3814763" y="3109913"/>
          <p14:tracePt t="93710" x="3821113" y="3122613"/>
          <p14:tracePt t="93711" x="3821113" y="3127375"/>
          <p14:tracePt t="93712" x="3821113" y="3140075"/>
          <p14:tracePt t="93714" x="3821113" y="3146425"/>
          <p14:tracePt t="93714" x="3821113" y="3151188"/>
          <p14:tracePt t="93715" x="3827463" y="3163888"/>
          <p14:tracePt t="93716" x="3827463" y="3170238"/>
          <p14:tracePt t="93717" x="3827463" y="3176588"/>
          <p14:tracePt t="93718" x="3833813" y="3181350"/>
          <p14:tracePt t="93719" x="3833813" y="3187700"/>
          <p14:tracePt t="93720" x="3833813" y="3200400"/>
          <p14:tracePt t="93721" x="3833813" y="3205163"/>
          <p14:tracePt t="93722" x="3833813" y="3211513"/>
          <p14:tracePt t="93723" x="3833813" y="3217863"/>
          <p14:tracePt t="93724" x="3840163" y="3224213"/>
          <p14:tracePt t="93725" x="3840163" y="3235325"/>
          <p14:tracePt t="93726" x="3840163" y="3241675"/>
          <p14:tracePt t="93727" x="3840163" y="3248025"/>
          <p14:tracePt t="93728" x="3844925" y="3252788"/>
          <p14:tracePt t="93729" x="3844925" y="3259138"/>
          <p14:tracePt t="93730" x="3844925" y="3265488"/>
          <p14:tracePt t="93731" x="3844925" y="3278188"/>
          <p14:tracePt t="93732" x="3844925" y="3282950"/>
          <p14:tracePt t="93733" x="3844925" y="3289300"/>
          <p14:tracePt t="93734" x="3851275" y="3295650"/>
          <p14:tracePt t="93735" x="3851275" y="3302000"/>
          <p14:tracePt t="93736" x="3851275" y="3306763"/>
          <p14:tracePt t="93737" x="3851275" y="3313113"/>
          <p14:tracePt t="93739" x="3851275" y="3319463"/>
          <p14:tracePt t="93739" x="3851275" y="3325813"/>
          <p14:tracePt t="93740" x="3851275" y="3330575"/>
          <p14:tracePt t="93741" x="3851275" y="3336925"/>
          <p14:tracePt t="93742" x="3857625" y="3343275"/>
          <p14:tracePt t="93743" x="3857625" y="3349625"/>
          <p14:tracePt t="93744" x="3857625" y="3355975"/>
          <p14:tracePt t="93745" x="3857625" y="3360738"/>
          <p14:tracePt t="93746" x="3857625" y="3367088"/>
          <p14:tracePt t="93747" x="3857625" y="3373438"/>
          <p14:tracePt t="93748" x="3857625" y="3379788"/>
          <p14:tracePt t="93750" x="3863975" y="3384550"/>
          <p14:tracePt t="93751" x="3863975" y="3390900"/>
          <p14:tracePt t="93752" x="3863975" y="3397250"/>
          <p14:tracePt t="93753" x="3863975" y="3403600"/>
          <p14:tracePt t="93754" x="3863975" y="3408363"/>
          <p14:tracePt t="93755" x="3863975" y="3414713"/>
          <p14:tracePt t="93757" x="3863975" y="3427413"/>
          <p14:tracePt t="93759" x="3863975" y="3433763"/>
          <p14:tracePt t="93760" x="3863975" y="3438525"/>
          <p14:tracePt t="93761" x="3863975" y="3444875"/>
          <p14:tracePt t="93762" x="3863975" y="3451225"/>
          <p14:tracePt t="93763" x="3868738" y="3451225"/>
          <p14:tracePt t="93764" x="3868738" y="3457575"/>
          <p14:tracePt t="93765" x="3868738" y="3462338"/>
          <p14:tracePt t="93766" x="3868738" y="3468688"/>
          <p14:tracePt t="93767" x="3868738" y="3475038"/>
          <p14:tracePt t="93768" x="3868738" y="3481388"/>
          <p14:tracePt t="93770" x="3868738" y="3486150"/>
          <p14:tracePt t="93771" x="3868738" y="3492500"/>
          <p14:tracePt t="93772" x="3868738" y="3498850"/>
          <p14:tracePt t="93773" x="3868738" y="3505200"/>
          <p14:tracePt t="93775" x="3868738" y="3509963"/>
          <p14:tracePt t="93776" x="3868738" y="3516313"/>
          <p14:tracePt t="93777" x="3868738" y="3522663"/>
          <p14:tracePt t="93778" x="3868738" y="3529013"/>
          <p14:tracePt t="93779" x="3868738" y="3535363"/>
          <p14:tracePt t="93780" x="3868738" y="3540125"/>
          <p14:tracePt t="93781" x="3868738" y="3546475"/>
          <p14:tracePt t="93782" x="3868738" y="3552825"/>
          <p14:tracePt t="93783" x="3868738" y="3559175"/>
          <p14:tracePt t="93784" x="3875088" y="3563938"/>
          <p14:tracePt t="93785" x="3875088" y="3570288"/>
          <p14:tracePt t="93786" x="3875088" y="3576638"/>
          <p14:tracePt t="93787" x="3875088" y="3582988"/>
          <p14:tracePt t="93789" x="3875088" y="3587750"/>
          <p14:tracePt t="93789" x="3875088" y="3594100"/>
          <p14:tracePt t="93790" x="3875088" y="3600450"/>
          <p14:tracePt t="93791" x="3875088" y="3606800"/>
          <p14:tracePt t="93792" x="3881438" y="3613150"/>
          <p14:tracePt t="93793" x="3881438" y="3617913"/>
          <p14:tracePt t="93794" x="3881438" y="3624263"/>
          <p14:tracePt t="93795" x="3881438" y="3636963"/>
          <p14:tracePt t="93796" x="3881438" y="3641725"/>
          <p14:tracePt t="93797" x="3881438" y="3648075"/>
          <p14:tracePt t="93798" x="3881438" y="3654425"/>
          <p14:tracePt t="93799" x="3881438" y="3660775"/>
          <p14:tracePt t="93800" x="3881438" y="3665538"/>
          <p14:tracePt t="93801" x="3881438" y="3671888"/>
          <p14:tracePt t="93802" x="3881438" y="3678238"/>
          <p14:tracePt t="93803" x="3887788" y="3690938"/>
          <p14:tracePt t="93804" x="3887788" y="3695700"/>
          <p14:tracePt t="93805" x="3887788" y="3708400"/>
          <p14:tracePt t="93806" x="3887788" y="3714750"/>
          <p14:tracePt t="93807" x="3887788" y="3719513"/>
          <p14:tracePt t="93808" x="3892550" y="3725863"/>
          <p14:tracePt t="93809" x="3892550" y="3732213"/>
          <p14:tracePt t="93810" x="3892550" y="3738563"/>
          <p14:tracePt t="93811" x="3892550" y="3743325"/>
          <p14:tracePt t="93812" x="3892550" y="3749675"/>
          <p14:tracePt t="93813" x="3892550" y="3756025"/>
          <p14:tracePt t="93814" x="3892550" y="3767138"/>
          <p14:tracePt t="93816" x="3892550" y="3773488"/>
          <p14:tracePt t="93817" x="3898900" y="3779838"/>
          <p14:tracePt t="93818" x="3898900" y="3792538"/>
          <p14:tracePt t="93820" x="3898900" y="3803650"/>
          <p14:tracePt t="93821" x="3898900" y="3810000"/>
          <p14:tracePt t="93822" x="3898900" y="3816350"/>
          <p14:tracePt t="93823" x="3898900" y="3821113"/>
          <p14:tracePt t="93824" x="3898900" y="3827463"/>
          <p14:tracePt t="93825" x="3898900" y="3833813"/>
          <p14:tracePt t="93826" x="3905250" y="3840163"/>
          <p14:tracePt t="93827" x="3905250" y="3844925"/>
          <p14:tracePt t="93828" x="3905250" y="3851275"/>
          <p14:tracePt t="93829" x="3905250" y="3857625"/>
          <p14:tracePt t="93831" x="3905250" y="3870325"/>
          <p14:tracePt t="93833" x="3905250" y="3881438"/>
          <p14:tracePt t="93835" x="3905250" y="3887788"/>
          <p14:tracePt t="93836" x="3905250" y="3894138"/>
          <p14:tracePt t="93837" x="3905250" y="3898900"/>
          <p14:tracePt t="93838" x="3905250" y="3905250"/>
          <p14:tracePt t="93839" x="3905250" y="3911600"/>
          <p14:tracePt t="93840" x="3905250" y="3917950"/>
          <p14:tracePt t="93841" x="3905250" y="3922713"/>
          <p14:tracePt t="93842" x="3905250" y="3929063"/>
          <p14:tracePt t="93843" x="3905250" y="3935413"/>
          <p14:tracePt t="93845" x="3905250" y="3941763"/>
          <p14:tracePt t="93846" x="3905250" y="3948113"/>
          <p14:tracePt t="93847" x="3905250" y="3952875"/>
          <p14:tracePt t="93848" x="3905250" y="3959225"/>
          <p14:tracePt t="93849" x="3905250" y="3965575"/>
          <p14:tracePt t="93851" x="3905250" y="3971925"/>
          <p14:tracePt t="93852" x="3905250" y="3976688"/>
          <p14:tracePt t="93853" x="3905250" y="3983038"/>
          <p14:tracePt t="93854" x="3905250" y="3989388"/>
          <p14:tracePt t="93855" x="3898900" y="3989388"/>
          <p14:tracePt t="93856" x="3898900" y="3995738"/>
          <p14:tracePt t="93857" x="3898900" y="4000500"/>
          <p14:tracePt t="93858" x="3898900" y="4006850"/>
          <p14:tracePt t="93860" x="3898900" y="4013200"/>
          <p14:tracePt t="93861" x="3898900" y="4019550"/>
          <p14:tracePt t="93862" x="3892550" y="4019550"/>
          <p14:tracePt t="93863" x="3892550" y="4024313"/>
          <p14:tracePt t="93864" x="3892550" y="4030663"/>
          <p14:tracePt t="93866" x="3892550" y="4043363"/>
          <p14:tracePt t="93867" x="3887788" y="4043363"/>
          <p14:tracePt t="93868" x="3887788" y="4049713"/>
          <p14:tracePt t="93869" x="3887788" y="4054475"/>
          <p14:tracePt t="93871" x="3887788" y="4060825"/>
          <p14:tracePt t="93872" x="3887788" y="4067175"/>
          <p14:tracePt t="93873" x="3887788" y="4073525"/>
          <p14:tracePt t="93874" x="3881438" y="4073525"/>
          <p14:tracePt t="93875" x="3881438" y="4078288"/>
          <p14:tracePt t="93876" x="3881438" y="4084638"/>
          <p14:tracePt t="93877" x="3875088" y="4090988"/>
          <p14:tracePt t="93878" x="3875088" y="4097338"/>
          <p14:tracePt t="93879" x="3875088" y="4102100"/>
          <p14:tracePt t="93880" x="3875088" y="4108450"/>
          <p14:tracePt t="93882" x="3868738" y="4114800"/>
          <p14:tracePt t="93883" x="3868738" y="4121150"/>
          <p14:tracePt t="93884" x="3868738" y="4127500"/>
          <p14:tracePt t="93886" x="3863975" y="4132263"/>
          <p14:tracePt t="93887" x="3863975" y="4138613"/>
          <p14:tracePt t="93888" x="3863975" y="4144963"/>
          <p14:tracePt t="93890" x="3857625" y="4151313"/>
          <p14:tracePt t="93891" x="3857625" y="4156075"/>
          <p14:tracePt t="93892" x="3857625" y="4162425"/>
          <p14:tracePt t="93893" x="3851275" y="4162425"/>
          <p14:tracePt t="93894" x="3851275" y="4168775"/>
          <p14:tracePt t="93895" x="3851275" y="4175125"/>
          <p14:tracePt t="93896" x="3851275" y="4179888"/>
          <p14:tracePt t="93897" x="3844925" y="4179888"/>
          <p14:tracePt t="93898" x="3844925" y="4186238"/>
          <p14:tracePt t="93899" x="3844925" y="4192588"/>
          <p14:tracePt t="93901" x="3840163" y="4198938"/>
          <p14:tracePt t="93902" x="3840163" y="4205288"/>
          <p14:tracePt t="93903" x="3840163" y="4210050"/>
          <p14:tracePt t="93904" x="3833813" y="4210050"/>
          <p14:tracePt t="93905" x="3833813" y="4216400"/>
          <p14:tracePt t="93906" x="3833813" y="4222750"/>
          <p14:tracePt t="93907" x="3827463" y="4222750"/>
          <p14:tracePt t="93908" x="3827463" y="4229100"/>
          <p14:tracePt t="93909" x="3827463" y="4233863"/>
          <p14:tracePt t="93911" x="3821113" y="4240213"/>
          <p14:tracePt t="93912" x="3821113" y="4246563"/>
          <p14:tracePt t="93914" x="3814763" y="4252913"/>
          <p14:tracePt t="93916" x="3814763" y="4257675"/>
          <p14:tracePt t="93917" x="3814763" y="4264025"/>
          <p14:tracePt t="93918" x="3810000" y="4264025"/>
          <p14:tracePt t="93919" x="3810000" y="4270375"/>
          <p14:tracePt t="93920" x="3810000" y="4276725"/>
          <p14:tracePt t="93921" x="3803650" y="4276725"/>
          <p14:tracePt t="93922" x="3803650" y="4281488"/>
          <p14:tracePt t="93923" x="3803650" y="4287838"/>
          <p14:tracePt t="93925" x="3797300" y="4287838"/>
          <p14:tracePt t="93926" x="3797300" y="4294188"/>
          <p14:tracePt t="93927" x="3797300" y="4300538"/>
          <p14:tracePt t="93929" x="3797300" y="4306888"/>
          <p14:tracePt t="93930" x="3790950" y="4306888"/>
          <p14:tracePt t="93931" x="3790950" y="4311650"/>
          <p14:tracePt t="93933" x="3790950" y="4318000"/>
          <p14:tracePt t="93935" x="3790950" y="4324350"/>
          <p14:tracePt t="93936" x="3786188" y="4324350"/>
          <p14:tracePt t="93937" x="3786188" y="4330700"/>
          <p14:tracePt t="93940" x="3779838" y="4335463"/>
          <p14:tracePt t="93943" x="3779838" y="4341813"/>
          <p14:tracePt t="93945" x="3779838" y="4348163"/>
          <p14:tracePt t="93949" x="3779838" y="4354513"/>
          <p14:tracePt t="93952" x="3779838" y="4359275"/>
          <p14:tracePt t="93963" x="3773488" y="4365625"/>
          <p14:tracePt t="93964" x="3773488" y="4371975"/>
          <p14:tracePt t="93972" x="3773488" y="4378325"/>
          <p14:tracePt t="93977" x="3773488" y="4384675"/>
          <p14:tracePt t="93979" x="3767138" y="4384675"/>
          <p14:tracePt t="93981" x="3767138" y="4389438"/>
          <p14:tracePt t="93985" x="3767138" y="4395788"/>
          <p14:tracePt t="93988" x="3762375" y="4402138"/>
          <p14:tracePt t="93992" x="3762375" y="4408488"/>
          <p14:tracePt t="93994" x="3756025" y="4413250"/>
          <p14:tracePt t="93997" x="3756025" y="4419600"/>
          <p14:tracePt t="93999" x="3749675" y="4419600"/>
          <p14:tracePt t="94000" x="3749675" y="4425950"/>
          <p14:tracePt t="94003" x="3743325" y="4432300"/>
          <p14:tracePt t="94005" x="3743325" y="4437063"/>
          <p14:tracePt t="94007" x="3736975" y="4443413"/>
          <p14:tracePt t="94009" x="3736975" y="4449763"/>
          <p14:tracePt t="94010" x="3732213" y="4449763"/>
          <p14:tracePt t="94011" x="3732213" y="4456113"/>
          <p14:tracePt t="94013" x="3725863" y="4456113"/>
          <p14:tracePt t="94014" x="3725863" y="4462463"/>
          <p14:tracePt t="94016" x="3719513" y="4467225"/>
          <p14:tracePt t="94019" x="3713163" y="4473575"/>
          <p14:tracePt t="94021" x="3713163" y="4479925"/>
          <p14:tracePt t="94022" x="3708400" y="4479925"/>
          <p14:tracePt t="94023" x="3708400" y="4486275"/>
          <p14:tracePt t="94024" x="3702050" y="4486275"/>
          <p14:tracePt t="94025" x="3702050" y="4491038"/>
          <p14:tracePt t="94027" x="3695700" y="4497388"/>
          <p14:tracePt t="94029" x="3689350" y="4503738"/>
          <p14:tracePt t="94031" x="3689350" y="4510088"/>
          <p14:tracePt t="94032" x="3684588" y="4510088"/>
          <p14:tracePt t="94034" x="3684588" y="4514850"/>
          <p14:tracePt t="94035" x="3678238" y="4514850"/>
          <p14:tracePt t="94036" x="3678238" y="4521200"/>
          <p14:tracePt t="94038" x="3671888" y="4527550"/>
          <p14:tracePt t="94040" x="3665538" y="4533900"/>
          <p14:tracePt t="94043" x="3665538" y="4538663"/>
          <p14:tracePt t="94044" x="3660775" y="4538663"/>
          <p14:tracePt t="94045" x="3660775" y="4545013"/>
          <p14:tracePt t="94046" x="3654425" y="4545013"/>
          <p14:tracePt t="94048" x="3654425" y="4551363"/>
          <p14:tracePt t="94050" x="3648075" y="4557713"/>
          <p14:tracePt t="94053" x="3648075" y="4564063"/>
          <p14:tracePt t="94054" x="3641725" y="4564063"/>
          <p14:tracePt t="94056" x="3641725" y="4568825"/>
          <p14:tracePt t="94058" x="3635375" y="4568825"/>
          <p14:tracePt t="94059" x="3635375" y="4575175"/>
          <p14:tracePt t="94062" x="3635375" y="4581525"/>
          <p14:tracePt t="94063" x="3630613" y="4581525"/>
          <p14:tracePt t="94066" x="3630613" y="4587875"/>
          <p14:tracePt t="94070" x="3630613" y="4592638"/>
          <p14:tracePt t="94073" x="3624263" y="4592638"/>
          <p14:tracePt t="94076" x="3624263" y="4598988"/>
          <p14:tracePt t="94084" x="3624263" y="4605338"/>
          <p14:tracePt t="94096" x="3624263" y="4611688"/>
          <p14:tracePt t="94105" x="3624263" y="4616450"/>
          <p14:tracePt t="94111" x="3624263" y="4622800"/>
          <p14:tracePt t="94118" x="3624263" y="4629150"/>
          <p14:tracePt t="94123" x="3624263" y="4635500"/>
          <p14:tracePt t="94126" x="3630613" y="4635500"/>
          <p14:tracePt t="94128" x="3630613" y="4641850"/>
          <p14:tracePt t="94133" x="3630613" y="4646613"/>
          <p14:tracePt t="94134" x="3635375" y="4646613"/>
          <p14:tracePt t="94137" x="3635375" y="4652963"/>
          <p14:tracePt t="94139" x="3641725" y="4652963"/>
          <p14:tracePt t="94143" x="3641725" y="4659313"/>
          <p14:tracePt t="94146" x="3641725" y="4665663"/>
          <p14:tracePt t="94148" x="3648075" y="4665663"/>
          <p14:tracePt t="94152" x="3654425" y="4665663"/>
          <p14:tracePt t="94154" x="3654425" y="4670425"/>
          <p14:tracePt t="94160" x="3660775" y="4676775"/>
          <p14:tracePt t="94166" x="3665538" y="4676775"/>
          <p14:tracePt t="94170" x="3665538" y="4683125"/>
          <p14:tracePt t="94175" x="3671888" y="4683125"/>
          <p14:tracePt t="94180" x="3678238" y="4683125"/>
          <p14:tracePt t="94182" x="3678238" y="4689475"/>
          <p14:tracePt t="94187" x="3684588" y="4689475"/>
          <p14:tracePt t="94190" x="3684588" y="4694238"/>
          <p14:tracePt t="94192" x="3689350" y="4694238"/>
          <p14:tracePt t="94200" x="3695700" y="4694238"/>
          <p14:tracePt t="94204" x="3695700" y="4700588"/>
          <p14:tracePt t="94207" x="3702050" y="4700588"/>
          <p14:tracePt t="94214" x="3708400" y="4700588"/>
          <p14:tracePt t="94215" x="3708400" y="4706938"/>
          <p14:tracePt t="94226" x="3713163" y="4706938"/>
          <p14:tracePt t="94236" x="3719513" y="4706938"/>
          <p14:tracePt t="94240" x="3719513" y="4713288"/>
          <p14:tracePt t="94260" x="3725863" y="4713288"/>
          <p14:tracePt t="94261" x="3725863" y="4719638"/>
          <p14:tracePt t="94276" x="3732213" y="4719638"/>
          <p14:tracePt t="94278" x="3732213" y="4724400"/>
          <p14:tracePt t="94284" x="3732213" y="4730750"/>
          <p14:tracePt t="94288" x="3736975" y="4730750"/>
          <p14:tracePt t="94290" x="3736975" y="4737100"/>
          <p14:tracePt t="94295" x="3736975" y="4743450"/>
          <p14:tracePt t="94296" x="3743325" y="4743450"/>
          <p14:tracePt t="94300" x="3743325" y="4748213"/>
          <p14:tracePt t="94305" x="3743325" y="4754563"/>
          <p14:tracePt t="94306" x="3749675" y="4754563"/>
          <p14:tracePt t="94311" x="3749675" y="4760913"/>
          <p14:tracePt t="94319" x="3749675" y="4767263"/>
          <p14:tracePt t="94325" x="3749675" y="4772025"/>
          <p14:tracePt t="94326" x="3756025" y="4772025"/>
          <p14:tracePt t="94337" x="3756025" y="4778375"/>
          <p14:tracePt t="94346" x="3756025" y="4784725"/>
          <p14:tracePt t="94365" x="3756025" y="4791075"/>
          <p14:tracePt t="94379" x="3756025" y="4795838"/>
          <p14:tracePt t="94388" x="3756025" y="4802188"/>
          <p14:tracePt t="94396" x="3756025" y="4808538"/>
          <p14:tracePt t="94403" x="3756025" y="4814888"/>
          <p14:tracePt t="94412" x="3756025" y="4821238"/>
          <p14:tracePt t="94422" x="3756025" y="4826000"/>
          <p14:tracePt t="94429" x="3749675" y="4826000"/>
          <p14:tracePt t="94434" x="3749675" y="4832350"/>
          <p14:tracePt t="94526" x="3743325" y="4832350"/>
          <p14:tracePt t="94539" x="3736975" y="4832350"/>
          <p14:tracePt t="94551" x="3732213" y="4832350"/>
          <p14:tracePt t="94562" x="3725863" y="4832350"/>
          <p14:tracePt t="94573" x="3719513" y="4832350"/>
          <p14:tracePt t="94576" x="3719513" y="4838700"/>
          <p14:tracePt t="94585" x="3713163" y="4838700"/>
          <p14:tracePt t="94592" x="3708400" y="4838700"/>
          <p14:tracePt t="94596" x="3708400" y="4845050"/>
          <p14:tracePt t="94597" x="3702050" y="4845050"/>
          <p14:tracePt t="94601" x="3695700" y="4845050"/>
          <p14:tracePt t="94604" x="3689350" y="4849813"/>
          <p14:tracePt t="94607" x="3684588" y="4849813"/>
          <p14:tracePt t="94609" x="3678238" y="4849813"/>
          <p14:tracePt t="94610" x="3678238" y="4856163"/>
          <p14:tracePt t="94611" x="3671888" y="4856163"/>
          <p14:tracePt t="94613" x="3665538" y="4856163"/>
          <p14:tracePt t="94614" x="3665538" y="4862513"/>
          <p14:tracePt t="94615" x="3660775" y="4862513"/>
          <p14:tracePt t="94617" x="3654425" y="4862513"/>
          <p14:tracePt t="94618" x="3654425" y="4868863"/>
          <p14:tracePt t="94619" x="3648075" y="4868863"/>
          <p14:tracePt t="94621" x="3641725" y="4873625"/>
          <p14:tracePt t="94622" x="3635375" y="4873625"/>
          <p14:tracePt t="94624" x="3630613" y="4873625"/>
          <p14:tracePt t="94625" x="3624263" y="4879975"/>
          <p14:tracePt t="94627" x="3617913" y="4886325"/>
          <p14:tracePt t="94628" x="3611563" y="4886325"/>
          <p14:tracePt t="94629" x="3606800" y="4886325"/>
          <p14:tracePt t="94630" x="3600450" y="4892675"/>
          <p14:tracePt t="94632" x="3594100" y="4899025"/>
          <p14:tracePt t="94633" x="3587750" y="4899025"/>
          <p14:tracePt t="94634" x="3582988" y="4903788"/>
          <p14:tracePt t="94635" x="3576638" y="4903788"/>
          <p14:tracePt t="94636" x="3570288" y="4910138"/>
          <p14:tracePt t="94637" x="3563938" y="4910138"/>
          <p14:tracePt t="94639" x="3557588" y="4916488"/>
          <p14:tracePt t="94640" x="3552825" y="4916488"/>
          <p14:tracePt t="94641" x="3546475" y="4922838"/>
          <p14:tracePt t="94642" x="3540125" y="4922838"/>
          <p14:tracePt t="94643" x="3533775" y="4927600"/>
          <p14:tracePt t="94644" x="3529013" y="4927600"/>
          <p14:tracePt t="94645" x="3522663" y="4933950"/>
          <p14:tracePt t="94646" x="3516313" y="4933950"/>
          <p14:tracePt t="94647" x="3516313" y="4940300"/>
          <p14:tracePt t="94648" x="3505200" y="4940300"/>
          <p14:tracePt t="94649" x="3505200" y="4946650"/>
          <p14:tracePt t="94650" x="3498850" y="4946650"/>
          <p14:tracePt t="94651" x="3492500" y="4951413"/>
          <p14:tracePt t="94652" x="3486150" y="4951413"/>
          <p14:tracePt t="94653" x="3479800" y="4957763"/>
          <p14:tracePt t="94654" x="3475038" y="4957763"/>
          <p14:tracePt t="94655" x="3468688" y="4964113"/>
          <p14:tracePt t="94656" x="3462338" y="4964113"/>
          <p14:tracePt t="94657" x="3455988" y="4970463"/>
          <p14:tracePt t="94658" x="3451225" y="4976813"/>
          <p14:tracePt t="94659" x="3444875" y="4976813"/>
          <p14:tracePt t="94660" x="3438525" y="4981575"/>
          <p14:tracePt t="94661" x="3432175" y="4981575"/>
          <p14:tracePt t="94662" x="3427413" y="4987925"/>
          <p14:tracePt t="94663" x="3421063" y="4987925"/>
          <p14:tracePt t="94664" x="3421063" y="4994275"/>
          <p14:tracePt t="94665" x="3414713" y="4994275"/>
          <p14:tracePt t="94666" x="3408363" y="5000625"/>
          <p14:tracePt t="94667" x="3403600" y="5000625"/>
          <p14:tracePt t="94668" x="3397250" y="5005388"/>
          <p14:tracePt t="94669" x="3390900" y="5005388"/>
          <p14:tracePt t="94670" x="3384550" y="5011738"/>
          <p14:tracePt t="94671" x="3378200" y="5018088"/>
          <p14:tracePt t="94672" x="3373438" y="5018088"/>
          <p14:tracePt t="94673" x="3367088" y="5024438"/>
          <p14:tracePt t="94674" x="3360738" y="5024438"/>
          <p14:tracePt t="94675" x="3360738" y="5029200"/>
          <p14:tracePt t="94676" x="3349625" y="5029200"/>
          <p14:tracePt t="94677" x="3349625" y="5035550"/>
          <p14:tracePt t="94678" x="3343275" y="5041900"/>
          <p14:tracePt t="94679" x="3336925" y="5041900"/>
          <p14:tracePt t="94680" x="3330575" y="5048250"/>
          <p14:tracePt t="94681" x="3325813" y="5048250"/>
          <p14:tracePt t="94682" x="3319463" y="5053013"/>
          <p14:tracePt t="94683" x="3313113" y="5053013"/>
          <p14:tracePt t="94684" x="3306763" y="5059363"/>
          <p14:tracePt t="94685" x="3306763" y="5065713"/>
          <p14:tracePt t="94686" x="3300413" y="5065713"/>
          <p14:tracePt t="94687" x="3295650" y="5072063"/>
          <p14:tracePt t="94688" x="3289300" y="5072063"/>
          <p14:tracePt t="94689" x="3282950" y="5078413"/>
          <p14:tracePt t="94690" x="3276600" y="5078413"/>
          <p14:tracePt t="94691" x="3276600" y="5083175"/>
          <p14:tracePt t="94692" x="3271838" y="5083175"/>
          <p14:tracePt t="94693" x="3265488" y="5089525"/>
          <p14:tracePt t="94694" x="3259138" y="5089525"/>
          <p14:tracePt t="94695" x="3252788" y="5095875"/>
          <p14:tracePt t="94697" x="3248025" y="5102225"/>
          <p14:tracePt t="94698" x="3241675" y="5102225"/>
          <p14:tracePt t="94699" x="3235325" y="5102225"/>
          <p14:tracePt t="94700" x="3228975" y="5106988"/>
          <p14:tracePt t="94702" x="3224213" y="5113338"/>
          <p14:tracePt t="94703" x="3217863" y="5113338"/>
          <p14:tracePt t="94704" x="3211513" y="5119688"/>
          <p14:tracePt t="94706" x="3205163" y="5126038"/>
          <p14:tracePt t="94707" x="3198813" y="5126038"/>
          <p14:tracePt t="94708" x="3198813" y="5130800"/>
          <p14:tracePt t="94709" x="3194050" y="5130800"/>
          <p14:tracePt t="94710" x="3187700" y="5137150"/>
          <p14:tracePt t="94712" x="3181350" y="5137150"/>
          <p14:tracePt t="95281" x="0" y="0"/>
        </p14:tracePtLst>
      </p14:laserTraceLst>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Meltdown and Spectre</a:t>
            </a:r>
          </a:p>
        </p:txBody>
      </p:sp>
      <p:sp>
        <p:nvSpPr>
          <p:cNvPr id="3" name="Content Placeholder 2"/>
          <p:cNvSpPr>
            <a:spLocks noGrp="1"/>
          </p:cNvSpPr>
          <p:nvPr>
            <p:ph idx="1"/>
          </p:nvPr>
        </p:nvSpPr>
        <p:spPr/>
        <p:txBody>
          <a:bodyPr/>
          <a:lstStyle/>
          <a:p>
            <a:r>
              <a:rPr lang="en-NZ" dirty="0"/>
              <a:t>Confidentiality attacks</a:t>
            </a:r>
          </a:p>
          <a:p>
            <a:r>
              <a:rPr lang="en-NZ" dirty="0"/>
              <a:t>Extracts private information</a:t>
            </a:r>
          </a:p>
          <a:p>
            <a:pPr lvl="1"/>
            <a:r>
              <a:rPr lang="en-NZ" dirty="0"/>
              <a:t>Bit by bit</a:t>
            </a:r>
          </a:p>
          <a:p>
            <a:r>
              <a:rPr lang="en-NZ" dirty="0"/>
              <a:t>Spectre</a:t>
            </a:r>
          </a:p>
          <a:p>
            <a:pPr lvl="1"/>
            <a:r>
              <a:rPr lang="en-NZ" dirty="0"/>
              <a:t>Breaks isolation</a:t>
            </a:r>
          </a:p>
          <a:p>
            <a:r>
              <a:rPr lang="en-NZ" dirty="0"/>
              <a:t>Meltdown</a:t>
            </a:r>
          </a:p>
          <a:p>
            <a:pPr lvl="1"/>
            <a:r>
              <a:rPr lang="en-NZ" dirty="0"/>
              <a:t>Breaks isolation between user applications and the OS.</a:t>
            </a:r>
          </a:p>
        </p:txBody>
      </p:sp>
    </p:spTree>
    <p:extLst>
      <p:ext uri="{BB962C8B-B14F-4D97-AF65-F5344CB8AC3E}">
        <p14:creationId xmlns:p14="http://schemas.microsoft.com/office/powerpoint/2010/main" val="1258736565"/>
      </p:ext>
    </p:extLst>
  </p:cSld>
  <p:clrMapOvr>
    <a:masterClrMapping/>
  </p:clrMapOvr>
  <mc:AlternateContent xmlns:mc="http://schemas.openxmlformats.org/markup-compatibility/2006" xmlns:p14="http://schemas.microsoft.com/office/powerpoint/2010/main">
    <mc:Choice Requires="p14">
      <p:transition spd="slow" p14:dur="2000" advTm="86388"/>
    </mc:Choice>
    <mc:Fallback xmlns="">
      <p:transition spd="slow" advTm="86388"/>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6088EBF-D4D6-621C-1F12-80B5B83E96DA}"/>
              </a:ext>
            </a:extLst>
          </p:cNvPr>
          <p:cNvPicPr>
            <a:picLocks noChangeAspect="1"/>
          </p:cNvPicPr>
          <p:nvPr/>
        </p:nvPicPr>
        <p:blipFill>
          <a:blip r:embed="rId2"/>
          <a:stretch>
            <a:fillRect/>
          </a:stretch>
        </p:blipFill>
        <p:spPr>
          <a:xfrm>
            <a:off x="2770803" y="1139631"/>
            <a:ext cx="2781300" cy="1968500"/>
          </a:xfrm>
          <a:prstGeom prst="rect">
            <a:avLst/>
          </a:prstGeom>
        </p:spPr>
      </p:pic>
    </p:spTree>
    <p:extLst>
      <p:ext uri="{BB962C8B-B14F-4D97-AF65-F5344CB8AC3E}">
        <p14:creationId xmlns:p14="http://schemas.microsoft.com/office/powerpoint/2010/main" val="35815450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6088EBF-D4D6-621C-1F12-80B5B83E96DA}"/>
              </a:ext>
            </a:extLst>
          </p:cNvPr>
          <p:cNvPicPr>
            <a:picLocks noChangeAspect="1"/>
          </p:cNvPicPr>
          <p:nvPr/>
        </p:nvPicPr>
        <p:blipFill>
          <a:blip r:embed="rId2"/>
          <a:stretch>
            <a:fillRect/>
          </a:stretch>
        </p:blipFill>
        <p:spPr>
          <a:xfrm>
            <a:off x="2770803" y="1139631"/>
            <a:ext cx="2781300" cy="1968500"/>
          </a:xfrm>
          <a:prstGeom prst="rect">
            <a:avLst/>
          </a:prstGeom>
        </p:spPr>
      </p:pic>
      <p:sp>
        <p:nvSpPr>
          <p:cNvPr id="2" name="Rectangle 1">
            <a:extLst>
              <a:ext uri="{FF2B5EF4-FFF2-40B4-BE49-F238E27FC236}">
                <a16:creationId xmlns:a16="http://schemas.microsoft.com/office/drawing/2014/main" id="{984807D7-BB2F-194C-B282-60A4BFF1D917}"/>
              </a:ext>
            </a:extLst>
          </p:cNvPr>
          <p:cNvSpPr/>
          <p:nvPr/>
        </p:nvSpPr>
        <p:spPr>
          <a:xfrm>
            <a:off x="3797559" y="1744824"/>
            <a:ext cx="466530" cy="5318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A6C88646-07F0-BF93-71EC-DB954AB81468}"/>
              </a:ext>
            </a:extLst>
          </p:cNvPr>
          <p:cNvSpPr/>
          <p:nvPr/>
        </p:nvSpPr>
        <p:spPr>
          <a:xfrm>
            <a:off x="3806890" y="2368679"/>
            <a:ext cx="466530" cy="5318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9148554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For a technical understanding</a:t>
            </a:r>
          </a:p>
        </p:txBody>
      </p:sp>
      <p:sp>
        <p:nvSpPr>
          <p:cNvPr id="3" name="Content Placeholder 2"/>
          <p:cNvSpPr>
            <a:spLocks noGrp="1"/>
          </p:cNvSpPr>
          <p:nvPr>
            <p:ph idx="1"/>
          </p:nvPr>
        </p:nvSpPr>
        <p:spPr/>
        <p:txBody>
          <a:bodyPr/>
          <a:lstStyle/>
          <a:p>
            <a:r>
              <a:rPr lang="en-NZ" dirty="0"/>
              <a:t>we need to know about:</a:t>
            </a:r>
          </a:p>
          <a:p>
            <a:pPr lvl="1"/>
            <a:r>
              <a:rPr lang="en-NZ" dirty="0"/>
              <a:t>Computer Architecture</a:t>
            </a:r>
          </a:p>
          <a:p>
            <a:pPr lvl="1"/>
            <a:r>
              <a:rPr lang="en-NZ" dirty="0"/>
              <a:t>Computer Organization</a:t>
            </a:r>
          </a:p>
        </p:txBody>
      </p:sp>
    </p:spTree>
    <p:extLst>
      <p:ext uri="{BB962C8B-B14F-4D97-AF65-F5344CB8AC3E}">
        <p14:creationId xmlns:p14="http://schemas.microsoft.com/office/powerpoint/2010/main" val="1503007029"/>
      </p:ext>
    </p:extLst>
  </p:cSld>
  <p:clrMapOvr>
    <a:masterClrMapping/>
  </p:clrMapOvr>
  <mc:AlternateContent xmlns:mc="http://schemas.openxmlformats.org/markup-compatibility/2006" xmlns:p14="http://schemas.microsoft.com/office/powerpoint/2010/main">
    <mc:Choice Requires="p14">
      <p:transition spd="slow" p14:dur="2000" advTm="15869"/>
    </mc:Choice>
    <mc:Fallback xmlns="">
      <p:transition spd="slow" advTm="15869"/>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Computer Architecture</a:t>
            </a:r>
          </a:p>
        </p:txBody>
      </p:sp>
      <p:sp>
        <p:nvSpPr>
          <p:cNvPr id="3" name="Content Placeholder 2"/>
          <p:cNvSpPr>
            <a:spLocks noGrp="1"/>
          </p:cNvSpPr>
          <p:nvPr>
            <p:ph idx="1"/>
          </p:nvPr>
        </p:nvSpPr>
        <p:spPr/>
        <p:txBody>
          <a:bodyPr/>
          <a:lstStyle/>
          <a:p>
            <a:r>
              <a:rPr lang="en-NZ" dirty="0"/>
              <a:t>The interface the CPU implements</a:t>
            </a:r>
          </a:p>
          <a:p>
            <a:r>
              <a:rPr lang="en-NZ" dirty="0"/>
              <a:t>Also known as Instruction Set Architecture (ISA)</a:t>
            </a:r>
          </a:p>
          <a:p>
            <a:pPr lvl="1"/>
            <a:r>
              <a:rPr lang="en-NZ" dirty="0"/>
              <a:t>Load, store, add, etc.</a:t>
            </a:r>
          </a:p>
          <a:p>
            <a:r>
              <a:rPr lang="en-NZ" dirty="0"/>
              <a:t>Programs execute in it. The CPU always repeats:</a:t>
            </a:r>
          </a:p>
          <a:p>
            <a:pPr lvl="1"/>
            <a:r>
              <a:rPr lang="en-NZ" dirty="0"/>
              <a:t>Fetch the next instruction</a:t>
            </a:r>
          </a:p>
          <a:p>
            <a:pPr lvl="1"/>
            <a:r>
              <a:rPr lang="en-NZ" dirty="0"/>
              <a:t>Decode it</a:t>
            </a:r>
          </a:p>
          <a:p>
            <a:pPr lvl="1"/>
            <a:r>
              <a:rPr lang="en-NZ" dirty="0"/>
              <a:t>Execute it</a:t>
            </a:r>
          </a:p>
        </p:txBody>
      </p:sp>
      <p:pic>
        <p:nvPicPr>
          <p:cNvPr id="6" name="Picture 5">
            <a:extLst>
              <a:ext uri="{FF2B5EF4-FFF2-40B4-BE49-F238E27FC236}">
                <a16:creationId xmlns:a16="http://schemas.microsoft.com/office/drawing/2014/main" id="{E3231209-8E75-5FE8-246C-B2AA118EDAD0}"/>
              </a:ext>
            </a:extLst>
          </p:cNvPr>
          <p:cNvPicPr>
            <a:picLocks noChangeAspect="1"/>
          </p:cNvPicPr>
          <p:nvPr/>
        </p:nvPicPr>
        <p:blipFill>
          <a:blip r:embed="rId2"/>
          <a:stretch>
            <a:fillRect/>
          </a:stretch>
        </p:blipFill>
        <p:spPr>
          <a:xfrm>
            <a:off x="7202627" y="1911350"/>
            <a:ext cx="1792084" cy="1559638"/>
          </a:xfrm>
          <a:prstGeom prst="rect">
            <a:avLst/>
          </a:prstGeom>
        </p:spPr>
      </p:pic>
    </p:spTree>
    <p:extLst>
      <p:ext uri="{BB962C8B-B14F-4D97-AF65-F5344CB8AC3E}">
        <p14:creationId xmlns:p14="http://schemas.microsoft.com/office/powerpoint/2010/main" val="3242622472"/>
      </p:ext>
    </p:extLst>
  </p:cSld>
  <p:clrMapOvr>
    <a:masterClrMapping/>
  </p:clrMapOvr>
  <mc:AlternateContent xmlns:mc="http://schemas.openxmlformats.org/markup-compatibility/2006" xmlns:p14="http://schemas.microsoft.com/office/powerpoint/2010/main">
    <mc:Choice Requires="p14">
      <p:transition spd="slow" p14:dur="2000" advTm="62332"/>
    </mc:Choice>
    <mc:Fallback xmlns="">
      <p:transition spd="slow" advTm="62332"/>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NZ" dirty="0"/>
              <a:t>Computer Organization</a:t>
            </a:r>
          </a:p>
        </p:txBody>
      </p:sp>
      <p:sp>
        <p:nvSpPr>
          <p:cNvPr id="5" name="Content Placeholder 4"/>
          <p:cNvSpPr>
            <a:spLocks noGrp="1"/>
          </p:cNvSpPr>
          <p:nvPr>
            <p:ph sz="half" idx="1"/>
          </p:nvPr>
        </p:nvSpPr>
        <p:spPr>
          <a:xfrm>
            <a:off x="232189" y="1250330"/>
            <a:ext cx="3771074" cy="3677270"/>
          </a:xfrm>
        </p:spPr>
        <p:txBody>
          <a:bodyPr/>
          <a:lstStyle/>
          <a:p>
            <a:r>
              <a:rPr lang="en-NZ" dirty="0"/>
              <a:t>The mechanics under the ISA</a:t>
            </a:r>
          </a:p>
          <a:p>
            <a:r>
              <a:rPr lang="en-NZ" dirty="0"/>
              <a:t>Transparent to the user</a:t>
            </a:r>
          </a:p>
          <a:p>
            <a:r>
              <a:rPr lang="en-NZ" dirty="0"/>
              <a:t>But physical/real</a:t>
            </a:r>
          </a:p>
          <a:p>
            <a:r>
              <a:rPr lang="en-NZ" dirty="0"/>
              <a:t>Not just a spec</a:t>
            </a:r>
          </a:p>
          <a:p>
            <a:endParaRPr lang="en-NZ" dirty="0"/>
          </a:p>
        </p:txBody>
      </p:sp>
      <p:sp>
        <p:nvSpPr>
          <p:cNvPr id="7" name="Rectangle 6"/>
          <p:cNvSpPr/>
          <p:nvPr/>
        </p:nvSpPr>
        <p:spPr>
          <a:xfrm>
            <a:off x="4082775" y="2439592"/>
            <a:ext cx="1981200" cy="708992"/>
          </a:xfrm>
          <a:prstGeom prst="rect">
            <a:avLst/>
          </a:prstGeom>
          <a:ln>
            <a:prstDash val="lgDash"/>
          </a:ln>
        </p:spPr>
        <p:style>
          <a:lnRef idx="1">
            <a:schemeClr val="accent5"/>
          </a:lnRef>
          <a:fillRef idx="2">
            <a:schemeClr val="accent5"/>
          </a:fillRef>
          <a:effectRef idx="1">
            <a:schemeClr val="accent5"/>
          </a:effectRef>
          <a:fontRef idx="minor">
            <a:schemeClr val="dk1"/>
          </a:fontRef>
        </p:style>
        <p:txBody>
          <a:bodyPr rtlCol="0" anchor="ctr"/>
          <a:lstStyle/>
          <a:p>
            <a:pPr algn="ctr"/>
            <a:r>
              <a:rPr lang="en-NZ" i="1" dirty="0"/>
              <a:t>Computer Architecture</a:t>
            </a:r>
          </a:p>
          <a:p>
            <a:pPr algn="ctr"/>
            <a:r>
              <a:rPr lang="en-NZ" i="1" dirty="0"/>
              <a:t>ISA Specification</a:t>
            </a:r>
          </a:p>
        </p:txBody>
      </p:sp>
      <p:sp>
        <p:nvSpPr>
          <p:cNvPr id="8" name="Rectangle 7"/>
          <p:cNvSpPr/>
          <p:nvPr/>
        </p:nvSpPr>
        <p:spPr>
          <a:xfrm>
            <a:off x="7248939" y="2439592"/>
            <a:ext cx="1583361" cy="70899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NZ" dirty="0"/>
              <a:t>Computer Organization</a:t>
            </a:r>
          </a:p>
        </p:txBody>
      </p:sp>
      <p:sp>
        <p:nvSpPr>
          <p:cNvPr id="9" name="Rectangle 8"/>
          <p:cNvSpPr/>
          <p:nvPr/>
        </p:nvSpPr>
        <p:spPr>
          <a:xfrm>
            <a:off x="7248938" y="1343026"/>
            <a:ext cx="1583361" cy="70899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NZ" dirty="0"/>
              <a:t>Programs</a:t>
            </a:r>
          </a:p>
        </p:txBody>
      </p:sp>
      <p:sp>
        <p:nvSpPr>
          <p:cNvPr id="10" name="Rectangle 9"/>
          <p:cNvSpPr/>
          <p:nvPr/>
        </p:nvSpPr>
        <p:spPr>
          <a:xfrm>
            <a:off x="7248937" y="3536157"/>
            <a:ext cx="1583361" cy="70899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NZ" dirty="0"/>
              <a:t>Computer Hardware</a:t>
            </a:r>
          </a:p>
        </p:txBody>
      </p:sp>
      <p:cxnSp>
        <p:nvCxnSpPr>
          <p:cNvPr id="12" name="Straight Arrow Connector 11"/>
          <p:cNvCxnSpPr>
            <a:stCxn id="8" idx="1"/>
            <a:endCxn id="7" idx="3"/>
          </p:cNvCxnSpPr>
          <p:nvPr/>
        </p:nvCxnSpPr>
        <p:spPr>
          <a:xfrm flipH="1">
            <a:off x="6063975" y="2794088"/>
            <a:ext cx="118496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 name="TextBox 13"/>
          <p:cNvSpPr txBox="1"/>
          <p:nvPr/>
        </p:nvSpPr>
        <p:spPr>
          <a:xfrm>
            <a:off x="6063976" y="2486310"/>
            <a:ext cx="1184962" cy="338554"/>
          </a:xfrm>
          <a:prstGeom prst="rect">
            <a:avLst/>
          </a:prstGeom>
          <a:noFill/>
        </p:spPr>
        <p:txBody>
          <a:bodyPr wrap="square" rtlCol="0">
            <a:spAutoFit/>
          </a:bodyPr>
          <a:lstStyle/>
          <a:p>
            <a:pPr algn="ctr"/>
            <a:r>
              <a:rPr lang="en-NZ" sz="1600" dirty="0"/>
              <a:t>Implements</a:t>
            </a:r>
          </a:p>
        </p:txBody>
      </p:sp>
      <p:cxnSp>
        <p:nvCxnSpPr>
          <p:cNvPr id="18" name="Straight Arrow Connector 17"/>
          <p:cNvCxnSpPr>
            <a:stCxn id="8" idx="2"/>
            <a:endCxn id="10" idx="0"/>
          </p:cNvCxnSpPr>
          <p:nvPr/>
        </p:nvCxnSpPr>
        <p:spPr>
          <a:xfrm flipH="1">
            <a:off x="8040618" y="3148584"/>
            <a:ext cx="2" cy="38757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 name="TextBox 19"/>
          <p:cNvSpPr txBox="1"/>
          <p:nvPr/>
        </p:nvSpPr>
        <p:spPr>
          <a:xfrm>
            <a:off x="7248936" y="3195302"/>
            <a:ext cx="954160" cy="307777"/>
          </a:xfrm>
          <a:prstGeom prst="rect">
            <a:avLst/>
          </a:prstGeom>
          <a:noFill/>
        </p:spPr>
        <p:txBody>
          <a:bodyPr wrap="square" rtlCol="0">
            <a:spAutoFit/>
          </a:bodyPr>
          <a:lstStyle/>
          <a:p>
            <a:r>
              <a:rPr lang="en-NZ" sz="1400" dirty="0"/>
              <a:t>Operate</a:t>
            </a:r>
          </a:p>
        </p:txBody>
      </p:sp>
      <p:cxnSp>
        <p:nvCxnSpPr>
          <p:cNvPr id="22" name="Elbow Connector 21"/>
          <p:cNvCxnSpPr>
            <a:stCxn id="9" idx="1"/>
            <a:endCxn id="7" idx="0"/>
          </p:cNvCxnSpPr>
          <p:nvPr/>
        </p:nvCxnSpPr>
        <p:spPr>
          <a:xfrm rot="10800000" flipV="1">
            <a:off x="5073376" y="1697522"/>
            <a:ext cx="2175563" cy="742070"/>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23" name="TextBox 22"/>
          <p:cNvSpPr txBox="1"/>
          <p:nvPr/>
        </p:nvSpPr>
        <p:spPr>
          <a:xfrm>
            <a:off x="5765316" y="1389743"/>
            <a:ext cx="791681" cy="307777"/>
          </a:xfrm>
          <a:prstGeom prst="rect">
            <a:avLst/>
          </a:prstGeom>
          <a:noFill/>
        </p:spPr>
        <p:txBody>
          <a:bodyPr wrap="square" rtlCol="0">
            <a:spAutoFit/>
          </a:bodyPr>
          <a:lstStyle/>
          <a:p>
            <a:r>
              <a:rPr lang="en-NZ" dirty="0"/>
              <a:t>Invoke</a:t>
            </a:r>
          </a:p>
        </p:txBody>
      </p:sp>
    </p:spTree>
    <p:extLst>
      <p:ext uri="{BB962C8B-B14F-4D97-AF65-F5344CB8AC3E}">
        <p14:creationId xmlns:p14="http://schemas.microsoft.com/office/powerpoint/2010/main" val="3442498620"/>
      </p:ext>
    </p:extLst>
  </p:cSld>
  <p:clrMapOvr>
    <a:masterClrMapping/>
  </p:clrMapOvr>
  <mc:AlternateContent xmlns:mc="http://schemas.openxmlformats.org/markup-compatibility/2006" xmlns:p14="http://schemas.microsoft.com/office/powerpoint/2010/main">
    <mc:Choice Requires="p14">
      <p:transition spd="slow" p14:dur="2000" advTm="50907"/>
    </mc:Choice>
    <mc:Fallback xmlns="">
      <p:transition spd="slow" advTm="50907"/>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B2CB8-F792-F212-D8B8-B07E6E69F640}"/>
              </a:ext>
            </a:extLst>
          </p:cNvPr>
          <p:cNvSpPr>
            <a:spLocks noGrp="1"/>
          </p:cNvSpPr>
          <p:nvPr>
            <p:ph type="title"/>
          </p:nvPr>
        </p:nvSpPr>
        <p:spPr/>
        <p:txBody>
          <a:bodyPr/>
          <a:lstStyle/>
          <a:p>
            <a:r>
              <a:rPr lang="en-US" dirty="0"/>
              <a:t>CPU Cache</a:t>
            </a:r>
          </a:p>
        </p:txBody>
      </p:sp>
      <p:sp>
        <p:nvSpPr>
          <p:cNvPr id="3" name="Content Placeholder 2">
            <a:extLst>
              <a:ext uri="{FF2B5EF4-FFF2-40B4-BE49-F238E27FC236}">
                <a16:creationId xmlns:a16="http://schemas.microsoft.com/office/drawing/2014/main" id="{F81020BB-243D-4709-F47E-DF94CA8CD9D0}"/>
              </a:ext>
            </a:extLst>
          </p:cNvPr>
          <p:cNvSpPr>
            <a:spLocks noGrp="1"/>
          </p:cNvSpPr>
          <p:nvPr>
            <p:ph idx="1"/>
          </p:nvPr>
        </p:nvSpPr>
        <p:spPr/>
        <p:txBody>
          <a:bodyPr/>
          <a:lstStyle/>
          <a:p>
            <a:r>
              <a:rPr lang="en-US" dirty="0"/>
              <a:t>Main memory is much slower than the CPU</a:t>
            </a:r>
          </a:p>
          <a:p>
            <a:r>
              <a:rPr lang="en-US" dirty="0"/>
              <a:t>We do not want the CPU to be idle for long periods of time</a:t>
            </a:r>
          </a:p>
          <a:p>
            <a:r>
              <a:rPr lang="en-US" dirty="0"/>
              <a:t>Cache is a smaller but faster piece of memory closer to the CPU</a:t>
            </a:r>
          </a:p>
          <a:p>
            <a:endParaRPr lang="en-US" dirty="0"/>
          </a:p>
          <a:p>
            <a:r>
              <a:rPr lang="en-US" dirty="0"/>
              <a:t>Every time something is fetched from the main memory it is also stored in the cache</a:t>
            </a:r>
          </a:p>
          <a:p>
            <a:r>
              <a:rPr lang="en-US" dirty="0"/>
              <a:t>80:20 rule</a:t>
            </a:r>
          </a:p>
        </p:txBody>
      </p:sp>
    </p:spTree>
    <p:extLst>
      <p:ext uri="{BB962C8B-B14F-4D97-AF65-F5344CB8AC3E}">
        <p14:creationId xmlns:p14="http://schemas.microsoft.com/office/powerpoint/2010/main" val="177527314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CPU Cache</a:t>
            </a:r>
          </a:p>
        </p:txBody>
      </p:sp>
      <p:sp>
        <p:nvSpPr>
          <p:cNvPr id="8" name="Content Placeholder 7"/>
          <p:cNvSpPr>
            <a:spLocks noGrp="1"/>
          </p:cNvSpPr>
          <p:nvPr>
            <p:ph sz="half" idx="1"/>
          </p:nvPr>
        </p:nvSpPr>
        <p:spPr>
          <a:xfrm>
            <a:off x="513184" y="1268015"/>
            <a:ext cx="4432916" cy="3364707"/>
          </a:xfrm>
        </p:spPr>
        <p:txBody>
          <a:bodyPr>
            <a:normAutofit fontScale="92500"/>
          </a:bodyPr>
          <a:lstStyle/>
          <a:p>
            <a:r>
              <a:rPr lang="en-US" dirty="0"/>
              <a:t>A </a:t>
            </a:r>
            <a:r>
              <a:rPr lang="en-US" dirty="0">
                <a:latin typeface="Consolas" panose="020B0609020204030204" pitchFamily="49" charset="0"/>
              </a:rPr>
              <a:t>load 0x… </a:t>
            </a:r>
            <a:r>
              <a:rPr lang="en-US" dirty="0"/>
              <a:t>is not just a  load!</a:t>
            </a:r>
          </a:p>
          <a:p>
            <a:pPr marL="685800" lvl="1" indent="-342900">
              <a:buFont typeface="+mj-lt"/>
              <a:buAutoNum type="arabicPeriod"/>
            </a:pPr>
            <a:r>
              <a:rPr lang="en-US" dirty="0"/>
              <a:t>The address is converted to its physical address and permissions are checked</a:t>
            </a:r>
          </a:p>
          <a:p>
            <a:pPr marL="685800" lvl="1" indent="-342900">
              <a:buFont typeface="+mj-lt"/>
              <a:buAutoNum type="arabicPeriod"/>
            </a:pPr>
            <a:r>
              <a:rPr lang="en-US" dirty="0"/>
              <a:t>The address is looked up in the Level-1 (L1) cache. If not there,</a:t>
            </a:r>
          </a:p>
          <a:p>
            <a:pPr marL="685800" lvl="1" indent="-342900">
              <a:buFont typeface="+mj-lt"/>
              <a:buAutoNum type="arabicPeriod"/>
            </a:pPr>
            <a:r>
              <a:rPr lang="en-US" dirty="0"/>
              <a:t>It’s looked up in the L2 cache. If not there,</a:t>
            </a:r>
          </a:p>
          <a:p>
            <a:pPr marL="685800" lvl="1" indent="-342900">
              <a:buFont typeface="+mj-lt"/>
              <a:buAutoNum type="arabicPeriod"/>
            </a:pPr>
            <a:r>
              <a:rPr lang="en-US" dirty="0"/>
              <a:t>In the L3 cache, if not there</a:t>
            </a:r>
          </a:p>
          <a:p>
            <a:pPr marL="685800" lvl="1" indent="-342900">
              <a:buFont typeface="+mj-lt"/>
              <a:buAutoNum type="arabicPeriod"/>
            </a:pPr>
            <a:r>
              <a:rPr lang="en-US" dirty="0"/>
              <a:t>From main memory (cache miss)</a:t>
            </a:r>
          </a:p>
          <a:p>
            <a:r>
              <a:rPr lang="en-US" dirty="0"/>
              <a:t>Each of these pathways take a significantly different time (CPU cycles) to complete</a:t>
            </a:r>
          </a:p>
          <a:p>
            <a:pPr marL="685800" lvl="1" indent="-342900">
              <a:buFont typeface="+mj-lt"/>
              <a:buAutoNum type="arabicPeriod"/>
            </a:pPr>
            <a:endParaRPr lang="en-US" dirty="0"/>
          </a:p>
        </p:txBody>
      </p:sp>
      <p:pic>
        <p:nvPicPr>
          <p:cNvPr id="2050" name="Picture 2" descr="Image result for power 7 ibm chip"/>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4946100" y="955453"/>
            <a:ext cx="3886200" cy="3077105"/>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p:cNvSpPr/>
          <p:nvPr/>
        </p:nvSpPr>
        <p:spPr>
          <a:xfrm>
            <a:off x="4946100" y="4032558"/>
            <a:ext cx="3886200" cy="369332"/>
          </a:xfrm>
          <a:prstGeom prst="rect">
            <a:avLst/>
          </a:prstGeom>
        </p:spPr>
        <p:txBody>
          <a:bodyPr wrap="square">
            <a:spAutoFit/>
          </a:bodyPr>
          <a:lstStyle/>
          <a:p>
            <a:pPr algn="ctr"/>
            <a:r>
              <a:rPr lang="en-US" sz="900" dirty="0">
                <a:hlinkClick r:id="rId3"/>
              </a:rPr>
              <a:t>https://arstechnica.com/gadgets/2009/09/ibms-8-core-power7-twice-the-muscle-half-the-transistors/</a:t>
            </a:r>
            <a:endParaRPr lang="en-US" sz="900" dirty="0"/>
          </a:p>
        </p:txBody>
      </p:sp>
    </p:spTree>
    <p:extLst>
      <p:ext uri="{BB962C8B-B14F-4D97-AF65-F5344CB8AC3E}">
        <p14:creationId xmlns:p14="http://schemas.microsoft.com/office/powerpoint/2010/main" val="1874189676"/>
      </p:ext>
    </p:extLst>
  </p:cSld>
  <p:clrMapOvr>
    <a:masterClrMapping/>
  </p:clrMapOvr>
  <mc:AlternateContent xmlns:mc="http://schemas.openxmlformats.org/markup-compatibility/2006" xmlns:p14="http://schemas.microsoft.com/office/powerpoint/2010/main">
    <mc:Choice Requires="p14">
      <p:transition spd="slow" p14:dur="2000" advTm="109214"/>
    </mc:Choice>
    <mc:Fallback xmlns="">
      <p:transition spd="slow" advTm="109214"/>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3276</TotalTime>
  <Words>972</Words>
  <Application>Microsoft Macintosh PowerPoint</Application>
  <PresentationFormat>On-screen Show (16:9)</PresentationFormat>
  <Paragraphs>107</Paragraphs>
  <Slides>15</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Calibri</vt:lpstr>
      <vt:lpstr>Calibri Light</vt:lpstr>
      <vt:lpstr>Consolas</vt:lpstr>
      <vt:lpstr>Helvetica</vt:lpstr>
      <vt:lpstr>Lucida Sans</vt:lpstr>
      <vt:lpstr>Office Theme</vt:lpstr>
      <vt:lpstr>COMPX304-23A Advanced Networking and Cybersecurity</vt:lpstr>
      <vt:lpstr>Symmetric Key Encryption</vt:lpstr>
      <vt:lpstr>Symmetric Key Distribution</vt:lpstr>
      <vt:lpstr>Needham-Schroeder Protocol</vt:lpstr>
      <vt:lpstr>Needham-Schroeder Protocol</vt:lpstr>
      <vt:lpstr>Key Distribution Solutions</vt:lpstr>
      <vt:lpstr>Meltdown and Spectre</vt:lpstr>
      <vt:lpstr>Meltdown and Spectre</vt:lpstr>
      <vt:lpstr>PowerPoint Presentation</vt:lpstr>
      <vt:lpstr>PowerPoint Presentation</vt:lpstr>
      <vt:lpstr>For a technical understanding</vt:lpstr>
      <vt:lpstr>Computer Architecture</vt:lpstr>
      <vt:lpstr>Computer Organization</vt:lpstr>
      <vt:lpstr>CPU Cache</vt:lpstr>
      <vt:lpstr>CPU Cache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COMPX304-20B Advanced Networking and Cybersecurity</dc:title>
  <dc:creator>C. Anderson</dc:creator>
  <cp:lastModifiedBy>Microsoft Office User</cp:lastModifiedBy>
  <cp:revision>184</cp:revision>
  <dcterms:modified xsi:type="dcterms:W3CDTF">2023-05-18T03:01:01Z</dcterms:modified>
</cp:coreProperties>
</file>